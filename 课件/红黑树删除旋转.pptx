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409" r:id="rId3"/>
    <p:sldId id="412" r:id="rId4"/>
    <p:sldId id="413" r:id="rId5"/>
    <p:sldId id="431" r:id="rId6"/>
    <p:sldId id="437" r:id="rId7"/>
    <p:sldId id="432" r:id="rId8"/>
    <p:sldId id="438" r:id="rId9"/>
    <p:sldId id="439" r:id="rId10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</p:showPr>
  <p:clrMru>
    <a:srgbClr val="FFFFFF"/>
    <a:srgbClr val="F43308"/>
    <a:srgbClr val="DCDCDC"/>
    <a:srgbClr val="F0F0F0"/>
    <a:srgbClr val="E6E6E6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>
      <p:cViewPr varScale="1">
        <p:scale>
          <a:sx n="99" d="100"/>
          <a:sy n="99" d="100"/>
        </p:scale>
        <p:origin x="84" y="582"/>
      </p:cViewPr>
      <p:guideLst>
        <p:guide orient="horz" pos="2100"/>
        <p:guide pos="3792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3" Type="http://schemas.openxmlformats.org/officeDocument/2006/relationships/tableStyles" Target="tableStyles.xml"/><Relationship Id="rId12" Type="http://schemas.openxmlformats.org/officeDocument/2006/relationships/viewProps" Target="viewProps.xml"/><Relationship Id="rId11" Type="http://schemas.openxmlformats.org/officeDocument/2006/relationships/presProps" Target="presProps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6" Type="http://schemas.openxmlformats.org/officeDocument/2006/relationships/tags" Target="../tags/tag15.xml"/><Relationship Id="rId5" Type="http://schemas.openxmlformats.org/officeDocument/2006/relationships/tags" Target="../tags/tag14.xml"/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7" Type="http://schemas.openxmlformats.org/officeDocument/2006/relationships/tags" Target="../tags/tag21.xml"/><Relationship Id="rId6" Type="http://schemas.openxmlformats.org/officeDocument/2006/relationships/tags" Target="../tags/tag20.xml"/><Relationship Id="rId5" Type="http://schemas.openxmlformats.org/officeDocument/2006/relationships/tags" Target="../tags/tag19.xml"/><Relationship Id="rId4" Type="http://schemas.openxmlformats.org/officeDocument/2006/relationships/tags" Target="../tags/tag18.xml"/><Relationship Id="rId3" Type="http://schemas.openxmlformats.org/officeDocument/2006/relationships/tags" Target="../tags/tag17.xml"/><Relationship Id="rId2" Type="http://schemas.openxmlformats.org/officeDocument/2006/relationships/tags" Target="../tags/tag16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9" Type="http://schemas.openxmlformats.org/officeDocument/2006/relationships/tags" Target="../tags/tag29.xml"/><Relationship Id="rId8" Type="http://schemas.openxmlformats.org/officeDocument/2006/relationships/tags" Target="../tags/tag28.xml"/><Relationship Id="rId7" Type="http://schemas.openxmlformats.org/officeDocument/2006/relationships/tags" Target="../tags/tag27.xml"/><Relationship Id="rId6" Type="http://schemas.openxmlformats.org/officeDocument/2006/relationships/tags" Target="../tags/tag26.xml"/><Relationship Id="rId5" Type="http://schemas.openxmlformats.org/officeDocument/2006/relationships/tags" Target="../tags/tag25.xml"/><Relationship Id="rId4" Type="http://schemas.openxmlformats.org/officeDocument/2006/relationships/tags" Target="../tags/tag24.xml"/><Relationship Id="rId3" Type="http://schemas.openxmlformats.org/officeDocument/2006/relationships/tags" Target="../tags/tag23.xml"/><Relationship Id="rId2" Type="http://schemas.openxmlformats.org/officeDocument/2006/relationships/tags" Target="../tags/tag22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5" Type="http://schemas.openxmlformats.org/officeDocument/2006/relationships/tags" Target="../tags/tag33.xml"/><Relationship Id="rId4" Type="http://schemas.openxmlformats.org/officeDocument/2006/relationships/tags" Target="../tags/tag32.xml"/><Relationship Id="rId3" Type="http://schemas.openxmlformats.org/officeDocument/2006/relationships/tags" Target="../tags/tag31.xml"/><Relationship Id="rId2" Type="http://schemas.openxmlformats.org/officeDocument/2006/relationships/tags" Target="../tags/tag30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tags" Target="../tags/tag36.xml"/><Relationship Id="rId3" Type="http://schemas.openxmlformats.org/officeDocument/2006/relationships/tags" Target="../tags/tag35.xml"/><Relationship Id="rId2" Type="http://schemas.openxmlformats.org/officeDocument/2006/relationships/tags" Target="../tags/tag34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7" Type="http://schemas.openxmlformats.org/officeDocument/2006/relationships/tags" Target="../tags/tag42.xml"/><Relationship Id="rId6" Type="http://schemas.openxmlformats.org/officeDocument/2006/relationships/tags" Target="../tags/tag41.xml"/><Relationship Id="rId5" Type="http://schemas.openxmlformats.org/officeDocument/2006/relationships/tags" Target="../tags/tag40.xml"/><Relationship Id="rId4" Type="http://schemas.openxmlformats.org/officeDocument/2006/relationships/tags" Target="../tags/tag39.xml"/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6" Type="http://schemas.openxmlformats.org/officeDocument/2006/relationships/tags" Target="../tags/tag47.xml"/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5" Type="http://schemas.openxmlformats.org/officeDocument/2006/relationships/tags" Target="../tags/tag51.xml"/><Relationship Id="rId4" Type="http://schemas.openxmlformats.org/officeDocument/2006/relationships/tags" Target="../tags/tag50.xml"/><Relationship Id="rId3" Type="http://schemas.openxmlformats.org/officeDocument/2006/relationships/tags" Target="../tags/tag49.xml"/><Relationship Id="rId2" Type="http://schemas.openxmlformats.org/officeDocument/2006/relationships/tags" Target="../tags/tag48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6" Type="http://schemas.openxmlformats.org/officeDocument/2006/relationships/tags" Target="../tags/tag56.xml"/><Relationship Id="rId5" Type="http://schemas.openxmlformats.org/officeDocument/2006/relationships/tags" Target="../tags/tag55.xml"/><Relationship Id="rId4" Type="http://schemas.openxmlformats.org/officeDocument/2006/relationships/tags" Target="../tags/tag54.xml"/><Relationship Id="rId3" Type="http://schemas.openxmlformats.org/officeDocument/2006/relationships/tags" Target="../tags/tag53.xml"/><Relationship Id="rId2" Type="http://schemas.openxmlformats.org/officeDocument/2006/relationships/tags" Target="../tags/tag52.xm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 b="1" i="0" spc="300" baseline="0">
                <a:solidFill>
                  <a:schemeClr val="tx1">
                    <a:lumMod val="85000"/>
                    <a:lumOff val="15000"/>
                  </a:schemeClr>
                </a:solidFill>
                <a:effectLst/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 eaLnBrk="1" fontAlgn="auto" latinLnBrk="0" hangingPunct="1">
              <a:lnSpc>
                <a:spcPct val="110000"/>
              </a:lnSpc>
              <a:buNone/>
              <a:defRPr sz="2400" u="none" strike="noStrike" kern="1200" cap="none" spc="20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单击此处编辑副标题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3600" b="1" i="0" u="none" strike="noStrike" kern="1200" cap="none" spc="3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  <a:endParaRPr dirty="0">
              <a:sym typeface="+mn-ea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●"/>
              <a:defRPr kumimoji="0" lang="zh-CN" altLang="en-US" sz="18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kumimoji="0" lang="zh-CN" altLang="en-US" sz="14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kumimoji="0" lang="zh-CN" altLang="en-US" sz="14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5pPr>
            <a:lvl6pPr marL="2286000" indent="0">
              <a:buNone/>
              <a:defRPr/>
            </a:lvl6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 b="1" i="0" u="none" strike="noStrike" kern="1200" cap="none" spc="300" normalizeH="0" baseline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uFillTx/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 eaLnBrk="1" fontAlgn="auto" latinLnBrk="0" hangingPunct="1">
              <a:lnSpc>
                <a:spcPct val="130000"/>
              </a:lnSpc>
              <a:buNone/>
              <a:defRPr kumimoji="0" lang="zh-CN" altLang="en-US" sz="1800" b="0" i="0" u="none" strike="noStrike" kern="1200" cap="none" spc="150" normalizeH="0" baseline="0" noProof="1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3600" b="1" i="0" u="none" strike="noStrike" kern="1200" cap="none" spc="3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  <a:endParaRPr dirty="0">
              <a:sym typeface="+mn-ea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kumimoji="0" lang="zh-CN" altLang="en-US" sz="14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kumimoji="0" lang="zh-CN" altLang="en-US" sz="14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>
            <a:lvl1pPr marL="228600" indent="-228600" eaLnBrk="1" fontAlgn="auto" latinLnBrk="0" hangingPunct="1">
              <a:lnSpc>
                <a:spcPct val="130000"/>
              </a:lnSpc>
              <a:spcAft>
                <a:spcPts val="600"/>
              </a:spcAft>
              <a:buFont typeface="Arial" panose="020B0604020202020204" pitchFamily="34" charset="0"/>
              <a:buChar char="●"/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 marL="685800" indent="-228600" defTabSz="914400" eaLnBrk="1" fontAlgn="auto" latinLnBrk="0" hangingPunct="1">
              <a:lnSpc>
                <a:spcPct val="120000"/>
              </a:lnSpc>
              <a:buFont typeface="Arial" panose="020B0604020202020204" pitchFamily="34" charset="0"/>
              <a:buChar char="●"/>
              <a:tabLst>
                <a:tab pos="1609725" algn="l"/>
                <a:tab pos="1609725" algn="l"/>
                <a:tab pos="1609725" algn="l"/>
                <a:tab pos="1609725" algn="l"/>
              </a:tabLst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 marL="1143000" indent="-228600" eaLnBrk="1" fontAlgn="auto" latinLnBrk="0" hangingPunct="1">
              <a:lnSpc>
                <a:spcPct val="120000"/>
              </a:lnSpc>
              <a:buFont typeface="Arial" panose="020B0604020202020204" pitchFamily="34" charset="0"/>
              <a:buChar char="●"/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 marL="1600200" indent="-228600" eaLnBrk="1" fontAlgn="auto" latinLnBrk="0" hangingPunct="1">
              <a:lnSpc>
                <a:spcPct val="120000"/>
              </a:lnSpc>
              <a:buFont typeface="Wingdings" panose="05000000000000000000" charset="0"/>
              <a:buChar char=""/>
              <a:defRPr sz="14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 eaLnBrk="1" fontAlgn="auto" latinLnBrk="0" hangingPunct="1">
              <a:lnSpc>
                <a:spcPct val="120000"/>
              </a:lnSpc>
              <a:defRPr sz="1400" u="none" strike="noStrike" kern="1200" cap="none" spc="150" normalizeH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3600" b="1" i="0" u="none" strike="noStrike" kern="1200" cap="none" spc="3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  <a:endParaRPr dirty="0">
              <a:sym typeface="+mn-ea"/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29200"/>
            <a:ext cx="5342400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 eaLnBrk="1" fontAlgn="auto" latinLnBrk="0" hangingPunct="1">
              <a:lnSpc>
                <a:spcPct val="100000"/>
              </a:lnSpc>
              <a:spcAft>
                <a:spcPts val="0"/>
              </a:spcAft>
              <a:buNone/>
              <a:defRPr sz="2000" b="1" u="none" strike="noStrike" kern="1200" cap="none" spc="200" normalizeH="0" baseline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kumimoji="0" lang="zh-CN" altLang="en-US" sz="14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kumimoji="0" lang="zh-CN" altLang="en-US" sz="14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21729"/>
            <a:ext cx="5342400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kumimoji="0" lang="zh-CN" altLang="en-US" sz="2000" b="1" i="0" u="none" strike="noStrike" kern="1200" cap="none" spc="20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>
                <a:sym typeface="+mn-ea"/>
              </a:rPr>
              <a:t>单击此处编辑文本</a:t>
            </a:r>
            <a:endParaRPr>
              <a:sym typeface="+mn-ea"/>
            </a:endParaRP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kumimoji="0" lang="zh-CN" altLang="en-US" sz="14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kumimoji="0" lang="zh-CN" altLang="en-US" sz="14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3600" b="1" i="0" u="none" strike="noStrike" kern="1200" cap="none" spc="3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单击此处编辑母版标题样式</a:t>
            </a:r>
            <a:endParaRPr>
              <a:sym typeface="+mn-ea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None/>
              <a:defRPr kumimoji="0" lang="zh-CN" altLang="en-US" sz="1600" b="0" i="0" u="none" strike="noStrike" kern="1200" cap="none" spc="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5pPr>
          </a:lstStyle>
          <a:p>
            <a:pPr lvl="0"/>
            <a:endParaRPr dirty="0">
              <a:sym typeface="+mn-ea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457200" indent="0" defTabSz="914400" eaLnBrk="1" fontAlgn="auto" latinLnBrk="0" hangingPunct="1">
              <a:buFont typeface="Arial" panose="020B0604020202020204" pitchFamily="34" charset="0"/>
              <a:buNone/>
              <a:tabLst>
                <a:tab pos="1609725" algn="l"/>
                <a:tab pos="1609725" algn="l"/>
                <a:tab pos="1609725" algn="l"/>
                <a:tab pos="1609725" algn="l"/>
              </a:tabLst>
              <a:defRPr u="none" strike="noStrike" kern="1200" cap="none" spc="150" normalizeH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 eaLnBrk="1" fontAlgn="auto" latinLnBrk="0" hangingPunct="1">
              <a:buFont typeface="Arial" panose="020B0604020202020204" pitchFamily="34" charset="0"/>
              <a:buChar char="●"/>
              <a:defRPr u="none" strike="noStrike" kern="1200" cap="none" spc="150" normalizeH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 eaLnBrk="1" fontAlgn="auto" latinLnBrk="0" hangingPunct="1">
              <a:defRPr u="none" strike="noStrike" kern="1200" cap="none" spc="150" normalizeH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 eaLnBrk="1" fontAlgn="auto" latinLnBrk="0" hangingPunct="1">
              <a:defRPr u="none" strike="noStrike" kern="1200" cap="none" spc="150" normalizeH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lstStyle>
            <a:lvl1pPr>
              <a:defRPr baseline="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spcAft>
                <a:spcPts val="0"/>
              </a:spcAft>
              <a:buNone/>
              <a:defRPr kumimoji="0" lang="zh-CN" altLang="en-US" sz="2800" b="1" i="0" u="none" strike="noStrike" kern="1200" cap="none" spc="3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单击此处编辑标题</a:t>
            </a:r>
            <a:endParaRPr dirty="0">
              <a:sym typeface="+mn-ea"/>
            </a:endParaRP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 eaLnBrk="1" fontAlgn="auto" latinLnBrk="0" hangingPunct="1">
              <a:lnSpc>
                <a:spcPct val="130000"/>
              </a:lnSpc>
              <a:spcAft>
                <a:spcPts val="1000"/>
              </a:spcAft>
              <a:buFont typeface="Arial" panose="020B0604020202020204" pitchFamily="34" charset="0"/>
              <a:buChar char="●"/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1pPr>
            <a:lvl2pPr marL="685800" indent="-228600" defTabSz="914400" eaLnBrk="1" fontAlgn="auto" latinLnBrk="0" hangingPunct="1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  <a:tab pos="1609725" algn="l"/>
                <a:tab pos="1609725" algn="l"/>
                <a:tab pos="1609725" algn="l"/>
              </a:tabLst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2pPr>
            <a:lvl3pPr marL="1143000" indent="-228600" eaLnBrk="1" fontAlgn="auto" latinLnBrk="0" hangingPunct="1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●"/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3pPr>
            <a:lvl4pPr marL="1600200" indent="-228600" eaLnBrk="1" fontAlgn="auto" latinLnBrk="0" hangingPunct="1">
              <a:lnSpc>
                <a:spcPct val="120000"/>
              </a:lnSpc>
              <a:spcAft>
                <a:spcPts val="300"/>
              </a:spcAft>
              <a:buFont typeface="Wingdings" panose="05000000000000000000" charset="0"/>
              <a:buChar char=""/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4pPr>
            <a:lvl5pPr marL="2057400" indent="-228600" eaLnBrk="1" fontAlgn="auto" latinLnBrk="0" hangingPunct="1">
              <a:lnSpc>
                <a:spcPct val="120000"/>
              </a:lnSpc>
              <a:spcAft>
                <a:spcPts val="300"/>
              </a:spcAft>
              <a:buFont typeface="Arial" panose="020B0604020202020204" pitchFamily="34" charset="0"/>
              <a:buChar char="•"/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>
            <a:lvl1pPr marL="228600" indent="-228600" eaLnBrk="1" fontAlgn="auto" latinLnBrk="0" hangingPunct="1">
              <a:lnSpc>
                <a:spcPct val="130000"/>
              </a:lnSpc>
              <a:buFont typeface="Arial" panose="020B0604020202020204" pitchFamily="34" charset="0"/>
              <a:buChar char="●"/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1pPr>
            <a:lvl2pPr marL="685800" indent="-228600" defTabSz="914400" eaLnBrk="1" fontAlgn="auto" latinLnBrk="0" hangingPunct="1">
              <a:lnSpc>
                <a:spcPct val="120000"/>
              </a:lnSpc>
              <a:buFont typeface="Arial" panose="020B0604020202020204" pitchFamily="34" charset="0"/>
              <a:buChar char="●"/>
              <a:tabLst>
                <a:tab pos="1609725" algn="l"/>
                <a:tab pos="1609725" algn="l"/>
                <a:tab pos="1609725" algn="l"/>
                <a:tab pos="1609725" algn="l"/>
              </a:tabLst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2pPr>
            <a:lvl3pPr marL="1143000" indent="-228600" eaLnBrk="1" fontAlgn="auto" latinLnBrk="0" hangingPunct="1">
              <a:lnSpc>
                <a:spcPct val="120000"/>
              </a:lnSpc>
              <a:buFont typeface="Arial" panose="020B0604020202020204" pitchFamily="34" charset="0"/>
              <a:buChar char="●"/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3pPr>
            <a:lvl4pPr marL="1600200" indent="-228600" eaLnBrk="1" fontAlgn="auto" latinLnBrk="0" hangingPunct="1">
              <a:lnSpc>
                <a:spcPct val="120000"/>
              </a:lnSpc>
              <a:buFont typeface="Wingdings" panose="05000000000000000000" charset="0"/>
              <a:buChar char=""/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4pPr>
            <a:lvl5pPr marL="2057400" indent="-228600" eaLnBrk="1" fontAlgn="auto" latinLnBrk="0" hangingPunct="1">
              <a:lnSpc>
                <a:spcPct val="120000"/>
              </a:lnSpc>
              <a:buFont typeface="Arial" panose="020B0604020202020204" pitchFamily="34" charset="0"/>
              <a:buChar char="•"/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marL="0" marR="0" algn="ctr" defTabSz="914400" rtl="0" eaLnBrk="1" fontAlgn="auto" latinLnBrk="0" hangingPunct="1">
              <a:lnSpc>
                <a:spcPct val="100000"/>
              </a:lnSpc>
              <a:buNone/>
              <a:defRPr kumimoji="0" lang="zh-CN" altLang="en-US" sz="6000" b="1" i="0" u="none" strike="noStrike" kern="1200" cap="none" spc="3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uFillTx/>
                <a:latin typeface="Arial" panose="020B0604020202020204" pitchFamily="34" charset="0"/>
                <a:ea typeface="微软雅黑" panose="020B0503020204020204" pitchFamily="34" charset="-122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单击此处编辑标题</a:t>
            </a:r>
            <a:endParaRPr>
              <a:sym typeface="+mn-ea"/>
            </a:endParaRPr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7" Type="http://schemas.openxmlformats.org/officeDocument/2006/relationships/theme" Target="../theme/theme1.xml"/><Relationship Id="rId16" Type="http://schemas.openxmlformats.org/officeDocument/2006/relationships/tags" Target="../tags/tag61.xml"/><Relationship Id="rId15" Type="http://schemas.openxmlformats.org/officeDocument/2006/relationships/tags" Target="../tags/tag60.xml"/><Relationship Id="rId14" Type="http://schemas.openxmlformats.org/officeDocument/2006/relationships/tags" Target="../tags/tag59.xml"/><Relationship Id="rId13" Type="http://schemas.openxmlformats.org/officeDocument/2006/relationships/tags" Target="../tags/tag58.xml"/><Relationship Id="rId12" Type="http://schemas.openxmlformats.org/officeDocument/2006/relationships/tags" Target="../tags/tag57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2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3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4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5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6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1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tags" Target="../tags/tag64.xml"/><Relationship Id="rId2" Type="http://schemas.openxmlformats.org/officeDocument/2006/relationships/tags" Target="../tags/tag63.xml"/><Relationship Id="rId1" Type="http://schemas.openxmlformats.org/officeDocument/2006/relationships/tags" Target="../tags/tag6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65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6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6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68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69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70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7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1"/>
            </p:custDataLst>
          </p:nvPr>
        </p:nvSpPr>
        <p:spPr/>
        <p:txBody>
          <a:bodyPr/>
          <a:p>
            <a:r>
              <a:rPr lang="en-US" altLang="zh-CN"/>
              <a:t>RBTree</a:t>
            </a:r>
            <a:r>
              <a:rPr lang="zh-CN" altLang="en-US"/>
              <a:t>删除</a:t>
            </a:r>
            <a:r>
              <a:rPr lang="zh-CN" altLang="en-US"/>
              <a:t>旋转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2"/>
            </p:custDataLst>
          </p:nvPr>
        </p:nvSpPr>
        <p:spPr/>
        <p:txBody>
          <a:bodyPr/>
          <a:p>
            <a:r>
              <a:rPr lang="zh-CN" altLang="en-US"/>
              <a:t>单击输入您的封面副标题</a:t>
            </a:r>
            <a:endParaRPr lang="zh-CN" altLang="en-US"/>
          </a:p>
        </p:txBody>
      </p:sp>
    </p:spTree>
    <p:custDataLst>
      <p:tags r:id="rId3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5" name="标题 14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t>右旋</a:t>
            </a:r>
          </a:p>
        </p:txBody>
      </p:sp>
      <p:sp>
        <p:nvSpPr>
          <p:cNvPr id="4" name="椭圆 3"/>
          <p:cNvSpPr/>
          <p:nvPr/>
        </p:nvSpPr>
        <p:spPr>
          <a:xfrm>
            <a:off x="4742180" y="2393315"/>
            <a:ext cx="441325" cy="47053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" name="椭圆 5"/>
          <p:cNvSpPr/>
          <p:nvPr/>
        </p:nvSpPr>
        <p:spPr>
          <a:xfrm>
            <a:off x="5246370" y="3020695"/>
            <a:ext cx="441325" cy="47053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cxnSp>
        <p:nvCxnSpPr>
          <p:cNvPr id="7" name="直接箭头连接符 6"/>
          <p:cNvCxnSpPr>
            <a:stCxn id="4" idx="3"/>
            <a:endCxn id="5" idx="7"/>
          </p:cNvCxnSpPr>
          <p:nvPr/>
        </p:nvCxnSpPr>
        <p:spPr>
          <a:xfrm flipH="1">
            <a:off x="4584065" y="2794635"/>
            <a:ext cx="222885" cy="295275"/>
          </a:xfrm>
          <a:prstGeom prst="straightConnector1">
            <a:avLst/>
          </a:prstGeom>
          <a:ln>
            <a:headEnd type="none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直接箭头连接符 7"/>
          <p:cNvCxnSpPr>
            <a:stCxn id="4" idx="5"/>
            <a:endCxn id="6" idx="1"/>
          </p:cNvCxnSpPr>
          <p:nvPr/>
        </p:nvCxnSpPr>
        <p:spPr>
          <a:xfrm>
            <a:off x="5118735" y="2794635"/>
            <a:ext cx="192405" cy="295275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椭圆 8"/>
          <p:cNvSpPr/>
          <p:nvPr/>
        </p:nvSpPr>
        <p:spPr>
          <a:xfrm>
            <a:off x="3687445" y="3634740"/>
            <a:ext cx="441325" cy="47053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cxnSp>
        <p:nvCxnSpPr>
          <p:cNvPr id="10" name="直接箭头连接符 9"/>
          <p:cNvCxnSpPr>
            <a:stCxn id="5" idx="3"/>
            <a:endCxn id="9" idx="7"/>
          </p:cNvCxnSpPr>
          <p:nvPr/>
        </p:nvCxnSpPr>
        <p:spPr>
          <a:xfrm flipH="1">
            <a:off x="4064000" y="3422015"/>
            <a:ext cx="208280" cy="281940"/>
          </a:xfrm>
          <a:prstGeom prst="straightConnector1">
            <a:avLst/>
          </a:prstGeom>
          <a:ln>
            <a:headEnd type="none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直接箭头连接符 11"/>
          <p:cNvCxnSpPr>
            <a:stCxn id="9" idx="3"/>
            <a:endCxn id="3" idx="3"/>
          </p:cNvCxnSpPr>
          <p:nvPr/>
        </p:nvCxnSpPr>
        <p:spPr>
          <a:xfrm flipH="1">
            <a:off x="3529965" y="4036060"/>
            <a:ext cx="222250" cy="180340"/>
          </a:xfrm>
          <a:prstGeom prst="straightConnector1">
            <a:avLst/>
          </a:prstGeom>
          <a:ln>
            <a:headEnd type="none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剪去同侧角的矩形 12"/>
          <p:cNvSpPr/>
          <p:nvPr/>
        </p:nvSpPr>
        <p:spPr>
          <a:xfrm>
            <a:off x="4207510" y="4216400"/>
            <a:ext cx="171450" cy="173355"/>
          </a:xfrm>
          <a:prstGeom prst="snip2SameRect">
            <a:avLst>
              <a:gd name="adj1" fmla="val 32592"/>
              <a:gd name="adj2" fmla="val 0"/>
            </a:avLst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/>
          </a:p>
        </p:txBody>
      </p:sp>
      <p:cxnSp>
        <p:nvCxnSpPr>
          <p:cNvPr id="14" name="直接箭头连接符 13"/>
          <p:cNvCxnSpPr>
            <a:stCxn id="9" idx="5"/>
            <a:endCxn id="13" idx="3"/>
          </p:cNvCxnSpPr>
          <p:nvPr/>
        </p:nvCxnSpPr>
        <p:spPr>
          <a:xfrm>
            <a:off x="4064000" y="4036060"/>
            <a:ext cx="229235" cy="18034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3" name="组合 22"/>
          <p:cNvGrpSpPr/>
          <p:nvPr/>
        </p:nvGrpSpPr>
        <p:grpSpPr>
          <a:xfrm>
            <a:off x="4207510" y="3020695"/>
            <a:ext cx="770890" cy="683260"/>
            <a:chOff x="6626" y="4757"/>
            <a:chExt cx="1214" cy="1076"/>
          </a:xfrm>
        </p:grpSpPr>
        <p:sp>
          <p:nvSpPr>
            <p:cNvPr id="5" name="椭圆 4"/>
            <p:cNvSpPr/>
            <p:nvPr/>
          </p:nvSpPr>
          <p:spPr>
            <a:xfrm>
              <a:off x="6626" y="4757"/>
              <a:ext cx="695" cy="741"/>
            </a:xfrm>
            <a:prstGeom prst="ellipse">
              <a:avLst/>
            </a:prstGeom>
            <a:solidFill>
              <a:schemeClr val="accent5">
                <a:lumMod val="75000"/>
              </a:schemeClr>
            </a:solidFill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7" name="剪去同侧角的矩形 16"/>
            <p:cNvSpPr/>
            <p:nvPr/>
          </p:nvSpPr>
          <p:spPr>
            <a:xfrm>
              <a:off x="7570" y="5596"/>
              <a:ext cx="270" cy="237"/>
            </a:xfrm>
            <a:prstGeom prst="snip2SameRect">
              <a:avLst>
                <a:gd name="adj1" fmla="val 40740"/>
                <a:gd name="adj2" fmla="val 0"/>
              </a:avLst>
            </a:prstGeom>
            <a:ln>
              <a:solidFill>
                <a:schemeClr val="accent6"/>
              </a:solidFill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cxnSp>
          <p:nvCxnSpPr>
            <p:cNvPr id="18" name="直接箭头连接符 17"/>
            <p:cNvCxnSpPr>
              <a:stCxn id="5" idx="5"/>
            </p:cNvCxnSpPr>
            <p:nvPr/>
          </p:nvCxnSpPr>
          <p:spPr>
            <a:xfrm>
              <a:off x="7219" y="5389"/>
              <a:ext cx="413" cy="276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" name="剪去同侧角的矩形 2"/>
          <p:cNvSpPr/>
          <p:nvPr/>
        </p:nvSpPr>
        <p:spPr>
          <a:xfrm>
            <a:off x="3444240" y="4216400"/>
            <a:ext cx="171450" cy="173355"/>
          </a:xfrm>
          <a:prstGeom prst="snip2SameRect">
            <a:avLst>
              <a:gd name="adj1" fmla="val 34444"/>
              <a:gd name="adj2" fmla="val 0"/>
            </a:avLst>
          </a:prstGeom>
          <a:solidFill>
            <a:schemeClr val="accent1"/>
          </a:solidFill>
          <a:ln>
            <a:solidFill>
              <a:schemeClr val="accent1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9" name="剪去同侧角的矩形 28"/>
          <p:cNvSpPr/>
          <p:nvPr/>
        </p:nvSpPr>
        <p:spPr>
          <a:xfrm>
            <a:off x="2861310" y="5165725"/>
            <a:ext cx="171450" cy="173355"/>
          </a:xfrm>
          <a:prstGeom prst="snip2SameRect">
            <a:avLst>
              <a:gd name="adj1" fmla="val 34444"/>
              <a:gd name="adj2" fmla="val 0"/>
            </a:avLst>
          </a:prstGeom>
          <a:solidFill>
            <a:schemeClr val="accent1"/>
          </a:solidFill>
          <a:ln>
            <a:solidFill>
              <a:schemeClr val="accent1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0" name="文本框 29"/>
          <p:cNvSpPr txBox="1"/>
          <p:nvPr/>
        </p:nvSpPr>
        <p:spPr>
          <a:xfrm>
            <a:off x="3357245" y="5055235"/>
            <a:ext cx="421957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子树，实心为左子树，空心为右子树。颜色为旋转前父节点颜色</a:t>
            </a:r>
            <a:endParaRPr lang="zh-CN" altLang="en-US"/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5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6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50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0020 0.000004 L 0.021895 0.000004 C 0.031695 0.000004 0.043770 0.024869 0.043770 0.045051 L 0.043770 0.090096 " pathEditMode="relative" rAng="0" ptsTypes="">
                                      <p:cBhvr>
                                        <p:cTn id="10" dur="2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2" y="45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2000"/>
                            </p:stCondLst>
                            <p:childTnLst>
                              <p:par>
                                <p:cTn id="12" presetID="57" presetClass="path" presetSubtype="0" accel="50000" decel="5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0003 0.000043 L 0.000003 -0.044588 C 0.000003 -0.064581 0.011532 -0.089217 0.020889 -0.089217 L 0.041774 -0.089217 " pathEditMode="relative" rAng="0" ptsTypes="">
                                      <p:cBhvr>
                                        <p:cTn id="13" dur="2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1" y="-44"/>
                                    </p:animMotion>
                                  </p:childTnLst>
                                </p:cTn>
                              </p:par>
                              <p:par>
                                <p:cTn id="14" presetID="8" presetClass="emp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5400000">
                                      <p:cBhvr>
                                        <p:cTn id="15" dur="2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6" presetID="0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0000 0.000000 L 0.045313 -0.000556 " pathEditMode="relative" rAng="0" ptsTypes="">
                                      <p:cBhvr>
                                        <p:cTn id="17" dur="2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9" y="0"/>
                                    </p:animMotion>
                                  </p:childTnLst>
                                </p:cTn>
                              </p:par>
                              <p:par>
                                <p:cTn id="18" presetID="8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-4800000">
                                      <p:cBhvr>
                                        <p:cTn id="1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20" presetID="0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0000 0.000000 L 0.044792 0.000370 " pathEditMode="relative" rAng="0" ptsTypes="">
                                      <p:cBhvr>
                                        <p:cTn id="21" dur="2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6" y="1"/>
                                    </p:animMotion>
                                  </p:childTnLst>
                                </p:cTn>
                              </p:par>
                              <p:par>
                                <p:cTn id="22" presetID="0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0000 0.000000 L 0.021458 -0.000648 " pathEditMode="relative" rAng="0" ptsTypes="">
                                      <p:cBhvr>
                                        <p:cTn id="23" dur="2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9" y="0"/>
                                    </p:animMotion>
                                  </p:childTnLst>
                                </p:cTn>
                              </p:par>
                              <p:par>
                                <p:cTn id="24" presetID="0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0000 0.000000 L 0.042292 -0.087685 " pathEditMode="relative" ptsTypes="">
                                      <p:cBhvr>
                                        <p:cTn id="25" dur="2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6" presetID="0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1146 -0.001296 L 0.043802 -0.088611 " pathEditMode="relative" rAng="0" ptsTypes="">
                                      <p:cBhvr>
                                        <p:cTn id="27" dur="2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3" y="-45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bldLvl="0" animBg="1"/>
      <p:bldP spid="13" grpId="0" bldLvl="0" animBg="1"/>
      <p:bldP spid="3" grpId="0" bldLvl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5" name="标题 14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t>左</a:t>
            </a:r>
            <a:r>
              <a:t>旋</a:t>
            </a:r>
          </a:p>
        </p:txBody>
      </p:sp>
      <p:sp>
        <p:nvSpPr>
          <p:cNvPr id="16" name="内容占位符 15"/>
          <p:cNvSpPr>
            <a:spLocks noGrp="1"/>
          </p:cNvSpPr>
          <p:nvPr>
            <p:ph idx="1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4" name="椭圆 3"/>
          <p:cNvSpPr/>
          <p:nvPr/>
        </p:nvSpPr>
        <p:spPr>
          <a:xfrm>
            <a:off x="4742180" y="2393315"/>
            <a:ext cx="441325" cy="47053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" name="椭圆 5"/>
          <p:cNvSpPr/>
          <p:nvPr/>
        </p:nvSpPr>
        <p:spPr>
          <a:xfrm>
            <a:off x="5246370" y="3020695"/>
            <a:ext cx="441325" cy="47053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cxnSp>
        <p:nvCxnSpPr>
          <p:cNvPr id="7" name="直接箭头连接符 6"/>
          <p:cNvCxnSpPr>
            <a:stCxn id="4" idx="3"/>
            <a:endCxn id="5" idx="7"/>
          </p:cNvCxnSpPr>
          <p:nvPr/>
        </p:nvCxnSpPr>
        <p:spPr>
          <a:xfrm flipH="1">
            <a:off x="4584065" y="2794635"/>
            <a:ext cx="222885" cy="295275"/>
          </a:xfrm>
          <a:prstGeom prst="straightConnector1">
            <a:avLst/>
          </a:prstGeom>
          <a:ln>
            <a:headEnd type="none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直接箭头连接符 7"/>
          <p:cNvCxnSpPr>
            <a:stCxn id="4" idx="5"/>
            <a:endCxn id="6" idx="1"/>
          </p:cNvCxnSpPr>
          <p:nvPr/>
        </p:nvCxnSpPr>
        <p:spPr>
          <a:xfrm>
            <a:off x="5118735" y="2794635"/>
            <a:ext cx="192405" cy="295275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" name="组合 1"/>
          <p:cNvGrpSpPr/>
          <p:nvPr/>
        </p:nvGrpSpPr>
        <p:grpSpPr>
          <a:xfrm>
            <a:off x="4677410" y="3622675"/>
            <a:ext cx="770890" cy="683260"/>
            <a:chOff x="6626" y="4757"/>
            <a:chExt cx="1214" cy="1076"/>
          </a:xfrm>
        </p:grpSpPr>
        <p:sp>
          <p:nvSpPr>
            <p:cNvPr id="11" name="椭圆 10"/>
            <p:cNvSpPr/>
            <p:nvPr/>
          </p:nvSpPr>
          <p:spPr>
            <a:xfrm>
              <a:off x="6626" y="4757"/>
              <a:ext cx="695" cy="741"/>
            </a:xfrm>
            <a:prstGeom prst="ellipse">
              <a:avLst/>
            </a:prstGeom>
            <a:solidFill>
              <a:schemeClr val="accent5">
                <a:lumMod val="75000"/>
              </a:schemeClr>
            </a:solidFill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9" name="剪去同侧角的矩形 18"/>
            <p:cNvSpPr/>
            <p:nvPr/>
          </p:nvSpPr>
          <p:spPr>
            <a:xfrm>
              <a:off x="7570" y="5560"/>
              <a:ext cx="270" cy="273"/>
            </a:xfrm>
            <a:prstGeom prst="snip2SameRect">
              <a:avLst>
                <a:gd name="adj1" fmla="val 34444"/>
                <a:gd name="adj2" fmla="val 0"/>
              </a:avLst>
            </a:prstGeom>
            <a:ln>
              <a:solidFill>
                <a:schemeClr val="accent6"/>
              </a:solidFill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cxnSp>
          <p:nvCxnSpPr>
            <p:cNvPr id="20" name="直接箭头连接符 19"/>
            <p:cNvCxnSpPr/>
            <p:nvPr/>
          </p:nvCxnSpPr>
          <p:spPr>
            <a:xfrm>
              <a:off x="7259" y="5368"/>
              <a:ext cx="311" cy="276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2" name="组合 31"/>
          <p:cNvGrpSpPr/>
          <p:nvPr/>
        </p:nvGrpSpPr>
        <p:grpSpPr>
          <a:xfrm>
            <a:off x="3907155" y="3020695"/>
            <a:ext cx="741045" cy="749300"/>
            <a:chOff x="6153" y="4757"/>
            <a:chExt cx="1167" cy="1180"/>
          </a:xfrm>
        </p:grpSpPr>
        <p:sp>
          <p:nvSpPr>
            <p:cNvPr id="21" name="椭圆 20"/>
            <p:cNvSpPr/>
            <p:nvPr/>
          </p:nvSpPr>
          <p:spPr>
            <a:xfrm>
              <a:off x="6626" y="4757"/>
              <a:ext cx="695" cy="741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cxnSp>
          <p:nvCxnSpPr>
            <p:cNvPr id="22" name="直接箭头连接符 21"/>
            <p:cNvCxnSpPr>
              <a:stCxn id="21" idx="3"/>
              <a:endCxn id="24" idx="7"/>
            </p:cNvCxnSpPr>
            <p:nvPr/>
          </p:nvCxnSpPr>
          <p:spPr>
            <a:xfrm flipH="1">
              <a:off x="6383" y="5389"/>
              <a:ext cx="345" cy="316"/>
            </a:xfrm>
            <a:prstGeom prst="straightConnector1">
              <a:avLst/>
            </a:prstGeom>
            <a:ln>
              <a:headEnd type="none"/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剪去同侧角的矩形 23"/>
            <p:cNvSpPr/>
            <p:nvPr/>
          </p:nvSpPr>
          <p:spPr>
            <a:xfrm>
              <a:off x="6153" y="5665"/>
              <a:ext cx="270" cy="273"/>
            </a:xfrm>
            <a:prstGeom prst="snip2SameRect">
              <a:avLst>
                <a:gd name="adj1" fmla="val 37777"/>
                <a:gd name="adj2" fmla="val 0"/>
              </a:avLst>
            </a:prstGeom>
            <a:solidFill>
              <a:schemeClr val="accent1"/>
            </a:solidFill>
            <a:ln>
              <a:solidFill>
                <a:schemeClr val="accent1"/>
              </a:solidFill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</p:grpSp>
      <p:cxnSp>
        <p:nvCxnSpPr>
          <p:cNvPr id="29" name="直接箭头连接符 28"/>
          <p:cNvCxnSpPr>
            <a:stCxn id="21" idx="5"/>
          </p:cNvCxnSpPr>
          <p:nvPr/>
        </p:nvCxnSpPr>
        <p:spPr>
          <a:xfrm>
            <a:off x="4584065" y="3422015"/>
            <a:ext cx="191770" cy="244475"/>
          </a:xfrm>
          <a:prstGeom prst="straightConnector1">
            <a:avLst/>
          </a:prstGeom>
          <a:ln>
            <a:headEnd type="none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剪去同侧角的矩形 29"/>
          <p:cNvSpPr/>
          <p:nvPr/>
        </p:nvSpPr>
        <p:spPr>
          <a:xfrm>
            <a:off x="4438015" y="4185920"/>
            <a:ext cx="171450" cy="173355"/>
          </a:xfrm>
          <a:prstGeom prst="snip2SameRect">
            <a:avLst>
              <a:gd name="adj1" fmla="val 34444"/>
              <a:gd name="adj2" fmla="val 0"/>
            </a:avLst>
          </a:prstGeom>
          <a:solidFill>
            <a:schemeClr val="accent6"/>
          </a:solidFill>
          <a:ln>
            <a:solidFill>
              <a:schemeClr val="accent6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/>
          </a:p>
        </p:txBody>
      </p:sp>
      <p:cxnSp>
        <p:nvCxnSpPr>
          <p:cNvPr id="31" name="直接箭头连接符 30"/>
          <p:cNvCxnSpPr>
            <a:stCxn id="11" idx="3"/>
            <a:endCxn id="30" idx="3"/>
          </p:cNvCxnSpPr>
          <p:nvPr/>
        </p:nvCxnSpPr>
        <p:spPr>
          <a:xfrm flipH="1">
            <a:off x="4523740" y="4023995"/>
            <a:ext cx="218440" cy="161925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0000 0.000000 L -0.043281 0.088148 " pathEditMode="relative" rAng="0" ptsTypes="">
                                      <p:cBhvr>
                                        <p:cTn id="6" dur="2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20" y="41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2000"/>
                            </p:stCondLst>
                            <p:childTnLst>
                              <p:par>
                                <p:cTn id="8" presetID="0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0000 0.000000 L -0.037917 -0.081667 " pathEditMode="relative" rAng="0" ptsTypes="">
                                      <p:cBhvr>
                                        <p:cTn id="9" dur="2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8" y="-37"/>
                                    </p:animMotion>
                                  </p:childTnLst>
                                </p:cTn>
                              </p:par>
                              <p:par>
                                <p:cTn id="10" presetID="8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4800000">
                                      <p:cBhvr>
                                        <p:cTn id="11" dur="2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2" presetID="0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0000 0.000000 L -0.041302 0.000000 " pathEditMode="relative" ptsTypes="">
                                      <p:cBhvr>
                                        <p:cTn id="13" dur="2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4000"/>
                            </p:stCondLst>
                            <p:childTnLst>
                              <p:par>
                                <p:cTn id="15" presetID="8" presetClass="emph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Rot by="-5400000">
                                      <p:cBhvr>
                                        <p:cTn id="16" dur="2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7" presetID="0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0000 0.000000 L -0.040990 0.000000 " pathEditMode="relative" ptsTypes="">
                                      <p:cBhvr>
                                        <p:cTn id="18" dur="2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0000 0.000000 L -0.017865 -0.000648 " pathEditMode="relative" ptsTypes="">
                                      <p:cBhvr>
                                        <p:cTn id="20" dur="2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" grpId="0" bldLvl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5" name="标题 14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t>节点定义</a:t>
            </a:r>
          </a:p>
        </p:txBody>
      </p:sp>
      <p:sp>
        <p:nvSpPr>
          <p:cNvPr id="4" name="椭圆 3"/>
          <p:cNvSpPr/>
          <p:nvPr/>
        </p:nvSpPr>
        <p:spPr>
          <a:xfrm>
            <a:off x="4742180" y="2393315"/>
            <a:ext cx="441325" cy="470535"/>
          </a:xfrm>
          <a:prstGeom prst="ellipse">
            <a:avLst/>
          </a:prstGeom>
          <a:solidFill>
            <a:schemeClr val="bg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lIns="0" tIns="0" rIns="0" bIns="0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r>
              <a:rPr lang="en-US" altLang="zh-CN" sz="1600">
                <a:solidFill>
                  <a:schemeClr val="tx1"/>
                </a:solidFill>
                <a:sym typeface="+mn-ea"/>
              </a:rPr>
              <a:t>GP</a:t>
            </a:r>
            <a:endParaRPr lang="en-US" altLang="zh-CN" sz="1600">
              <a:solidFill>
                <a:schemeClr val="tx1"/>
              </a:solidFill>
              <a:sym typeface="+mn-ea"/>
            </a:endParaRPr>
          </a:p>
        </p:txBody>
      </p:sp>
      <p:sp>
        <p:nvSpPr>
          <p:cNvPr id="6" name="椭圆 5"/>
          <p:cNvSpPr/>
          <p:nvPr/>
        </p:nvSpPr>
        <p:spPr>
          <a:xfrm>
            <a:off x="5246370" y="3020695"/>
            <a:ext cx="441325" cy="470535"/>
          </a:xfrm>
          <a:prstGeom prst="ellipse">
            <a:avLst/>
          </a:prstGeom>
          <a:solidFill>
            <a:schemeClr val="bg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r>
              <a:rPr lang="en-US" altLang="zh-CN">
                <a:solidFill>
                  <a:schemeClr val="tx1"/>
                </a:solidFill>
                <a:sym typeface="+mn-ea"/>
              </a:rPr>
              <a:t>U</a:t>
            </a:r>
            <a:endParaRPr lang="en-US" altLang="zh-CN">
              <a:solidFill>
                <a:schemeClr val="tx1"/>
              </a:solidFill>
              <a:sym typeface="+mn-ea"/>
            </a:endParaRPr>
          </a:p>
        </p:txBody>
      </p:sp>
      <p:cxnSp>
        <p:nvCxnSpPr>
          <p:cNvPr id="7" name="直接箭头连接符 6"/>
          <p:cNvCxnSpPr>
            <a:stCxn id="4" idx="3"/>
            <a:endCxn id="5" idx="7"/>
          </p:cNvCxnSpPr>
          <p:nvPr/>
        </p:nvCxnSpPr>
        <p:spPr>
          <a:xfrm flipH="1">
            <a:off x="4584065" y="2794635"/>
            <a:ext cx="222885" cy="295275"/>
          </a:xfrm>
          <a:prstGeom prst="straightConnector1">
            <a:avLst/>
          </a:prstGeom>
          <a:ln>
            <a:headEnd type="none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直接箭头连接符 7"/>
          <p:cNvCxnSpPr>
            <a:stCxn id="4" idx="5"/>
            <a:endCxn id="6" idx="1"/>
          </p:cNvCxnSpPr>
          <p:nvPr/>
        </p:nvCxnSpPr>
        <p:spPr>
          <a:xfrm>
            <a:off x="5118735" y="2794635"/>
            <a:ext cx="192405" cy="295275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椭圆 8"/>
          <p:cNvSpPr/>
          <p:nvPr/>
        </p:nvSpPr>
        <p:spPr>
          <a:xfrm>
            <a:off x="3687445" y="3634740"/>
            <a:ext cx="441325" cy="470535"/>
          </a:xfrm>
          <a:prstGeom prst="ellipse">
            <a:avLst/>
          </a:prstGeom>
          <a:solidFill>
            <a:schemeClr val="bg2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>
                <a:solidFill>
                  <a:schemeClr val="tx1"/>
                </a:solidFill>
              </a:rPr>
              <a:t>D</a:t>
            </a:r>
            <a:endParaRPr lang="en-US" altLang="zh-CN">
              <a:solidFill>
                <a:schemeClr val="tx1"/>
              </a:solidFill>
            </a:endParaRPr>
          </a:p>
        </p:txBody>
      </p:sp>
      <p:cxnSp>
        <p:nvCxnSpPr>
          <p:cNvPr id="10" name="直接箭头连接符 9"/>
          <p:cNvCxnSpPr>
            <a:stCxn id="5" idx="3"/>
            <a:endCxn id="9" idx="7"/>
          </p:cNvCxnSpPr>
          <p:nvPr/>
        </p:nvCxnSpPr>
        <p:spPr>
          <a:xfrm flipH="1">
            <a:off x="4064000" y="3422015"/>
            <a:ext cx="208280" cy="281940"/>
          </a:xfrm>
          <a:prstGeom prst="straightConnector1">
            <a:avLst/>
          </a:prstGeom>
          <a:ln>
            <a:headEnd type="none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椭圆 4"/>
          <p:cNvSpPr/>
          <p:nvPr/>
        </p:nvSpPr>
        <p:spPr>
          <a:xfrm>
            <a:off x="4207510" y="3020695"/>
            <a:ext cx="441325" cy="470535"/>
          </a:xfrm>
          <a:prstGeom prst="ellipse">
            <a:avLst/>
          </a:prstGeom>
          <a:solidFill>
            <a:schemeClr val="bg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r>
              <a:rPr lang="en-US" altLang="zh-CN">
                <a:solidFill>
                  <a:schemeClr val="tx1"/>
                </a:solidFill>
                <a:sym typeface="+mn-ea"/>
              </a:rPr>
              <a:t>P</a:t>
            </a:r>
            <a:endParaRPr lang="en-US" altLang="zh-CN">
              <a:solidFill>
                <a:schemeClr val="tx1"/>
              </a:solidFill>
              <a:sym typeface="+mn-ea"/>
            </a:endParaRPr>
          </a:p>
        </p:txBody>
      </p:sp>
      <p:sp>
        <p:nvSpPr>
          <p:cNvPr id="30" name="文本框 29"/>
          <p:cNvSpPr txBox="1"/>
          <p:nvPr/>
        </p:nvSpPr>
        <p:spPr>
          <a:xfrm>
            <a:off x="2747645" y="5588635"/>
            <a:ext cx="6217285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D</a:t>
            </a:r>
            <a:r>
              <a:rPr lang="zh-CN" altLang="en-US"/>
              <a:t>为需要删除的节点，</a:t>
            </a:r>
            <a:r>
              <a:rPr lang="en-US" altLang="zh-CN"/>
              <a:t>S</a:t>
            </a:r>
            <a:r>
              <a:rPr lang="zh-CN" altLang="en-US"/>
              <a:t>删除节点所在子树的兄弟节点，</a:t>
            </a:r>
            <a:r>
              <a:rPr lang="en-US" altLang="zh-CN"/>
              <a:t>S</a:t>
            </a:r>
            <a:r>
              <a:rPr lang="en-US" altLang="zh-CN" baseline="-25000"/>
              <a:t>R</a:t>
            </a:r>
            <a:r>
              <a:rPr lang="zh-CN" altLang="en-US"/>
              <a:t>，</a:t>
            </a:r>
            <a:r>
              <a:rPr lang="en-US" altLang="zh-CN"/>
              <a:t>S</a:t>
            </a:r>
            <a:r>
              <a:rPr lang="en-US" altLang="zh-CN" baseline="-25000"/>
              <a:t>L</a:t>
            </a:r>
            <a:r>
              <a:rPr lang="zh-CN" altLang="en-US">
                <a:sym typeface="+mn-ea"/>
              </a:rPr>
              <a:t>分别为</a:t>
            </a:r>
            <a:r>
              <a:rPr lang="en-US" altLang="zh-CN">
                <a:sym typeface="+mn-ea"/>
              </a:rPr>
              <a:t>S</a:t>
            </a:r>
            <a:r>
              <a:rPr lang="zh-CN" altLang="en-US">
                <a:sym typeface="+mn-ea"/>
              </a:rPr>
              <a:t>的左右孩子。</a:t>
            </a:r>
            <a:r>
              <a:rPr lang="en-US" altLang="zh-CN"/>
              <a:t>P</a:t>
            </a:r>
            <a:r>
              <a:rPr lang="zh-CN" altLang="en-US"/>
              <a:t>为</a:t>
            </a:r>
            <a:r>
              <a:rPr lang="en-US" altLang="zh-CN"/>
              <a:t>D</a:t>
            </a:r>
            <a:r>
              <a:rPr lang="zh-CN" altLang="en-US"/>
              <a:t>的父节点，</a:t>
            </a:r>
            <a:r>
              <a:rPr lang="en-US" altLang="zh-CN"/>
              <a:t>GP</a:t>
            </a:r>
            <a:r>
              <a:rPr lang="zh-CN" altLang="en-US"/>
              <a:t>为其祖父节点，</a:t>
            </a:r>
            <a:r>
              <a:rPr lang="en-US" altLang="zh-CN"/>
              <a:t>U</a:t>
            </a:r>
            <a:r>
              <a:rPr lang="zh-CN" altLang="en-US"/>
              <a:t>为</a:t>
            </a:r>
            <a:r>
              <a:rPr lang="en-US" altLang="zh-CN"/>
              <a:t>uncle</a:t>
            </a:r>
            <a:r>
              <a:rPr lang="zh-CN" altLang="en-US"/>
              <a:t>节点。</a:t>
            </a:r>
            <a:endParaRPr lang="zh-CN" altLang="en-US"/>
          </a:p>
        </p:txBody>
      </p:sp>
      <p:sp>
        <p:nvSpPr>
          <p:cNvPr id="2" name="椭圆 1"/>
          <p:cNvSpPr/>
          <p:nvPr/>
        </p:nvSpPr>
        <p:spPr>
          <a:xfrm>
            <a:off x="4742180" y="3634740"/>
            <a:ext cx="441325" cy="470535"/>
          </a:xfrm>
          <a:prstGeom prst="ellipse">
            <a:avLst/>
          </a:prstGeom>
          <a:solidFill>
            <a:schemeClr val="bg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r>
              <a:rPr lang="en-US" altLang="zh-CN">
                <a:solidFill>
                  <a:schemeClr val="tx1"/>
                </a:solidFill>
                <a:sym typeface="+mn-ea"/>
              </a:rPr>
              <a:t>S</a:t>
            </a:r>
            <a:endParaRPr lang="en-US" altLang="zh-CN">
              <a:solidFill>
                <a:schemeClr val="tx1"/>
              </a:solidFill>
              <a:sym typeface="+mn-ea"/>
            </a:endParaRPr>
          </a:p>
        </p:txBody>
      </p:sp>
      <p:cxnSp>
        <p:nvCxnSpPr>
          <p:cNvPr id="11" name="直接箭头连接符 10"/>
          <p:cNvCxnSpPr>
            <a:stCxn id="5" idx="5"/>
            <a:endCxn id="2" idx="1"/>
          </p:cNvCxnSpPr>
          <p:nvPr/>
        </p:nvCxnSpPr>
        <p:spPr>
          <a:xfrm>
            <a:off x="4584065" y="3422015"/>
            <a:ext cx="222885" cy="28194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椭圆 18"/>
          <p:cNvSpPr/>
          <p:nvPr/>
        </p:nvSpPr>
        <p:spPr>
          <a:xfrm>
            <a:off x="5118735" y="4399915"/>
            <a:ext cx="441325" cy="470535"/>
          </a:xfrm>
          <a:prstGeom prst="ellipse">
            <a:avLst/>
          </a:prstGeom>
          <a:solidFill>
            <a:schemeClr val="bg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lIns="0" tIns="0" rIns="0" bIns="0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r>
              <a:rPr lang="en-US" altLang="zh-CN">
                <a:solidFill>
                  <a:schemeClr val="tx1"/>
                </a:solidFill>
                <a:sym typeface="+mn-ea"/>
              </a:rPr>
              <a:t>S</a:t>
            </a:r>
            <a:r>
              <a:rPr lang="en-US" altLang="zh-CN" baseline="-25000">
                <a:solidFill>
                  <a:schemeClr val="tx1"/>
                </a:solidFill>
                <a:sym typeface="+mn-ea"/>
              </a:rPr>
              <a:t>R</a:t>
            </a:r>
            <a:endParaRPr lang="en-US" altLang="zh-CN" baseline="-25000">
              <a:solidFill>
                <a:schemeClr val="tx1"/>
              </a:solidFill>
              <a:sym typeface="+mn-ea"/>
            </a:endParaRPr>
          </a:p>
        </p:txBody>
      </p:sp>
      <p:cxnSp>
        <p:nvCxnSpPr>
          <p:cNvPr id="20" name="直接箭头连接符 19"/>
          <p:cNvCxnSpPr>
            <a:stCxn id="2" idx="5"/>
            <a:endCxn id="19" idx="0"/>
          </p:cNvCxnSpPr>
          <p:nvPr/>
        </p:nvCxnSpPr>
        <p:spPr>
          <a:xfrm>
            <a:off x="5118735" y="4036060"/>
            <a:ext cx="220980" cy="363855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椭圆 20"/>
          <p:cNvSpPr/>
          <p:nvPr/>
        </p:nvSpPr>
        <p:spPr>
          <a:xfrm>
            <a:off x="4365625" y="4399915"/>
            <a:ext cx="441325" cy="470535"/>
          </a:xfrm>
          <a:prstGeom prst="ellipse">
            <a:avLst/>
          </a:prstGeom>
          <a:solidFill>
            <a:schemeClr val="bg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lIns="0" tIns="0" rIns="0" bIns="0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r>
              <a:rPr lang="en-US" altLang="zh-CN">
                <a:solidFill>
                  <a:schemeClr val="tx1"/>
                </a:solidFill>
                <a:sym typeface="+mn-ea"/>
              </a:rPr>
              <a:t>S</a:t>
            </a:r>
            <a:r>
              <a:rPr lang="en-US" altLang="zh-CN" baseline="-25000">
                <a:solidFill>
                  <a:schemeClr val="tx1"/>
                </a:solidFill>
                <a:sym typeface="+mn-ea"/>
              </a:rPr>
              <a:t>L</a:t>
            </a:r>
            <a:endParaRPr lang="en-US" altLang="zh-CN" baseline="-25000">
              <a:solidFill>
                <a:schemeClr val="tx1"/>
              </a:solidFill>
              <a:sym typeface="+mn-ea"/>
            </a:endParaRPr>
          </a:p>
        </p:txBody>
      </p:sp>
      <p:cxnSp>
        <p:nvCxnSpPr>
          <p:cNvPr id="22" name="直接箭头连接符 21"/>
          <p:cNvCxnSpPr>
            <a:stCxn id="2" idx="3"/>
            <a:endCxn id="21" idx="0"/>
          </p:cNvCxnSpPr>
          <p:nvPr/>
        </p:nvCxnSpPr>
        <p:spPr>
          <a:xfrm flipH="1">
            <a:off x="4586605" y="4036060"/>
            <a:ext cx="220345" cy="363855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custDataLst>
      <p:tags r:id="rId1"/>
    </p:custData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21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红－黑树的删除</a:t>
            </a:r>
            <a:endParaRPr lang="zh-CN" altLang="en-US" smtClean="0"/>
          </a:p>
        </p:txBody>
      </p:sp>
      <p:sp>
        <p:nvSpPr>
          <p:cNvPr id="94211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smtClean="0"/>
              <a:t>首先还是类似二叉搜索树的方法</a:t>
            </a:r>
            <a:r>
              <a:rPr lang="en-US" altLang="zh-CN" smtClean="0"/>
              <a:t>——</a:t>
            </a:r>
            <a:br>
              <a:rPr lang="en-US" altLang="zh-CN" smtClean="0"/>
            </a:br>
            <a:r>
              <a:rPr lang="zh-CN" altLang="en-US" smtClean="0"/>
              <a:t>转化为叶节点删除</a:t>
            </a:r>
            <a:r>
              <a:rPr lang="en-US" altLang="zh-CN" smtClean="0"/>
              <a:t>——</a:t>
            </a:r>
            <a:br>
              <a:rPr lang="en-US" altLang="zh-CN" smtClean="0"/>
            </a:br>
            <a:r>
              <a:rPr lang="zh-CN" altLang="en-US" smtClean="0"/>
              <a:t>不是叶节点的，与中序遍历的后继节点交换</a:t>
            </a:r>
            <a:endParaRPr lang="zh-CN" altLang="en-US" smtClean="0"/>
          </a:p>
          <a:p>
            <a:r>
              <a:rPr lang="zh-CN" altLang="en-US" smtClean="0"/>
              <a:t>可对应</a:t>
            </a:r>
            <a:r>
              <a:rPr lang="en-US" altLang="zh-CN" smtClean="0"/>
              <a:t>2-3-4</a:t>
            </a:r>
            <a:r>
              <a:rPr lang="zh-CN" altLang="en-US" smtClean="0"/>
              <a:t>树自底向上删除算法设计红－黑树自底向上的删除算法</a:t>
            </a:r>
            <a:endParaRPr lang="zh-CN" altLang="en-US" smtClean="0"/>
          </a:p>
          <a:p>
            <a:r>
              <a:rPr lang="zh-CN" altLang="en-US" smtClean="0"/>
              <a:t>若删除红节点，结束</a:t>
            </a:r>
            <a:r>
              <a:rPr lang="en-US" altLang="zh-CN" smtClean="0"/>
              <a:t>——3</a:t>
            </a:r>
            <a:r>
              <a:rPr lang="zh-CN" altLang="en-US" smtClean="0"/>
              <a:t>节点或</a:t>
            </a:r>
            <a:r>
              <a:rPr lang="en-US" altLang="zh-CN" smtClean="0"/>
              <a:t>4</a:t>
            </a:r>
            <a:r>
              <a:rPr lang="zh-CN" altLang="en-US" smtClean="0"/>
              <a:t>节点的删除</a:t>
            </a:r>
            <a:endParaRPr lang="zh-CN" altLang="en-US" smtClean="0"/>
          </a:p>
          <a:p>
            <a:r>
              <a:rPr lang="zh-CN" altLang="en-US" smtClean="0"/>
              <a:t>若删除黑节点，调整，可能回溯</a:t>
            </a:r>
            <a:r>
              <a:rPr lang="en-US" altLang="zh-CN" smtClean="0"/>
              <a:t>——2</a:t>
            </a:r>
            <a:r>
              <a:rPr lang="zh-CN" altLang="en-US" smtClean="0"/>
              <a:t>节点的删除</a:t>
            </a:r>
            <a:endParaRPr lang="zh-CN" altLang="en-US" smtClean="0"/>
          </a:p>
        </p:txBody>
      </p:sp>
      <p:sp>
        <p:nvSpPr>
          <p:cNvPr id="94212" name="灯片编号占位符 3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28F2213B-4D88-46E6-862E-F3A1B21D4ACB}" type="slidenum">
              <a:rPr lang="en-US" altLang="en-US">
                <a:solidFill>
                  <a:srgbClr val="4B4B4B"/>
                </a:solidFill>
              </a:rPr>
            </a:fld>
            <a:endParaRPr lang="en-US" altLang="en-US">
              <a:solidFill>
                <a:srgbClr val="4B4B4B"/>
              </a:solidFill>
            </a:endParaRPr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5" name="标题 14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p>
            <a:r>
              <a:t>删除</a:t>
            </a:r>
            <a:r>
              <a:t>情况</a:t>
            </a:r>
            <a:r>
              <a:rPr lang="en-US" altLang="zh-CN"/>
              <a:t>1-</a:t>
            </a:r>
            <a:r>
              <a:rPr>
                <a:sym typeface="+mn-ea"/>
              </a:rPr>
              <a:t>兄弟节点为黑色，兄弟儿子节点全为黑色</a:t>
            </a:r>
            <a:endParaRPr>
              <a:sym typeface="+mn-ea"/>
            </a:endParaRPr>
          </a:p>
        </p:txBody>
      </p:sp>
      <p:sp>
        <p:nvSpPr>
          <p:cNvPr id="4" name="椭圆 3"/>
          <p:cNvSpPr/>
          <p:nvPr/>
        </p:nvSpPr>
        <p:spPr>
          <a:xfrm>
            <a:off x="2046605" y="2279015"/>
            <a:ext cx="441325" cy="470535"/>
          </a:xfrm>
          <a:prstGeom prst="ellipse">
            <a:avLst/>
          </a:prstGeom>
          <a:solidFill>
            <a:schemeClr val="bg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lIns="0" tIns="0" rIns="0" bIns="0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r>
              <a:rPr lang="en-US" altLang="zh-CN" sz="1600">
                <a:solidFill>
                  <a:schemeClr val="tx1"/>
                </a:solidFill>
                <a:sym typeface="+mn-ea"/>
              </a:rPr>
              <a:t>GP</a:t>
            </a:r>
            <a:endParaRPr lang="en-US" altLang="zh-CN" sz="1600">
              <a:solidFill>
                <a:schemeClr val="tx1"/>
              </a:solidFill>
              <a:sym typeface="+mn-ea"/>
            </a:endParaRPr>
          </a:p>
        </p:txBody>
      </p:sp>
      <p:sp>
        <p:nvSpPr>
          <p:cNvPr id="6" name="椭圆 5"/>
          <p:cNvSpPr/>
          <p:nvPr/>
        </p:nvSpPr>
        <p:spPr>
          <a:xfrm>
            <a:off x="2550795" y="2906395"/>
            <a:ext cx="441325" cy="470535"/>
          </a:xfrm>
          <a:prstGeom prst="ellipse">
            <a:avLst/>
          </a:prstGeom>
          <a:solidFill>
            <a:schemeClr val="bg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r>
              <a:rPr lang="en-US" altLang="zh-CN">
                <a:solidFill>
                  <a:schemeClr val="tx1"/>
                </a:solidFill>
                <a:sym typeface="+mn-ea"/>
              </a:rPr>
              <a:t>U</a:t>
            </a:r>
            <a:endParaRPr lang="en-US" altLang="zh-CN">
              <a:solidFill>
                <a:schemeClr val="tx1"/>
              </a:solidFill>
              <a:sym typeface="+mn-ea"/>
            </a:endParaRPr>
          </a:p>
        </p:txBody>
      </p:sp>
      <p:cxnSp>
        <p:nvCxnSpPr>
          <p:cNvPr id="7" name="直接箭头连接符 6"/>
          <p:cNvCxnSpPr>
            <a:stCxn id="4" idx="3"/>
            <a:endCxn id="5" idx="7"/>
          </p:cNvCxnSpPr>
          <p:nvPr/>
        </p:nvCxnSpPr>
        <p:spPr>
          <a:xfrm flipH="1">
            <a:off x="1888490" y="2680335"/>
            <a:ext cx="222885" cy="295275"/>
          </a:xfrm>
          <a:prstGeom prst="straightConnector1">
            <a:avLst/>
          </a:prstGeom>
          <a:ln>
            <a:headEnd type="none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直接箭头连接符 7"/>
          <p:cNvCxnSpPr>
            <a:stCxn id="4" idx="5"/>
            <a:endCxn id="6" idx="1"/>
          </p:cNvCxnSpPr>
          <p:nvPr/>
        </p:nvCxnSpPr>
        <p:spPr>
          <a:xfrm>
            <a:off x="2423160" y="2680335"/>
            <a:ext cx="192405" cy="295275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椭圆 8"/>
          <p:cNvSpPr/>
          <p:nvPr/>
        </p:nvSpPr>
        <p:spPr>
          <a:xfrm>
            <a:off x="991870" y="3520440"/>
            <a:ext cx="441325" cy="470535"/>
          </a:xfrm>
          <a:prstGeom prst="ellipse">
            <a:avLst/>
          </a:prstGeom>
          <a:solidFill>
            <a:schemeClr val="bg2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>
                <a:solidFill>
                  <a:schemeClr val="bg1"/>
                </a:solidFill>
              </a:rPr>
              <a:t>D</a:t>
            </a:r>
            <a:endParaRPr lang="en-US" altLang="zh-CN">
              <a:solidFill>
                <a:schemeClr val="bg1"/>
              </a:solidFill>
            </a:endParaRPr>
          </a:p>
        </p:txBody>
      </p:sp>
      <p:cxnSp>
        <p:nvCxnSpPr>
          <p:cNvPr id="10" name="直接箭头连接符 9"/>
          <p:cNvCxnSpPr>
            <a:stCxn id="5" idx="3"/>
            <a:endCxn id="9" idx="7"/>
          </p:cNvCxnSpPr>
          <p:nvPr/>
        </p:nvCxnSpPr>
        <p:spPr>
          <a:xfrm flipH="1">
            <a:off x="1368425" y="3307715"/>
            <a:ext cx="208280" cy="281940"/>
          </a:xfrm>
          <a:prstGeom prst="straightConnector1">
            <a:avLst/>
          </a:prstGeom>
          <a:ln>
            <a:headEnd type="none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椭圆 4"/>
          <p:cNvSpPr/>
          <p:nvPr/>
        </p:nvSpPr>
        <p:spPr>
          <a:xfrm>
            <a:off x="1511935" y="2906395"/>
            <a:ext cx="441325" cy="470535"/>
          </a:xfrm>
          <a:prstGeom prst="ellipse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r>
              <a:rPr lang="en-US" altLang="zh-CN">
                <a:solidFill>
                  <a:schemeClr val="bg1"/>
                </a:solidFill>
                <a:sym typeface="+mn-ea"/>
              </a:rPr>
              <a:t>P</a:t>
            </a:r>
            <a:endParaRPr lang="en-US" altLang="zh-CN">
              <a:solidFill>
                <a:schemeClr val="bg1"/>
              </a:solidFill>
              <a:sym typeface="+mn-ea"/>
            </a:endParaRPr>
          </a:p>
        </p:txBody>
      </p:sp>
      <p:sp>
        <p:nvSpPr>
          <p:cNvPr id="30" name="文本框 29"/>
          <p:cNvSpPr txBox="1"/>
          <p:nvPr/>
        </p:nvSpPr>
        <p:spPr>
          <a:xfrm>
            <a:off x="799465" y="1373505"/>
            <a:ext cx="526859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D</a:t>
            </a:r>
            <a:r>
              <a:rPr lang="zh-CN" altLang="en-US"/>
              <a:t>节点删除，导致</a:t>
            </a:r>
            <a:r>
              <a:rPr lang="en-US" altLang="zh-CN"/>
              <a:t>D</a:t>
            </a:r>
            <a:r>
              <a:rPr lang="zh-CN" altLang="en-US"/>
              <a:t>树黑边长度变少，需要调整。</a:t>
            </a:r>
            <a:endParaRPr lang="zh-CN" altLang="en-US"/>
          </a:p>
          <a:p>
            <a:r>
              <a:rPr lang="en-US" altLang="zh-CN"/>
              <a:t>1.P</a:t>
            </a:r>
            <a:r>
              <a:rPr lang="zh-CN" altLang="en-US"/>
              <a:t>节点为红色</a:t>
            </a:r>
            <a:r>
              <a:rPr lang="en-US" altLang="zh-CN"/>
              <a:t>-&gt;P</a:t>
            </a:r>
            <a:r>
              <a:rPr lang="zh-CN" altLang="en-US"/>
              <a:t>转黑，</a:t>
            </a:r>
            <a:r>
              <a:rPr lang="en-US" altLang="zh-CN"/>
              <a:t>S</a:t>
            </a:r>
            <a:r>
              <a:rPr lang="zh-CN" altLang="en-US"/>
              <a:t>转红，</a:t>
            </a:r>
            <a:r>
              <a:rPr lang="en-US" altLang="zh-CN"/>
              <a:t>P</a:t>
            </a:r>
            <a:r>
              <a:rPr lang="zh-CN" altLang="en-US"/>
              <a:t>子树阶不变</a:t>
            </a:r>
            <a:endParaRPr lang="zh-CN" altLang="en-US"/>
          </a:p>
        </p:txBody>
      </p:sp>
      <p:sp>
        <p:nvSpPr>
          <p:cNvPr id="2" name="椭圆 1"/>
          <p:cNvSpPr/>
          <p:nvPr/>
        </p:nvSpPr>
        <p:spPr>
          <a:xfrm>
            <a:off x="2046605" y="3520440"/>
            <a:ext cx="441325" cy="470535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r>
              <a:rPr lang="en-US" altLang="zh-CN">
                <a:solidFill>
                  <a:schemeClr val="bg1"/>
                </a:solidFill>
                <a:sym typeface="+mn-ea"/>
              </a:rPr>
              <a:t>S</a:t>
            </a:r>
            <a:endParaRPr lang="en-US" altLang="zh-CN">
              <a:solidFill>
                <a:schemeClr val="bg1"/>
              </a:solidFill>
              <a:sym typeface="+mn-ea"/>
            </a:endParaRPr>
          </a:p>
        </p:txBody>
      </p:sp>
      <p:cxnSp>
        <p:nvCxnSpPr>
          <p:cNvPr id="11" name="直接箭头连接符 10"/>
          <p:cNvCxnSpPr>
            <a:stCxn id="5" idx="5"/>
            <a:endCxn id="2" idx="1"/>
          </p:cNvCxnSpPr>
          <p:nvPr/>
        </p:nvCxnSpPr>
        <p:spPr>
          <a:xfrm>
            <a:off x="1888490" y="3307715"/>
            <a:ext cx="222885" cy="28194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椭圆 18"/>
          <p:cNvSpPr/>
          <p:nvPr/>
        </p:nvSpPr>
        <p:spPr>
          <a:xfrm>
            <a:off x="2423160" y="4285615"/>
            <a:ext cx="441325" cy="470535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lIns="0" tIns="0" rIns="0" bIns="0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r>
              <a:rPr lang="en-US" altLang="zh-CN">
                <a:solidFill>
                  <a:schemeClr val="bg1"/>
                </a:solidFill>
                <a:sym typeface="+mn-ea"/>
              </a:rPr>
              <a:t>S</a:t>
            </a:r>
            <a:r>
              <a:rPr lang="en-US" altLang="zh-CN" baseline="-25000">
                <a:solidFill>
                  <a:schemeClr val="bg1"/>
                </a:solidFill>
                <a:sym typeface="+mn-ea"/>
              </a:rPr>
              <a:t>R</a:t>
            </a:r>
            <a:endParaRPr lang="en-US" altLang="zh-CN" baseline="-25000">
              <a:solidFill>
                <a:schemeClr val="bg1"/>
              </a:solidFill>
              <a:sym typeface="+mn-ea"/>
            </a:endParaRPr>
          </a:p>
        </p:txBody>
      </p:sp>
      <p:cxnSp>
        <p:nvCxnSpPr>
          <p:cNvPr id="20" name="直接箭头连接符 19"/>
          <p:cNvCxnSpPr>
            <a:endCxn id="19" idx="0"/>
          </p:cNvCxnSpPr>
          <p:nvPr/>
        </p:nvCxnSpPr>
        <p:spPr>
          <a:xfrm>
            <a:off x="2423160" y="3921760"/>
            <a:ext cx="220980" cy="363855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椭圆 20"/>
          <p:cNvSpPr/>
          <p:nvPr/>
        </p:nvSpPr>
        <p:spPr>
          <a:xfrm>
            <a:off x="1670050" y="4285615"/>
            <a:ext cx="441325" cy="470535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lIns="0" tIns="0" rIns="0" bIns="0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r>
              <a:rPr lang="en-US" altLang="zh-CN">
                <a:solidFill>
                  <a:schemeClr val="bg1"/>
                </a:solidFill>
                <a:sym typeface="+mn-ea"/>
              </a:rPr>
              <a:t>S</a:t>
            </a:r>
            <a:r>
              <a:rPr lang="en-US" altLang="zh-CN" baseline="-25000">
                <a:solidFill>
                  <a:schemeClr val="bg1"/>
                </a:solidFill>
                <a:sym typeface="+mn-ea"/>
              </a:rPr>
              <a:t>L</a:t>
            </a:r>
            <a:endParaRPr lang="en-US" altLang="zh-CN" baseline="-25000">
              <a:solidFill>
                <a:schemeClr val="bg1"/>
              </a:solidFill>
              <a:sym typeface="+mn-ea"/>
            </a:endParaRPr>
          </a:p>
        </p:txBody>
      </p:sp>
      <p:cxnSp>
        <p:nvCxnSpPr>
          <p:cNvPr id="22" name="直接箭头连接符 21"/>
          <p:cNvCxnSpPr>
            <a:endCxn id="21" idx="0"/>
          </p:cNvCxnSpPr>
          <p:nvPr/>
        </p:nvCxnSpPr>
        <p:spPr>
          <a:xfrm flipH="1">
            <a:off x="1891030" y="3921760"/>
            <a:ext cx="220345" cy="363855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文本框 2"/>
          <p:cNvSpPr txBox="1"/>
          <p:nvPr/>
        </p:nvSpPr>
        <p:spPr>
          <a:xfrm>
            <a:off x="6422390" y="1373505"/>
            <a:ext cx="542671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2.P</a:t>
            </a:r>
            <a:r>
              <a:rPr lang="zh-CN" altLang="en-US"/>
              <a:t>节点为黑色，染</a:t>
            </a:r>
            <a:r>
              <a:rPr lang="en-US" altLang="zh-CN"/>
              <a:t>S</a:t>
            </a:r>
            <a:r>
              <a:rPr lang="zh-CN" altLang="en-US"/>
              <a:t>节点，但是</a:t>
            </a:r>
            <a:r>
              <a:rPr lang="en-US" altLang="zh-CN"/>
              <a:t>P</a:t>
            </a:r>
            <a:r>
              <a:rPr lang="zh-CN" altLang="en-US"/>
              <a:t>树阶</a:t>
            </a:r>
            <a:r>
              <a:rPr lang="en-US" altLang="zh-CN"/>
              <a:t>-1</a:t>
            </a:r>
            <a:r>
              <a:rPr lang="zh-CN" altLang="en-US"/>
              <a:t>，继续向上回溯。</a:t>
            </a:r>
            <a:endParaRPr lang="zh-CN" altLang="en-US"/>
          </a:p>
        </p:txBody>
      </p:sp>
      <p:sp>
        <p:nvSpPr>
          <p:cNvPr id="12" name="椭圆 11"/>
          <p:cNvSpPr/>
          <p:nvPr/>
        </p:nvSpPr>
        <p:spPr>
          <a:xfrm>
            <a:off x="8812530" y="2122170"/>
            <a:ext cx="441325" cy="470535"/>
          </a:xfrm>
          <a:prstGeom prst="ellipse">
            <a:avLst/>
          </a:prstGeom>
          <a:solidFill>
            <a:schemeClr val="bg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lIns="0" tIns="0" rIns="0" bIns="0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r>
              <a:rPr lang="en-US" altLang="zh-CN" sz="1600">
                <a:solidFill>
                  <a:schemeClr val="tx1"/>
                </a:solidFill>
                <a:sym typeface="+mn-ea"/>
              </a:rPr>
              <a:t>GP</a:t>
            </a:r>
            <a:endParaRPr lang="en-US" altLang="zh-CN" sz="1600">
              <a:solidFill>
                <a:schemeClr val="tx1"/>
              </a:solidFill>
              <a:sym typeface="+mn-ea"/>
            </a:endParaRPr>
          </a:p>
        </p:txBody>
      </p:sp>
      <p:sp>
        <p:nvSpPr>
          <p:cNvPr id="13" name="椭圆 12"/>
          <p:cNvSpPr/>
          <p:nvPr/>
        </p:nvSpPr>
        <p:spPr>
          <a:xfrm>
            <a:off x="9316720" y="2749550"/>
            <a:ext cx="441325" cy="470535"/>
          </a:xfrm>
          <a:prstGeom prst="ellipse">
            <a:avLst/>
          </a:prstGeom>
          <a:solidFill>
            <a:schemeClr val="bg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r>
              <a:rPr lang="en-US" altLang="zh-CN">
                <a:solidFill>
                  <a:schemeClr val="tx1"/>
                </a:solidFill>
                <a:sym typeface="+mn-ea"/>
              </a:rPr>
              <a:t>U</a:t>
            </a:r>
            <a:endParaRPr lang="en-US" altLang="zh-CN">
              <a:solidFill>
                <a:schemeClr val="tx1"/>
              </a:solidFill>
              <a:sym typeface="+mn-ea"/>
            </a:endParaRPr>
          </a:p>
        </p:txBody>
      </p:sp>
      <p:cxnSp>
        <p:nvCxnSpPr>
          <p:cNvPr id="14" name="直接箭头连接符 13"/>
          <p:cNvCxnSpPr>
            <a:stCxn id="12" idx="3"/>
            <a:endCxn id="23" idx="7"/>
          </p:cNvCxnSpPr>
          <p:nvPr/>
        </p:nvCxnSpPr>
        <p:spPr>
          <a:xfrm flipH="1">
            <a:off x="8654415" y="2523490"/>
            <a:ext cx="222885" cy="295275"/>
          </a:xfrm>
          <a:prstGeom prst="straightConnector1">
            <a:avLst/>
          </a:prstGeom>
          <a:ln>
            <a:headEnd type="none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接箭头连接符 15"/>
          <p:cNvCxnSpPr>
            <a:stCxn id="12" idx="5"/>
            <a:endCxn id="13" idx="1"/>
          </p:cNvCxnSpPr>
          <p:nvPr/>
        </p:nvCxnSpPr>
        <p:spPr>
          <a:xfrm>
            <a:off x="9189085" y="2523490"/>
            <a:ext cx="192405" cy="295275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椭圆 16"/>
          <p:cNvSpPr/>
          <p:nvPr/>
        </p:nvSpPr>
        <p:spPr>
          <a:xfrm>
            <a:off x="7757795" y="3363595"/>
            <a:ext cx="441325" cy="470535"/>
          </a:xfrm>
          <a:prstGeom prst="ellipse">
            <a:avLst/>
          </a:prstGeom>
          <a:solidFill>
            <a:schemeClr val="bg2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>
                <a:solidFill>
                  <a:schemeClr val="bg1"/>
                </a:solidFill>
              </a:rPr>
              <a:t>D</a:t>
            </a:r>
            <a:endParaRPr lang="en-US" altLang="zh-CN">
              <a:solidFill>
                <a:schemeClr val="bg1"/>
              </a:solidFill>
            </a:endParaRPr>
          </a:p>
        </p:txBody>
      </p:sp>
      <p:cxnSp>
        <p:nvCxnSpPr>
          <p:cNvPr id="18" name="直接箭头连接符 17"/>
          <p:cNvCxnSpPr>
            <a:stCxn id="23" idx="3"/>
            <a:endCxn id="17" idx="7"/>
          </p:cNvCxnSpPr>
          <p:nvPr/>
        </p:nvCxnSpPr>
        <p:spPr>
          <a:xfrm flipH="1">
            <a:off x="8134350" y="3150870"/>
            <a:ext cx="208280" cy="281940"/>
          </a:xfrm>
          <a:prstGeom prst="straightConnector1">
            <a:avLst/>
          </a:prstGeom>
          <a:ln>
            <a:headEnd type="none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椭圆 22"/>
          <p:cNvSpPr/>
          <p:nvPr/>
        </p:nvSpPr>
        <p:spPr>
          <a:xfrm>
            <a:off x="8277860" y="2749550"/>
            <a:ext cx="441325" cy="470535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r>
              <a:rPr lang="en-US" altLang="zh-CN">
                <a:solidFill>
                  <a:schemeClr val="bg1"/>
                </a:solidFill>
                <a:sym typeface="+mn-ea"/>
              </a:rPr>
              <a:t>P</a:t>
            </a:r>
            <a:endParaRPr lang="en-US" altLang="zh-CN">
              <a:solidFill>
                <a:schemeClr val="bg1"/>
              </a:solidFill>
              <a:sym typeface="+mn-ea"/>
            </a:endParaRPr>
          </a:p>
        </p:txBody>
      </p:sp>
      <p:sp>
        <p:nvSpPr>
          <p:cNvPr id="24" name="椭圆 23"/>
          <p:cNvSpPr/>
          <p:nvPr/>
        </p:nvSpPr>
        <p:spPr>
          <a:xfrm>
            <a:off x="8812530" y="3363595"/>
            <a:ext cx="441325" cy="470535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r>
              <a:rPr lang="en-US" altLang="zh-CN">
                <a:solidFill>
                  <a:schemeClr val="bg1"/>
                </a:solidFill>
                <a:sym typeface="+mn-ea"/>
              </a:rPr>
              <a:t>S</a:t>
            </a:r>
            <a:endParaRPr lang="en-US" altLang="zh-CN">
              <a:solidFill>
                <a:schemeClr val="bg1"/>
              </a:solidFill>
              <a:sym typeface="+mn-ea"/>
            </a:endParaRPr>
          </a:p>
        </p:txBody>
      </p:sp>
      <p:cxnSp>
        <p:nvCxnSpPr>
          <p:cNvPr id="25" name="直接箭头连接符 24"/>
          <p:cNvCxnSpPr>
            <a:stCxn id="23" idx="5"/>
            <a:endCxn id="24" idx="1"/>
          </p:cNvCxnSpPr>
          <p:nvPr/>
        </p:nvCxnSpPr>
        <p:spPr>
          <a:xfrm>
            <a:off x="8654415" y="3150870"/>
            <a:ext cx="222885" cy="28194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椭圆 25"/>
          <p:cNvSpPr/>
          <p:nvPr/>
        </p:nvSpPr>
        <p:spPr>
          <a:xfrm>
            <a:off x="9189085" y="4128770"/>
            <a:ext cx="441325" cy="470535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lIns="0" tIns="0" rIns="0" bIns="0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r>
              <a:rPr lang="en-US" altLang="zh-CN">
                <a:solidFill>
                  <a:schemeClr val="bg1"/>
                </a:solidFill>
                <a:sym typeface="+mn-ea"/>
              </a:rPr>
              <a:t>S</a:t>
            </a:r>
            <a:r>
              <a:rPr lang="en-US" altLang="zh-CN" baseline="-25000">
                <a:solidFill>
                  <a:schemeClr val="bg1"/>
                </a:solidFill>
                <a:sym typeface="+mn-ea"/>
              </a:rPr>
              <a:t>R</a:t>
            </a:r>
            <a:endParaRPr lang="en-US" altLang="zh-CN" baseline="-25000">
              <a:solidFill>
                <a:schemeClr val="bg1"/>
              </a:solidFill>
              <a:sym typeface="+mn-ea"/>
            </a:endParaRPr>
          </a:p>
        </p:txBody>
      </p:sp>
      <p:cxnSp>
        <p:nvCxnSpPr>
          <p:cNvPr id="27" name="直接箭头连接符 26"/>
          <p:cNvCxnSpPr>
            <a:endCxn id="26" idx="0"/>
          </p:cNvCxnSpPr>
          <p:nvPr/>
        </p:nvCxnSpPr>
        <p:spPr>
          <a:xfrm>
            <a:off x="9189085" y="3764915"/>
            <a:ext cx="220980" cy="363855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椭圆 27"/>
          <p:cNvSpPr/>
          <p:nvPr/>
        </p:nvSpPr>
        <p:spPr>
          <a:xfrm>
            <a:off x="8435975" y="4128770"/>
            <a:ext cx="441325" cy="470535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lIns="0" tIns="0" rIns="0" bIns="0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r>
              <a:rPr lang="en-US" altLang="zh-CN">
                <a:solidFill>
                  <a:schemeClr val="bg1"/>
                </a:solidFill>
                <a:sym typeface="+mn-ea"/>
              </a:rPr>
              <a:t>S</a:t>
            </a:r>
            <a:r>
              <a:rPr lang="en-US" altLang="zh-CN" baseline="-25000">
                <a:solidFill>
                  <a:schemeClr val="bg1"/>
                </a:solidFill>
                <a:sym typeface="+mn-ea"/>
              </a:rPr>
              <a:t>L</a:t>
            </a:r>
            <a:endParaRPr lang="en-US" altLang="zh-CN" baseline="-25000">
              <a:solidFill>
                <a:schemeClr val="bg1"/>
              </a:solidFill>
              <a:sym typeface="+mn-ea"/>
            </a:endParaRPr>
          </a:p>
        </p:txBody>
      </p:sp>
      <p:cxnSp>
        <p:nvCxnSpPr>
          <p:cNvPr id="29" name="直接箭头连接符 28"/>
          <p:cNvCxnSpPr>
            <a:endCxn id="28" idx="0"/>
          </p:cNvCxnSpPr>
          <p:nvPr/>
        </p:nvCxnSpPr>
        <p:spPr>
          <a:xfrm flipH="1">
            <a:off x="8656955" y="3764915"/>
            <a:ext cx="220345" cy="363855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" dur="2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7" dur="2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8" dur="2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0" dur="2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43308"/>
                                      </p:to>
                                    </p:animClr>
                                    <p:set>
                                      <p:cBhvr>
                                        <p:cTn id="11" dur="2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2" dur="2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6" dur="2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43308"/>
                                      </p:to>
                                    </p:animClr>
                                    <p:set>
                                      <p:cBhvr>
                                        <p:cTn id="17" dur="2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8" dur="2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5" name="标题 14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p>
            <a:r>
              <a:t>删除情况</a:t>
            </a:r>
            <a:r>
              <a:rPr lang="en-US" altLang="zh-CN"/>
              <a:t>2</a:t>
            </a:r>
            <a:r>
              <a:rPr lang="en-US" altLang="zh-CN"/>
              <a:t>-</a:t>
            </a:r>
            <a:r>
              <a:rPr>
                <a:sym typeface="+mn-ea"/>
              </a:rPr>
              <a:t>兄弟节点为黑，兄弟孩子节点非全黑色</a:t>
            </a:r>
            <a:endParaRPr>
              <a:sym typeface="+mn-ea"/>
            </a:endParaRPr>
          </a:p>
        </p:txBody>
      </p:sp>
      <p:sp>
        <p:nvSpPr>
          <p:cNvPr id="4" name="椭圆 3"/>
          <p:cNvSpPr/>
          <p:nvPr/>
        </p:nvSpPr>
        <p:spPr>
          <a:xfrm>
            <a:off x="1339850" y="2196465"/>
            <a:ext cx="441325" cy="470535"/>
          </a:xfrm>
          <a:prstGeom prst="ellipse">
            <a:avLst/>
          </a:prstGeom>
          <a:solidFill>
            <a:schemeClr val="bg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lIns="0" tIns="0" rIns="0" bIns="0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r>
              <a:rPr lang="en-US" altLang="zh-CN" sz="1600">
                <a:solidFill>
                  <a:schemeClr val="tx1"/>
                </a:solidFill>
                <a:sym typeface="+mn-ea"/>
              </a:rPr>
              <a:t>GP</a:t>
            </a:r>
            <a:endParaRPr lang="en-US" altLang="zh-CN" sz="1600">
              <a:solidFill>
                <a:schemeClr val="tx1"/>
              </a:solidFill>
              <a:sym typeface="+mn-ea"/>
            </a:endParaRPr>
          </a:p>
        </p:txBody>
      </p:sp>
      <p:sp>
        <p:nvSpPr>
          <p:cNvPr id="6" name="椭圆 5"/>
          <p:cNvSpPr/>
          <p:nvPr/>
        </p:nvSpPr>
        <p:spPr>
          <a:xfrm>
            <a:off x="1844040" y="2823845"/>
            <a:ext cx="441325" cy="470535"/>
          </a:xfrm>
          <a:prstGeom prst="ellipse">
            <a:avLst/>
          </a:prstGeom>
          <a:solidFill>
            <a:schemeClr val="bg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r>
              <a:rPr lang="en-US" altLang="zh-CN">
                <a:solidFill>
                  <a:schemeClr val="tx1"/>
                </a:solidFill>
                <a:sym typeface="+mn-ea"/>
              </a:rPr>
              <a:t>U</a:t>
            </a:r>
            <a:endParaRPr lang="en-US" altLang="zh-CN">
              <a:solidFill>
                <a:schemeClr val="tx1"/>
              </a:solidFill>
              <a:sym typeface="+mn-ea"/>
            </a:endParaRPr>
          </a:p>
        </p:txBody>
      </p:sp>
      <p:cxnSp>
        <p:nvCxnSpPr>
          <p:cNvPr id="7" name="直接箭头连接符 6"/>
          <p:cNvCxnSpPr>
            <a:stCxn id="4" idx="3"/>
            <a:endCxn id="5" idx="7"/>
          </p:cNvCxnSpPr>
          <p:nvPr/>
        </p:nvCxnSpPr>
        <p:spPr>
          <a:xfrm flipH="1">
            <a:off x="1181735" y="2597785"/>
            <a:ext cx="222885" cy="295275"/>
          </a:xfrm>
          <a:prstGeom prst="straightConnector1">
            <a:avLst/>
          </a:prstGeom>
          <a:ln>
            <a:headEnd type="none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直接箭头连接符 7"/>
          <p:cNvCxnSpPr>
            <a:stCxn id="4" idx="5"/>
            <a:endCxn id="6" idx="1"/>
          </p:cNvCxnSpPr>
          <p:nvPr/>
        </p:nvCxnSpPr>
        <p:spPr>
          <a:xfrm>
            <a:off x="1716405" y="2597785"/>
            <a:ext cx="192405" cy="295275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椭圆 8"/>
          <p:cNvSpPr/>
          <p:nvPr/>
        </p:nvSpPr>
        <p:spPr>
          <a:xfrm>
            <a:off x="285115" y="3437890"/>
            <a:ext cx="441325" cy="470535"/>
          </a:xfrm>
          <a:prstGeom prst="ellipse">
            <a:avLst/>
          </a:prstGeom>
          <a:solidFill>
            <a:schemeClr val="bg2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>
                <a:solidFill>
                  <a:schemeClr val="bg1"/>
                </a:solidFill>
              </a:rPr>
              <a:t>D</a:t>
            </a:r>
            <a:endParaRPr lang="en-US" altLang="zh-CN">
              <a:solidFill>
                <a:schemeClr val="bg1"/>
              </a:solidFill>
            </a:endParaRPr>
          </a:p>
        </p:txBody>
      </p:sp>
      <p:cxnSp>
        <p:nvCxnSpPr>
          <p:cNvPr id="10" name="直接箭头连接符 9"/>
          <p:cNvCxnSpPr>
            <a:stCxn id="5" idx="3"/>
            <a:endCxn id="9" idx="7"/>
          </p:cNvCxnSpPr>
          <p:nvPr/>
        </p:nvCxnSpPr>
        <p:spPr>
          <a:xfrm flipH="1">
            <a:off x="661670" y="3225165"/>
            <a:ext cx="208280" cy="281940"/>
          </a:xfrm>
          <a:prstGeom prst="straightConnector1">
            <a:avLst/>
          </a:prstGeom>
          <a:ln>
            <a:headEnd type="none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椭圆 4"/>
          <p:cNvSpPr/>
          <p:nvPr/>
        </p:nvSpPr>
        <p:spPr>
          <a:xfrm>
            <a:off x="805180" y="2823845"/>
            <a:ext cx="441325" cy="470535"/>
          </a:xfrm>
          <a:prstGeom prst="ellipse">
            <a:avLst/>
          </a:prstGeom>
          <a:solidFill>
            <a:schemeClr val="bg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lIns="0" tIns="0" rIns="0" bIns="0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r>
              <a:rPr lang="en-US" altLang="zh-CN" sz="1600">
                <a:solidFill>
                  <a:schemeClr val="tx1"/>
                </a:solidFill>
                <a:sym typeface="+mn-ea"/>
              </a:rPr>
              <a:t>P</a:t>
            </a:r>
            <a:endParaRPr lang="en-US" altLang="zh-CN" sz="1600">
              <a:solidFill>
                <a:schemeClr val="tx1"/>
              </a:solidFill>
              <a:sym typeface="+mn-ea"/>
            </a:endParaRPr>
          </a:p>
        </p:txBody>
      </p:sp>
      <p:sp>
        <p:nvSpPr>
          <p:cNvPr id="30" name="文本框 29"/>
          <p:cNvSpPr txBox="1"/>
          <p:nvPr/>
        </p:nvSpPr>
        <p:spPr>
          <a:xfrm>
            <a:off x="569595" y="1313815"/>
            <a:ext cx="621728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>
                <a:sym typeface="+mn-ea"/>
              </a:rPr>
              <a:t>兄弟孩子中右儿子为红节点。相当于从兄弟节点借。</a:t>
            </a:r>
            <a:endParaRPr lang="zh-CN" altLang="en-US">
              <a:sym typeface="+mn-ea"/>
            </a:endParaRPr>
          </a:p>
        </p:txBody>
      </p:sp>
      <p:sp>
        <p:nvSpPr>
          <p:cNvPr id="2" name="椭圆 1"/>
          <p:cNvSpPr/>
          <p:nvPr/>
        </p:nvSpPr>
        <p:spPr>
          <a:xfrm>
            <a:off x="1339850" y="3437890"/>
            <a:ext cx="441325" cy="470535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r>
              <a:rPr lang="en-US" altLang="zh-CN">
                <a:solidFill>
                  <a:schemeClr val="bg1"/>
                </a:solidFill>
                <a:sym typeface="+mn-ea"/>
              </a:rPr>
              <a:t>S</a:t>
            </a:r>
            <a:endParaRPr lang="en-US" altLang="zh-CN">
              <a:solidFill>
                <a:schemeClr val="bg1"/>
              </a:solidFill>
              <a:sym typeface="+mn-ea"/>
            </a:endParaRPr>
          </a:p>
        </p:txBody>
      </p:sp>
      <p:cxnSp>
        <p:nvCxnSpPr>
          <p:cNvPr id="11" name="直接箭头连接符 10"/>
          <p:cNvCxnSpPr>
            <a:stCxn id="5" idx="5"/>
            <a:endCxn id="2" idx="1"/>
          </p:cNvCxnSpPr>
          <p:nvPr/>
        </p:nvCxnSpPr>
        <p:spPr>
          <a:xfrm>
            <a:off x="1181735" y="3225165"/>
            <a:ext cx="222885" cy="28194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椭圆 18"/>
          <p:cNvSpPr/>
          <p:nvPr/>
        </p:nvSpPr>
        <p:spPr>
          <a:xfrm>
            <a:off x="1716405" y="4203065"/>
            <a:ext cx="441325" cy="470535"/>
          </a:xfrm>
          <a:prstGeom prst="ellipse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lIns="0" tIns="0" rIns="0" bIns="0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r>
              <a:rPr lang="en-US" altLang="zh-CN">
                <a:solidFill>
                  <a:schemeClr val="bg1"/>
                </a:solidFill>
                <a:sym typeface="+mn-ea"/>
              </a:rPr>
              <a:t>S</a:t>
            </a:r>
            <a:r>
              <a:rPr lang="en-US" altLang="zh-CN" baseline="-25000">
                <a:solidFill>
                  <a:schemeClr val="bg1"/>
                </a:solidFill>
                <a:sym typeface="+mn-ea"/>
              </a:rPr>
              <a:t>R</a:t>
            </a:r>
            <a:endParaRPr lang="en-US" altLang="zh-CN" baseline="-25000">
              <a:solidFill>
                <a:schemeClr val="bg1"/>
              </a:solidFill>
              <a:sym typeface="+mn-ea"/>
            </a:endParaRPr>
          </a:p>
        </p:txBody>
      </p:sp>
      <p:cxnSp>
        <p:nvCxnSpPr>
          <p:cNvPr id="20" name="直接箭头连接符 19"/>
          <p:cNvCxnSpPr>
            <a:endCxn id="19" idx="0"/>
          </p:cNvCxnSpPr>
          <p:nvPr/>
        </p:nvCxnSpPr>
        <p:spPr>
          <a:xfrm>
            <a:off x="1716405" y="3839210"/>
            <a:ext cx="220980" cy="363855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椭圆 20"/>
          <p:cNvSpPr/>
          <p:nvPr/>
        </p:nvSpPr>
        <p:spPr>
          <a:xfrm>
            <a:off x="963295" y="4203065"/>
            <a:ext cx="441325" cy="470535"/>
          </a:xfrm>
          <a:prstGeom prst="ellipse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tx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lIns="0" tIns="0" rIns="0" bIns="0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r>
              <a:rPr lang="en-US" altLang="zh-CN">
                <a:solidFill>
                  <a:schemeClr val="tx1"/>
                </a:solidFill>
                <a:sym typeface="+mn-ea"/>
              </a:rPr>
              <a:t>S</a:t>
            </a:r>
            <a:r>
              <a:rPr lang="en-US" altLang="zh-CN" baseline="-25000">
                <a:solidFill>
                  <a:schemeClr val="tx1"/>
                </a:solidFill>
                <a:sym typeface="+mn-ea"/>
              </a:rPr>
              <a:t>L</a:t>
            </a:r>
            <a:endParaRPr lang="en-US" altLang="zh-CN" baseline="-25000">
              <a:solidFill>
                <a:schemeClr val="tx1"/>
              </a:solidFill>
              <a:sym typeface="+mn-ea"/>
            </a:endParaRPr>
          </a:p>
        </p:txBody>
      </p:sp>
      <p:cxnSp>
        <p:nvCxnSpPr>
          <p:cNvPr id="22" name="直接箭头连接符 21"/>
          <p:cNvCxnSpPr>
            <a:endCxn id="21" idx="0"/>
          </p:cNvCxnSpPr>
          <p:nvPr/>
        </p:nvCxnSpPr>
        <p:spPr>
          <a:xfrm flipH="1">
            <a:off x="1184275" y="3839210"/>
            <a:ext cx="220345" cy="363855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文本框 2"/>
          <p:cNvSpPr txBox="1"/>
          <p:nvPr/>
        </p:nvSpPr>
        <p:spPr>
          <a:xfrm>
            <a:off x="6422390" y="1373505"/>
            <a:ext cx="542671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左儿子红色节点。则通过旋转变色</a:t>
            </a:r>
            <a:r>
              <a:rPr lang="zh-CN" altLang="en-US"/>
              <a:t>变为前面情况</a:t>
            </a:r>
            <a:endParaRPr lang="zh-CN" altLang="en-US"/>
          </a:p>
        </p:txBody>
      </p:sp>
      <p:sp>
        <p:nvSpPr>
          <p:cNvPr id="12" name="椭圆 11"/>
          <p:cNvSpPr/>
          <p:nvPr/>
        </p:nvSpPr>
        <p:spPr>
          <a:xfrm>
            <a:off x="6293485" y="2196465"/>
            <a:ext cx="441325" cy="470535"/>
          </a:xfrm>
          <a:prstGeom prst="ellipse">
            <a:avLst/>
          </a:prstGeom>
          <a:solidFill>
            <a:schemeClr val="bg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lIns="0" tIns="0" rIns="0" bIns="0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r>
              <a:rPr lang="en-US" altLang="zh-CN" sz="1600">
                <a:solidFill>
                  <a:schemeClr val="tx1"/>
                </a:solidFill>
                <a:sym typeface="+mn-ea"/>
              </a:rPr>
              <a:t>GP</a:t>
            </a:r>
            <a:endParaRPr lang="en-US" altLang="zh-CN" sz="1600">
              <a:solidFill>
                <a:schemeClr val="tx1"/>
              </a:solidFill>
              <a:sym typeface="+mn-ea"/>
            </a:endParaRPr>
          </a:p>
        </p:txBody>
      </p:sp>
      <p:sp>
        <p:nvSpPr>
          <p:cNvPr id="13" name="椭圆 12"/>
          <p:cNvSpPr/>
          <p:nvPr/>
        </p:nvSpPr>
        <p:spPr>
          <a:xfrm>
            <a:off x="6797675" y="2823845"/>
            <a:ext cx="441325" cy="470535"/>
          </a:xfrm>
          <a:prstGeom prst="ellipse">
            <a:avLst/>
          </a:prstGeom>
          <a:solidFill>
            <a:schemeClr val="bg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r>
              <a:rPr lang="en-US" altLang="zh-CN">
                <a:solidFill>
                  <a:schemeClr val="tx1"/>
                </a:solidFill>
                <a:sym typeface="+mn-ea"/>
              </a:rPr>
              <a:t>U</a:t>
            </a:r>
            <a:endParaRPr lang="en-US" altLang="zh-CN">
              <a:solidFill>
                <a:schemeClr val="tx1"/>
              </a:solidFill>
              <a:sym typeface="+mn-ea"/>
            </a:endParaRPr>
          </a:p>
        </p:txBody>
      </p:sp>
      <p:cxnSp>
        <p:nvCxnSpPr>
          <p:cNvPr id="14" name="直接箭头连接符 13"/>
          <p:cNvCxnSpPr>
            <a:stCxn id="12" idx="3"/>
            <a:endCxn id="23" idx="7"/>
          </p:cNvCxnSpPr>
          <p:nvPr/>
        </p:nvCxnSpPr>
        <p:spPr>
          <a:xfrm flipH="1">
            <a:off x="6135370" y="2597785"/>
            <a:ext cx="222885" cy="295275"/>
          </a:xfrm>
          <a:prstGeom prst="straightConnector1">
            <a:avLst/>
          </a:prstGeom>
          <a:ln>
            <a:headEnd type="none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接箭头连接符 15"/>
          <p:cNvCxnSpPr>
            <a:stCxn id="12" idx="5"/>
            <a:endCxn id="13" idx="1"/>
          </p:cNvCxnSpPr>
          <p:nvPr/>
        </p:nvCxnSpPr>
        <p:spPr>
          <a:xfrm>
            <a:off x="6657975" y="2597785"/>
            <a:ext cx="192405" cy="295275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椭圆 16"/>
          <p:cNvSpPr/>
          <p:nvPr/>
        </p:nvSpPr>
        <p:spPr>
          <a:xfrm>
            <a:off x="5238750" y="3437890"/>
            <a:ext cx="441325" cy="470535"/>
          </a:xfrm>
          <a:prstGeom prst="ellipse">
            <a:avLst/>
          </a:prstGeom>
          <a:solidFill>
            <a:schemeClr val="bg2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>
                <a:solidFill>
                  <a:schemeClr val="bg1"/>
                </a:solidFill>
              </a:rPr>
              <a:t>D</a:t>
            </a:r>
            <a:endParaRPr lang="en-US" altLang="zh-CN">
              <a:solidFill>
                <a:schemeClr val="bg1"/>
              </a:solidFill>
            </a:endParaRPr>
          </a:p>
        </p:txBody>
      </p:sp>
      <p:cxnSp>
        <p:nvCxnSpPr>
          <p:cNvPr id="18" name="直接箭头连接符 17"/>
          <p:cNvCxnSpPr>
            <a:stCxn id="23" idx="3"/>
            <a:endCxn id="17" idx="7"/>
          </p:cNvCxnSpPr>
          <p:nvPr/>
        </p:nvCxnSpPr>
        <p:spPr>
          <a:xfrm flipH="1">
            <a:off x="5615305" y="3225165"/>
            <a:ext cx="208280" cy="281940"/>
          </a:xfrm>
          <a:prstGeom prst="straightConnector1">
            <a:avLst/>
          </a:prstGeom>
          <a:ln>
            <a:headEnd type="none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椭圆 22"/>
          <p:cNvSpPr/>
          <p:nvPr/>
        </p:nvSpPr>
        <p:spPr>
          <a:xfrm>
            <a:off x="5758815" y="2823845"/>
            <a:ext cx="441325" cy="470535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r>
              <a:rPr lang="en-US" altLang="zh-CN">
                <a:solidFill>
                  <a:schemeClr val="bg1"/>
                </a:solidFill>
                <a:sym typeface="+mn-ea"/>
              </a:rPr>
              <a:t>P</a:t>
            </a:r>
            <a:endParaRPr lang="en-US" altLang="zh-CN">
              <a:solidFill>
                <a:schemeClr val="bg1"/>
              </a:solidFill>
              <a:sym typeface="+mn-ea"/>
            </a:endParaRPr>
          </a:p>
        </p:txBody>
      </p:sp>
      <p:sp>
        <p:nvSpPr>
          <p:cNvPr id="24" name="椭圆 23"/>
          <p:cNvSpPr/>
          <p:nvPr/>
        </p:nvSpPr>
        <p:spPr>
          <a:xfrm>
            <a:off x="6293485" y="3437890"/>
            <a:ext cx="441325" cy="470535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r>
              <a:rPr lang="en-US" altLang="zh-CN">
                <a:solidFill>
                  <a:schemeClr val="bg1"/>
                </a:solidFill>
                <a:sym typeface="+mn-ea"/>
              </a:rPr>
              <a:t>S</a:t>
            </a:r>
            <a:endParaRPr lang="en-US" altLang="zh-CN">
              <a:solidFill>
                <a:schemeClr val="bg1"/>
              </a:solidFill>
              <a:sym typeface="+mn-ea"/>
            </a:endParaRPr>
          </a:p>
        </p:txBody>
      </p:sp>
      <p:cxnSp>
        <p:nvCxnSpPr>
          <p:cNvPr id="25" name="直接箭头连接符 24"/>
          <p:cNvCxnSpPr>
            <a:stCxn id="23" idx="5"/>
            <a:endCxn id="24" idx="1"/>
          </p:cNvCxnSpPr>
          <p:nvPr/>
        </p:nvCxnSpPr>
        <p:spPr>
          <a:xfrm>
            <a:off x="6123305" y="3225165"/>
            <a:ext cx="222885" cy="28194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椭圆 25"/>
          <p:cNvSpPr/>
          <p:nvPr/>
        </p:nvSpPr>
        <p:spPr>
          <a:xfrm>
            <a:off x="6670040" y="4203065"/>
            <a:ext cx="441325" cy="470535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lIns="0" tIns="0" rIns="0" bIns="0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r>
              <a:rPr lang="en-US" altLang="zh-CN">
                <a:solidFill>
                  <a:schemeClr val="bg1"/>
                </a:solidFill>
                <a:sym typeface="+mn-ea"/>
              </a:rPr>
              <a:t>S</a:t>
            </a:r>
            <a:r>
              <a:rPr lang="en-US" altLang="zh-CN" baseline="-25000">
                <a:solidFill>
                  <a:schemeClr val="bg1"/>
                </a:solidFill>
                <a:sym typeface="+mn-ea"/>
              </a:rPr>
              <a:t>R</a:t>
            </a:r>
            <a:endParaRPr lang="en-US" altLang="zh-CN" baseline="-25000">
              <a:solidFill>
                <a:schemeClr val="bg1"/>
              </a:solidFill>
              <a:sym typeface="+mn-ea"/>
            </a:endParaRPr>
          </a:p>
        </p:txBody>
      </p:sp>
      <p:cxnSp>
        <p:nvCxnSpPr>
          <p:cNvPr id="27" name="直接箭头连接符 26"/>
          <p:cNvCxnSpPr>
            <a:endCxn id="26" idx="0"/>
          </p:cNvCxnSpPr>
          <p:nvPr/>
        </p:nvCxnSpPr>
        <p:spPr>
          <a:xfrm>
            <a:off x="6657975" y="3839210"/>
            <a:ext cx="220980" cy="363855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椭圆 27"/>
          <p:cNvSpPr/>
          <p:nvPr/>
        </p:nvSpPr>
        <p:spPr>
          <a:xfrm>
            <a:off x="5930265" y="4203065"/>
            <a:ext cx="441325" cy="470535"/>
          </a:xfrm>
          <a:prstGeom prst="ellipse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lIns="0" tIns="0" rIns="0" bIns="0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r>
              <a:rPr lang="en-US" altLang="zh-CN">
                <a:solidFill>
                  <a:schemeClr val="bg1"/>
                </a:solidFill>
                <a:sym typeface="+mn-ea"/>
              </a:rPr>
              <a:t>S</a:t>
            </a:r>
            <a:r>
              <a:rPr lang="en-US" altLang="zh-CN" baseline="-25000">
                <a:solidFill>
                  <a:schemeClr val="bg1"/>
                </a:solidFill>
                <a:sym typeface="+mn-ea"/>
              </a:rPr>
              <a:t>L</a:t>
            </a:r>
            <a:endParaRPr lang="en-US" altLang="zh-CN" baseline="-25000">
              <a:solidFill>
                <a:schemeClr val="bg1"/>
              </a:solidFill>
              <a:sym typeface="+mn-ea"/>
            </a:endParaRPr>
          </a:p>
        </p:txBody>
      </p:sp>
      <p:cxnSp>
        <p:nvCxnSpPr>
          <p:cNvPr id="29" name="直接箭头连接符 28"/>
          <p:cNvCxnSpPr>
            <a:endCxn id="28" idx="0"/>
          </p:cNvCxnSpPr>
          <p:nvPr/>
        </p:nvCxnSpPr>
        <p:spPr>
          <a:xfrm flipH="1">
            <a:off x="6151245" y="3839210"/>
            <a:ext cx="220345" cy="363855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椭圆 30"/>
          <p:cNvSpPr/>
          <p:nvPr/>
        </p:nvSpPr>
        <p:spPr>
          <a:xfrm>
            <a:off x="4015105" y="2183130"/>
            <a:ext cx="441325" cy="470535"/>
          </a:xfrm>
          <a:prstGeom prst="ellipse">
            <a:avLst/>
          </a:prstGeom>
          <a:solidFill>
            <a:schemeClr val="bg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lIns="0" tIns="0" rIns="0" bIns="0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r>
              <a:rPr lang="en-US" altLang="zh-CN" sz="1600">
                <a:solidFill>
                  <a:schemeClr val="tx1"/>
                </a:solidFill>
                <a:sym typeface="+mn-ea"/>
              </a:rPr>
              <a:t>GP</a:t>
            </a:r>
            <a:endParaRPr lang="en-US" altLang="zh-CN" sz="1600">
              <a:solidFill>
                <a:schemeClr val="tx1"/>
              </a:solidFill>
              <a:sym typeface="+mn-ea"/>
            </a:endParaRPr>
          </a:p>
        </p:txBody>
      </p:sp>
      <p:sp>
        <p:nvSpPr>
          <p:cNvPr id="32" name="椭圆 31"/>
          <p:cNvSpPr/>
          <p:nvPr/>
        </p:nvSpPr>
        <p:spPr>
          <a:xfrm>
            <a:off x="4519295" y="2810510"/>
            <a:ext cx="441325" cy="470535"/>
          </a:xfrm>
          <a:prstGeom prst="ellipse">
            <a:avLst/>
          </a:prstGeom>
          <a:solidFill>
            <a:schemeClr val="bg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r>
              <a:rPr lang="en-US" altLang="zh-CN">
                <a:solidFill>
                  <a:schemeClr val="tx1"/>
                </a:solidFill>
                <a:sym typeface="+mn-ea"/>
              </a:rPr>
              <a:t>U</a:t>
            </a:r>
            <a:endParaRPr lang="en-US" altLang="zh-CN">
              <a:solidFill>
                <a:schemeClr val="tx1"/>
              </a:solidFill>
              <a:sym typeface="+mn-ea"/>
            </a:endParaRPr>
          </a:p>
        </p:txBody>
      </p:sp>
      <p:cxnSp>
        <p:nvCxnSpPr>
          <p:cNvPr id="33" name="直接箭头连接符 32"/>
          <p:cNvCxnSpPr>
            <a:stCxn id="31" idx="3"/>
            <a:endCxn id="38" idx="7"/>
          </p:cNvCxnSpPr>
          <p:nvPr/>
        </p:nvCxnSpPr>
        <p:spPr>
          <a:xfrm flipH="1">
            <a:off x="3859530" y="2584450"/>
            <a:ext cx="220345" cy="295275"/>
          </a:xfrm>
          <a:prstGeom prst="straightConnector1">
            <a:avLst/>
          </a:prstGeom>
          <a:ln>
            <a:headEnd type="none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直接箭头连接符 33"/>
          <p:cNvCxnSpPr>
            <a:stCxn id="31" idx="5"/>
            <a:endCxn id="32" idx="1"/>
          </p:cNvCxnSpPr>
          <p:nvPr/>
        </p:nvCxnSpPr>
        <p:spPr>
          <a:xfrm>
            <a:off x="4391660" y="2584450"/>
            <a:ext cx="192405" cy="295275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椭圆 34"/>
          <p:cNvSpPr/>
          <p:nvPr/>
        </p:nvSpPr>
        <p:spPr>
          <a:xfrm>
            <a:off x="2750820" y="4203065"/>
            <a:ext cx="441325" cy="470535"/>
          </a:xfrm>
          <a:prstGeom prst="ellipse">
            <a:avLst/>
          </a:prstGeom>
          <a:solidFill>
            <a:schemeClr val="bg2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>
                <a:solidFill>
                  <a:schemeClr val="bg1"/>
                </a:solidFill>
              </a:rPr>
              <a:t>D</a:t>
            </a:r>
            <a:endParaRPr lang="en-US" altLang="zh-CN">
              <a:solidFill>
                <a:schemeClr val="bg1"/>
              </a:solidFill>
            </a:endParaRPr>
          </a:p>
        </p:txBody>
      </p:sp>
      <p:cxnSp>
        <p:nvCxnSpPr>
          <p:cNvPr id="36" name="直接箭头连接符 35"/>
          <p:cNvCxnSpPr>
            <a:stCxn id="37" idx="3"/>
            <a:endCxn id="35" idx="0"/>
          </p:cNvCxnSpPr>
          <p:nvPr/>
        </p:nvCxnSpPr>
        <p:spPr>
          <a:xfrm flipH="1">
            <a:off x="2971800" y="3908425"/>
            <a:ext cx="199390" cy="294640"/>
          </a:xfrm>
          <a:prstGeom prst="straightConnector1">
            <a:avLst/>
          </a:prstGeom>
          <a:ln>
            <a:headEnd type="none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椭圆 36"/>
          <p:cNvSpPr/>
          <p:nvPr/>
        </p:nvSpPr>
        <p:spPr>
          <a:xfrm>
            <a:off x="3106420" y="3507105"/>
            <a:ext cx="441325" cy="470535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r>
              <a:rPr lang="en-US" altLang="zh-CN">
                <a:solidFill>
                  <a:schemeClr val="bg1"/>
                </a:solidFill>
                <a:sym typeface="+mn-ea"/>
              </a:rPr>
              <a:t>P</a:t>
            </a:r>
            <a:endParaRPr lang="en-US" altLang="zh-CN">
              <a:solidFill>
                <a:schemeClr val="bg1"/>
              </a:solidFill>
              <a:sym typeface="+mn-ea"/>
            </a:endParaRPr>
          </a:p>
        </p:txBody>
      </p:sp>
      <p:sp>
        <p:nvSpPr>
          <p:cNvPr id="38" name="椭圆 37"/>
          <p:cNvSpPr/>
          <p:nvPr/>
        </p:nvSpPr>
        <p:spPr>
          <a:xfrm>
            <a:off x="3482975" y="2810510"/>
            <a:ext cx="441325" cy="470535"/>
          </a:xfrm>
          <a:prstGeom prst="ellipse">
            <a:avLst/>
          </a:prstGeom>
          <a:solidFill>
            <a:schemeClr val="bg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lIns="0" tIns="0" rIns="0" bIns="0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r>
              <a:rPr lang="en-US" altLang="zh-CN" sz="1600">
                <a:solidFill>
                  <a:schemeClr val="tx1"/>
                </a:solidFill>
                <a:sym typeface="+mn-ea"/>
              </a:rPr>
              <a:t>S</a:t>
            </a:r>
            <a:endParaRPr lang="en-US" altLang="zh-CN" sz="1600">
              <a:solidFill>
                <a:schemeClr val="tx1"/>
              </a:solidFill>
              <a:sym typeface="+mn-ea"/>
            </a:endParaRPr>
          </a:p>
        </p:txBody>
      </p:sp>
      <p:cxnSp>
        <p:nvCxnSpPr>
          <p:cNvPr id="39" name="直接箭头连接符 38"/>
          <p:cNvCxnSpPr>
            <a:stCxn id="38" idx="3"/>
            <a:endCxn id="37" idx="0"/>
          </p:cNvCxnSpPr>
          <p:nvPr/>
        </p:nvCxnSpPr>
        <p:spPr>
          <a:xfrm flipH="1">
            <a:off x="3327400" y="3211830"/>
            <a:ext cx="220345" cy="295275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椭圆 39"/>
          <p:cNvSpPr/>
          <p:nvPr/>
        </p:nvSpPr>
        <p:spPr>
          <a:xfrm>
            <a:off x="3859530" y="3507105"/>
            <a:ext cx="441325" cy="470535"/>
          </a:xfrm>
          <a:prstGeom prst="ellipse">
            <a:avLst/>
          </a:prstGeom>
          <a:solidFill>
            <a:schemeClr val="tx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lIns="0" tIns="0" rIns="0" bIns="0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r>
              <a:rPr lang="en-US" altLang="zh-CN">
                <a:solidFill>
                  <a:schemeClr val="bg1"/>
                </a:solidFill>
                <a:sym typeface="+mn-ea"/>
              </a:rPr>
              <a:t>S</a:t>
            </a:r>
            <a:r>
              <a:rPr lang="en-US" altLang="zh-CN" baseline="-25000">
                <a:solidFill>
                  <a:schemeClr val="bg1"/>
                </a:solidFill>
                <a:sym typeface="+mn-ea"/>
              </a:rPr>
              <a:t>R</a:t>
            </a:r>
            <a:endParaRPr lang="en-US" altLang="zh-CN" baseline="-25000">
              <a:solidFill>
                <a:schemeClr val="bg1"/>
              </a:solidFill>
              <a:sym typeface="+mn-ea"/>
            </a:endParaRPr>
          </a:p>
        </p:txBody>
      </p:sp>
      <p:cxnSp>
        <p:nvCxnSpPr>
          <p:cNvPr id="41" name="直接箭头连接符 40"/>
          <p:cNvCxnSpPr>
            <a:stCxn id="38" idx="5"/>
            <a:endCxn id="40" idx="0"/>
          </p:cNvCxnSpPr>
          <p:nvPr/>
        </p:nvCxnSpPr>
        <p:spPr>
          <a:xfrm>
            <a:off x="3859530" y="3211830"/>
            <a:ext cx="220980" cy="295275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椭圆 41"/>
          <p:cNvSpPr/>
          <p:nvPr/>
        </p:nvSpPr>
        <p:spPr>
          <a:xfrm>
            <a:off x="3418205" y="4189730"/>
            <a:ext cx="441325" cy="470535"/>
          </a:xfrm>
          <a:prstGeom prst="ellipse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tx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lIns="0" tIns="0" rIns="0" bIns="0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r>
              <a:rPr lang="en-US" altLang="zh-CN">
                <a:solidFill>
                  <a:schemeClr val="tx1"/>
                </a:solidFill>
                <a:sym typeface="+mn-ea"/>
              </a:rPr>
              <a:t>S</a:t>
            </a:r>
            <a:r>
              <a:rPr lang="en-US" altLang="zh-CN" baseline="-25000">
                <a:solidFill>
                  <a:schemeClr val="tx1"/>
                </a:solidFill>
                <a:sym typeface="+mn-ea"/>
              </a:rPr>
              <a:t>L</a:t>
            </a:r>
            <a:endParaRPr lang="en-US" altLang="zh-CN" baseline="-25000">
              <a:solidFill>
                <a:schemeClr val="tx1"/>
              </a:solidFill>
              <a:sym typeface="+mn-ea"/>
            </a:endParaRPr>
          </a:p>
        </p:txBody>
      </p:sp>
      <p:cxnSp>
        <p:nvCxnSpPr>
          <p:cNvPr id="43" name="直接箭头连接符 42"/>
          <p:cNvCxnSpPr>
            <a:stCxn id="37" idx="5"/>
            <a:endCxn id="42" idx="0"/>
          </p:cNvCxnSpPr>
          <p:nvPr/>
        </p:nvCxnSpPr>
        <p:spPr>
          <a:xfrm>
            <a:off x="3482975" y="3908425"/>
            <a:ext cx="156210" cy="281305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8" name="上弧形箭头 57"/>
          <p:cNvSpPr/>
          <p:nvPr/>
        </p:nvSpPr>
        <p:spPr>
          <a:xfrm rot="10800000">
            <a:off x="1437640" y="5330190"/>
            <a:ext cx="9484995" cy="1032510"/>
          </a:xfrm>
          <a:prstGeom prst="curved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44" name="椭圆 43"/>
          <p:cNvSpPr/>
          <p:nvPr/>
        </p:nvSpPr>
        <p:spPr>
          <a:xfrm>
            <a:off x="8512175" y="2199640"/>
            <a:ext cx="441325" cy="470535"/>
          </a:xfrm>
          <a:prstGeom prst="ellipse">
            <a:avLst/>
          </a:prstGeom>
          <a:solidFill>
            <a:schemeClr val="bg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lIns="0" tIns="0" rIns="0" bIns="0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r>
              <a:rPr lang="en-US" altLang="zh-CN" sz="1600">
                <a:solidFill>
                  <a:schemeClr val="tx1"/>
                </a:solidFill>
                <a:sym typeface="+mn-ea"/>
              </a:rPr>
              <a:t>GP</a:t>
            </a:r>
            <a:endParaRPr lang="en-US" altLang="zh-CN" sz="1600">
              <a:solidFill>
                <a:schemeClr val="tx1"/>
              </a:solidFill>
              <a:sym typeface="+mn-ea"/>
            </a:endParaRPr>
          </a:p>
        </p:txBody>
      </p:sp>
      <p:sp>
        <p:nvSpPr>
          <p:cNvPr id="45" name="椭圆 44"/>
          <p:cNvSpPr/>
          <p:nvPr/>
        </p:nvSpPr>
        <p:spPr>
          <a:xfrm>
            <a:off x="9016365" y="2827020"/>
            <a:ext cx="441325" cy="470535"/>
          </a:xfrm>
          <a:prstGeom prst="ellipse">
            <a:avLst/>
          </a:prstGeom>
          <a:solidFill>
            <a:schemeClr val="bg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r>
              <a:rPr lang="en-US" altLang="zh-CN">
                <a:solidFill>
                  <a:schemeClr val="tx1"/>
                </a:solidFill>
                <a:sym typeface="+mn-ea"/>
              </a:rPr>
              <a:t>U</a:t>
            </a:r>
            <a:endParaRPr lang="en-US" altLang="zh-CN">
              <a:solidFill>
                <a:schemeClr val="tx1"/>
              </a:solidFill>
              <a:sym typeface="+mn-ea"/>
            </a:endParaRPr>
          </a:p>
        </p:txBody>
      </p:sp>
      <p:cxnSp>
        <p:nvCxnSpPr>
          <p:cNvPr id="46" name="直接箭头连接符 45"/>
          <p:cNvCxnSpPr>
            <a:stCxn id="44" idx="3"/>
            <a:endCxn id="50" idx="7"/>
          </p:cNvCxnSpPr>
          <p:nvPr/>
        </p:nvCxnSpPr>
        <p:spPr>
          <a:xfrm flipH="1">
            <a:off x="8354060" y="2600960"/>
            <a:ext cx="222885" cy="295275"/>
          </a:xfrm>
          <a:prstGeom prst="straightConnector1">
            <a:avLst/>
          </a:prstGeom>
          <a:ln>
            <a:headEnd type="none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直接箭头连接符 46"/>
          <p:cNvCxnSpPr>
            <a:stCxn id="44" idx="5"/>
            <a:endCxn id="45" idx="1"/>
          </p:cNvCxnSpPr>
          <p:nvPr/>
        </p:nvCxnSpPr>
        <p:spPr>
          <a:xfrm>
            <a:off x="8876665" y="2600960"/>
            <a:ext cx="192405" cy="295275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椭圆 47"/>
          <p:cNvSpPr/>
          <p:nvPr/>
        </p:nvSpPr>
        <p:spPr>
          <a:xfrm>
            <a:off x="7457440" y="3441065"/>
            <a:ext cx="441325" cy="470535"/>
          </a:xfrm>
          <a:prstGeom prst="ellipse">
            <a:avLst/>
          </a:prstGeom>
          <a:solidFill>
            <a:schemeClr val="bg2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>
                <a:solidFill>
                  <a:schemeClr val="bg1"/>
                </a:solidFill>
              </a:rPr>
              <a:t>D</a:t>
            </a:r>
            <a:endParaRPr lang="en-US" altLang="zh-CN">
              <a:solidFill>
                <a:schemeClr val="bg1"/>
              </a:solidFill>
            </a:endParaRPr>
          </a:p>
        </p:txBody>
      </p:sp>
      <p:cxnSp>
        <p:nvCxnSpPr>
          <p:cNvPr id="49" name="直接箭头连接符 48"/>
          <p:cNvCxnSpPr>
            <a:stCxn id="50" idx="3"/>
            <a:endCxn id="48" idx="7"/>
          </p:cNvCxnSpPr>
          <p:nvPr/>
        </p:nvCxnSpPr>
        <p:spPr>
          <a:xfrm flipH="1">
            <a:off x="7833995" y="3228340"/>
            <a:ext cx="208280" cy="281940"/>
          </a:xfrm>
          <a:prstGeom prst="straightConnector1">
            <a:avLst/>
          </a:prstGeom>
          <a:ln>
            <a:headEnd type="none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椭圆 49"/>
          <p:cNvSpPr/>
          <p:nvPr/>
        </p:nvSpPr>
        <p:spPr>
          <a:xfrm>
            <a:off x="7977505" y="2827020"/>
            <a:ext cx="441325" cy="470535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r>
              <a:rPr lang="en-US" altLang="zh-CN">
                <a:solidFill>
                  <a:schemeClr val="bg1"/>
                </a:solidFill>
                <a:sym typeface="+mn-ea"/>
              </a:rPr>
              <a:t>P</a:t>
            </a:r>
            <a:endParaRPr lang="en-US" altLang="zh-CN">
              <a:solidFill>
                <a:schemeClr val="bg1"/>
              </a:solidFill>
              <a:sym typeface="+mn-ea"/>
            </a:endParaRPr>
          </a:p>
        </p:txBody>
      </p:sp>
      <p:sp>
        <p:nvSpPr>
          <p:cNvPr id="51" name="椭圆 50"/>
          <p:cNvSpPr/>
          <p:nvPr/>
        </p:nvSpPr>
        <p:spPr>
          <a:xfrm>
            <a:off x="8888730" y="4015105"/>
            <a:ext cx="441325" cy="470535"/>
          </a:xfrm>
          <a:prstGeom prst="ellipse">
            <a:avLst/>
          </a:prstGeom>
          <a:solidFill>
            <a:schemeClr val="accent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r>
              <a:rPr lang="en-US" altLang="zh-CN">
                <a:solidFill>
                  <a:schemeClr val="bg1"/>
                </a:solidFill>
                <a:sym typeface="+mn-ea"/>
              </a:rPr>
              <a:t>S</a:t>
            </a:r>
            <a:endParaRPr lang="en-US" altLang="zh-CN">
              <a:solidFill>
                <a:schemeClr val="bg1"/>
              </a:solidFill>
              <a:sym typeface="+mn-ea"/>
            </a:endParaRPr>
          </a:p>
        </p:txBody>
      </p:sp>
      <p:cxnSp>
        <p:nvCxnSpPr>
          <p:cNvPr id="52" name="直接箭头连接符 51"/>
          <p:cNvCxnSpPr/>
          <p:nvPr/>
        </p:nvCxnSpPr>
        <p:spPr>
          <a:xfrm>
            <a:off x="8354060" y="3218815"/>
            <a:ext cx="252095" cy="34417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椭圆 52"/>
          <p:cNvSpPr/>
          <p:nvPr/>
        </p:nvSpPr>
        <p:spPr>
          <a:xfrm>
            <a:off x="9229725" y="4676775"/>
            <a:ext cx="441325" cy="470535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lIns="0" tIns="0" rIns="0" bIns="0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r>
              <a:rPr lang="en-US" altLang="zh-CN">
                <a:solidFill>
                  <a:schemeClr val="bg1"/>
                </a:solidFill>
                <a:sym typeface="+mn-ea"/>
              </a:rPr>
              <a:t>S</a:t>
            </a:r>
            <a:r>
              <a:rPr lang="en-US" altLang="zh-CN" baseline="-25000">
                <a:solidFill>
                  <a:schemeClr val="bg1"/>
                </a:solidFill>
                <a:sym typeface="+mn-ea"/>
              </a:rPr>
              <a:t>R</a:t>
            </a:r>
            <a:endParaRPr lang="en-US" altLang="zh-CN" baseline="-25000">
              <a:solidFill>
                <a:schemeClr val="bg1"/>
              </a:solidFill>
              <a:sym typeface="+mn-ea"/>
            </a:endParaRPr>
          </a:p>
        </p:txBody>
      </p:sp>
      <p:cxnSp>
        <p:nvCxnSpPr>
          <p:cNvPr id="54" name="直接箭头连接符 53"/>
          <p:cNvCxnSpPr>
            <a:stCxn id="51" idx="5"/>
            <a:endCxn id="53" idx="0"/>
          </p:cNvCxnSpPr>
          <p:nvPr/>
        </p:nvCxnSpPr>
        <p:spPr>
          <a:xfrm>
            <a:off x="9253220" y="4416425"/>
            <a:ext cx="185420" cy="26035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5" name="椭圆 54"/>
          <p:cNvSpPr/>
          <p:nvPr/>
        </p:nvSpPr>
        <p:spPr>
          <a:xfrm>
            <a:off x="8447405" y="3510280"/>
            <a:ext cx="441325" cy="470535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lIns="0" tIns="0" rIns="0" bIns="0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r>
              <a:rPr lang="en-US" altLang="zh-CN">
                <a:solidFill>
                  <a:schemeClr val="bg1"/>
                </a:solidFill>
                <a:sym typeface="+mn-ea"/>
              </a:rPr>
              <a:t>S</a:t>
            </a:r>
            <a:r>
              <a:rPr lang="en-US" altLang="zh-CN" baseline="-25000">
                <a:solidFill>
                  <a:schemeClr val="bg1"/>
                </a:solidFill>
                <a:sym typeface="+mn-ea"/>
              </a:rPr>
              <a:t>L</a:t>
            </a:r>
            <a:endParaRPr lang="en-US" altLang="zh-CN" baseline="-25000">
              <a:solidFill>
                <a:schemeClr val="bg1"/>
              </a:solidFill>
              <a:sym typeface="+mn-ea"/>
            </a:endParaRPr>
          </a:p>
        </p:txBody>
      </p:sp>
      <p:cxnSp>
        <p:nvCxnSpPr>
          <p:cNvPr id="56" name="直接箭头连接符 55"/>
          <p:cNvCxnSpPr>
            <a:stCxn id="55" idx="5"/>
            <a:endCxn id="51" idx="1"/>
          </p:cNvCxnSpPr>
          <p:nvPr/>
        </p:nvCxnSpPr>
        <p:spPr>
          <a:xfrm>
            <a:off x="8811895" y="3911600"/>
            <a:ext cx="129540" cy="17272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7" name="椭圆 56"/>
          <p:cNvSpPr/>
          <p:nvPr/>
        </p:nvSpPr>
        <p:spPr>
          <a:xfrm>
            <a:off x="10734040" y="2199640"/>
            <a:ext cx="441325" cy="470535"/>
          </a:xfrm>
          <a:prstGeom prst="ellipse">
            <a:avLst/>
          </a:prstGeom>
          <a:solidFill>
            <a:schemeClr val="bg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lIns="0" tIns="0" rIns="0" bIns="0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r>
              <a:rPr lang="en-US" altLang="zh-CN" sz="1600">
                <a:solidFill>
                  <a:schemeClr val="tx1"/>
                </a:solidFill>
                <a:sym typeface="+mn-ea"/>
              </a:rPr>
              <a:t>GP</a:t>
            </a:r>
            <a:endParaRPr lang="en-US" altLang="zh-CN" sz="1600">
              <a:solidFill>
                <a:schemeClr val="tx1"/>
              </a:solidFill>
              <a:sym typeface="+mn-ea"/>
            </a:endParaRPr>
          </a:p>
        </p:txBody>
      </p:sp>
      <p:sp>
        <p:nvSpPr>
          <p:cNvPr id="59" name="椭圆 58"/>
          <p:cNvSpPr/>
          <p:nvPr/>
        </p:nvSpPr>
        <p:spPr>
          <a:xfrm>
            <a:off x="11238230" y="2827020"/>
            <a:ext cx="441325" cy="470535"/>
          </a:xfrm>
          <a:prstGeom prst="ellipse">
            <a:avLst/>
          </a:prstGeom>
          <a:solidFill>
            <a:schemeClr val="bg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r>
              <a:rPr lang="en-US" altLang="zh-CN">
                <a:solidFill>
                  <a:schemeClr val="tx1"/>
                </a:solidFill>
                <a:sym typeface="+mn-ea"/>
              </a:rPr>
              <a:t>U</a:t>
            </a:r>
            <a:endParaRPr lang="en-US" altLang="zh-CN">
              <a:solidFill>
                <a:schemeClr val="tx1"/>
              </a:solidFill>
              <a:sym typeface="+mn-ea"/>
            </a:endParaRPr>
          </a:p>
        </p:txBody>
      </p:sp>
      <p:cxnSp>
        <p:nvCxnSpPr>
          <p:cNvPr id="60" name="直接箭头连接符 59"/>
          <p:cNvCxnSpPr>
            <a:stCxn id="57" idx="3"/>
            <a:endCxn id="69" idx="0"/>
          </p:cNvCxnSpPr>
          <p:nvPr/>
        </p:nvCxnSpPr>
        <p:spPr>
          <a:xfrm flipH="1">
            <a:off x="10513695" y="2600960"/>
            <a:ext cx="285115" cy="209550"/>
          </a:xfrm>
          <a:prstGeom prst="straightConnector1">
            <a:avLst/>
          </a:prstGeom>
          <a:ln>
            <a:headEnd type="none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直接箭头连接符 60"/>
          <p:cNvCxnSpPr>
            <a:stCxn id="57" idx="5"/>
            <a:endCxn id="59" idx="1"/>
          </p:cNvCxnSpPr>
          <p:nvPr/>
        </p:nvCxnSpPr>
        <p:spPr>
          <a:xfrm>
            <a:off x="11110595" y="2600960"/>
            <a:ext cx="192405" cy="295275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2" name="椭圆 61"/>
          <p:cNvSpPr/>
          <p:nvPr/>
        </p:nvSpPr>
        <p:spPr>
          <a:xfrm>
            <a:off x="9474835" y="4015105"/>
            <a:ext cx="441325" cy="470535"/>
          </a:xfrm>
          <a:prstGeom prst="ellipse">
            <a:avLst/>
          </a:prstGeom>
          <a:solidFill>
            <a:schemeClr val="bg2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>
                <a:solidFill>
                  <a:schemeClr val="bg1"/>
                </a:solidFill>
              </a:rPr>
              <a:t>D</a:t>
            </a:r>
            <a:endParaRPr lang="en-US" altLang="zh-CN">
              <a:solidFill>
                <a:schemeClr val="bg1"/>
              </a:solidFill>
            </a:endParaRPr>
          </a:p>
        </p:txBody>
      </p:sp>
      <p:cxnSp>
        <p:nvCxnSpPr>
          <p:cNvPr id="63" name="直接箭头连接符 62"/>
          <p:cNvCxnSpPr>
            <a:stCxn id="64" idx="3"/>
            <a:endCxn id="62" idx="7"/>
          </p:cNvCxnSpPr>
          <p:nvPr/>
        </p:nvCxnSpPr>
        <p:spPr>
          <a:xfrm flipH="1">
            <a:off x="9851390" y="3769995"/>
            <a:ext cx="64770" cy="314325"/>
          </a:xfrm>
          <a:prstGeom prst="straightConnector1">
            <a:avLst/>
          </a:prstGeom>
          <a:ln>
            <a:headEnd type="none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4" name="椭圆 63"/>
          <p:cNvSpPr/>
          <p:nvPr/>
        </p:nvSpPr>
        <p:spPr>
          <a:xfrm>
            <a:off x="9851390" y="3368675"/>
            <a:ext cx="441325" cy="470535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r>
              <a:rPr lang="en-US" altLang="zh-CN">
                <a:solidFill>
                  <a:schemeClr val="bg1"/>
                </a:solidFill>
                <a:sym typeface="+mn-ea"/>
              </a:rPr>
              <a:t>P</a:t>
            </a:r>
            <a:endParaRPr lang="en-US" altLang="zh-CN">
              <a:solidFill>
                <a:schemeClr val="bg1"/>
              </a:solidFill>
              <a:sym typeface="+mn-ea"/>
            </a:endParaRPr>
          </a:p>
        </p:txBody>
      </p:sp>
      <p:sp>
        <p:nvSpPr>
          <p:cNvPr id="65" name="椭圆 64"/>
          <p:cNvSpPr/>
          <p:nvPr/>
        </p:nvSpPr>
        <p:spPr>
          <a:xfrm>
            <a:off x="10796905" y="3368675"/>
            <a:ext cx="441325" cy="470535"/>
          </a:xfrm>
          <a:prstGeom prst="ellipse">
            <a:avLst/>
          </a:prstGeom>
          <a:solidFill>
            <a:schemeClr val="tx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r>
              <a:rPr lang="en-US" altLang="zh-CN">
                <a:solidFill>
                  <a:schemeClr val="bg1"/>
                </a:solidFill>
                <a:sym typeface="+mn-ea"/>
              </a:rPr>
              <a:t>S</a:t>
            </a:r>
            <a:endParaRPr lang="en-US" altLang="zh-CN">
              <a:solidFill>
                <a:schemeClr val="bg1"/>
              </a:solidFill>
              <a:sym typeface="+mn-ea"/>
            </a:endParaRPr>
          </a:p>
        </p:txBody>
      </p:sp>
      <p:cxnSp>
        <p:nvCxnSpPr>
          <p:cNvPr id="66" name="直接箭头连接符 65"/>
          <p:cNvCxnSpPr>
            <a:stCxn id="69" idx="3"/>
            <a:endCxn id="64" idx="7"/>
          </p:cNvCxnSpPr>
          <p:nvPr/>
        </p:nvCxnSpPr>
        <p:spPr>
          <a:xfrm flipH="1">
            <a:off x="10227945" y="3211830"/>
            <a:ext cx="129540" cy="22606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7" name="椭圆 66"/>
          <p:cNvSpPr/>
          <p:nvPr/>
        </p:nvSpPr>
        <p:spPr>
          <a:xfrm>
            <a:off x="11175365" y="4084320"/>
            <a:ext cx="441325" cy="470535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lIns="0" tIns="0" rIns="0" bIns="0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r>
              <a:rPr lang="en-US" altLang="zh-CN">
                <a:solidFill>
                  <a:schemeClr val="bg1"/>
                </a:solidFill>
                <a:sym typeface="+mn-ea"/>
              </a:rPr>
              <a:t>S</a:t>
            </a:r>
            <a:r>
              <a:rPr lang="en-US" altLang="zh-CN" baseline="-25000">
                <a:solidFill>
                  <a:schemeClr val="bg1"/>
                </a:solidFill>
                <a:sym typeface="+mn-ea"/>
              </a:rPr>
              <a:t>R</a:t>
            </a:r>
            <a:endParaRPr lang="en-US" altLang="zh-CN" baseline="-25000">
              <a:solidFill>
                <a:schemeClr val="bg1"/>
              </a:solidFill>
              <a:sym typeface="+mn-ea"/>
            </a:endParaRPr>
          </a:p>
        </p:txBody>
      </p:sp>
      <p:cxnSp>
        <p:nvCxnSpPr>
          <p:cNvPr id="68" name="直接箭头连接符 67"/>
          <p:cNvCxnSpPr>
            <a:stCxn id="65" idx="5"/>
            <a:endCxn id="67" idx="0"/>
          </p:cNvCxnSpPr>
          <p:nvPr/>
        </p:nvCxnSpPr>
        <p:spPr>
          <a:xfrm>
            <a:off x="11173460" y="3769995"/>
            <a:ext cx="222885" cy="314325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9" name="椭圆 68"/>
          <p:cNvSpPr/>
          <p:nvPr/>
        </p:nvSpPr>
        <p:spPr>
          <a:xfrm>
            <a:off x="10292715" y="2810510"/>
            <a:ext cx="441325" cy="470535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lIns="0" tIns="0" rIns="0" bIns="0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r>
              <a:rPr lang="en-US" altLang="zh-CN">
                <a:solidFill>
                  <a:schemeClr val="bg1"/>
                </a:solidFill>
                <a:sym typeface="+mn-ea"/>
              </a:rPr>
              <a:t>S</a:t>
            </a:r>
            <a:r>
              <a:rPr lang="en-US" altLang="zh-CN" baseline="-25000">
                <a:solidFill>
                  <a:schemeClr val="bg1"/>
                </a:solidFill>
                <a:sym typeface="+mn-ea"/>
              </a:rPr>
              <a:t>L</a:t>
            </a:r>
            <a:endParaRPr lang="en-US" altLang="zh-CN" baseline="-25000">
              <a:solidFill>
                <a:schemeClr val="bg1"/>
              </a:solidFill>
              <a:sym typeface="+mn-ea"/>
            </a:endParaRPr>
          </a:p>
        </p:txBody>
      </p:sp>
      <p:cxnSp>
        <p:nvCxnSpPr>
          <p:cNvPr id="70" name="直接箭头连接符 69"/>
          <p:cNvCxnSpPr>
            <a:stCxn id="69" idx="5"/>
            <a:endCxn id="65" idx="1"/>
          </p:cNvCxnSpPr>
          <p:nvPr/>
        </p:nvCxnSpPr>
        <p:spPr>
          <a:xfrm>
            <a:off x="10669270" y="3211830"/>
            <a:ext cx="192405" cy="22606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1" name="剪去同侧角的矩形 70"/>
          <p:cNvSpPr/>
          <p:nvPr/>
        </p:nvSpPr>
        <p:spPr>
          <a:xfrm>
            <a:off x="5758815" y="4973955"/>
            <a:ext cx="171450" cy="173355"/>
          </a:xfrm>
          <a:prstGeom prst="snip2SameRect">
            <a:avLst>
              <a:gd name="adj1" fmla="val 34444"/>
              <a:gd name="adj2" fmla="val 0"/>
            </a:avLst>
          </a:prstGeom>
          <a:solidFill>
            <a:schemeClr val="tx2"/>
          </a:solidFill>
          <a:ln>
            <a:solidFill>
              <a:schemeClr val="accent1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72" name="剪去同侧角的矩形 71"/>
          <p:cNvSpPr/>
          <p:nvPr/>
        </p:nvSpPr>
        <p:spPr>
          <a:xfrm>
            <a:off x="6346190" y="4973955"/>
            <a:ext cx="171450" cy="173355"/>
          </a:xfrm>
          <a:prstGeom prst="snip2SameRect">
            <a:avLst>
              <a:gd name="adj1" fmla="val 34444"/>
              <a:gd name="adj2" fmla="val 0"/>
            </a:avLst>
          </a:prstGeom>
          <a:solidFill>
            <a:schemeClr val="accent1"/>
          </a:solidFill>
          <a:ln>
            <a:solidFill>
              <a:schemeClr val="accent1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/>
          </a:p>
        </p:txBody>
      </p:sp>
      <p:cxnSp>
        <p:nvCxnSpPr>
          <p:cNvPr id="73" name="直接箭头连接符 72"/>
          <p:cNvCxnSpPr>
            <a:stCxn id="28" idx="3"/>
            <a:endCxn id="71" idx="3"/>
          </p:cNvCxnSpPr>
          <p:nvPr/>
        </p:nvCxnSpPr>
        <p:spPr>
          <a:xfrm flipH="1">
            <a:off x="5844540" y="4604385"/>
            <a:ext cx="150495" cy="36957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直接箭头连接符 73"/>
          <p:cNvCxnSpPr>
            <a:stCxn id="28" idx="5"/>
            <a:endCxn id="72" idx="3"/>
          </p:cNvCxnSpPr>
          <p:nvPr/>
        </p:nvCxnSpPr>
        <p:spPr>
          <a:xfrm>
            <a:off x="6306820" y="4604385"/>
            <a:ext cx="125095" cy="36957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5" name="剪去同侧角的矩形 74"/>
          <p:cNvSpPr/>
          <p:nvPr/>
        </p:nvSpPr>
        <p:spPr>
          <a:xfrm>
            <a:off x="8769985" y="4825365"/>
            <a:ext cx="171450" cy="173355"/>
          </a:xfrm>
          <a:prstGeom prst="snip2SameRect">
            <a:avLst>
              <a:gd name="adj1" fmla="val 34444"/>
              <a:gd name="adj2" fmla="val 0"/>
            </a:avLst>
          </a:prstGeom>
          <a:solidFill>
            <a:schemeClr val="accent1"/>
          </a:solidFill>
          <a:ln>
            <a:solidFill>
              <a:schemeClr val="accent1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/>
          </a:p>
        </p:txBody>
      </p:sp>
      <p:cxnSp>
        <p:nvCxnSpPr>
          <p:cNvPr id="76" name="直接箭头连接符 75"/>
          <p:cNvCxnSpPr>
            <a:stCxn id="51" idx="3"/>
            <a:endCxn id="75" idx="3"/>
          </p:cNvCxnSpPr>
          <p:nvPr/>
        </p:nvCxnSpPr>
        <p:spPr>
          <a:xfrm flipH="1">
            <a:off x="8855710" y="4416425"/>
            <a:ext cx="97790" cy="40894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7" name="剪去同侧角的矩形 76"/>
          <p:cNvSpPr/>
          <p:nvPr/>
        </p:nvSpPr>
        <p:spPr>
          <a:xfrm>
            <a:off x="8247380" y="4312285"/>
            <a:ext cx="171450" cy="173355"/>
          </a:xfrm>
          <a:prstGeom prst="snip2SameRect">
            <a:avLst>
              <a:gd name="adj1" fmla="val 34444"/>
              <a:gd name="adj2" fmla="val 0"/>
            </a:avLst>
          </a:prstGeom>
          <a:solidFill>
            <a:schemeClr val="tx2"/>
          </a:solidFill>
          <a:ln>
            <a:solidFill>
              <a:schemeClr val="accent1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/>
          </a:p>
        </p:txBody>
      </p:sp>
      <p:cxnSp>
        <p:nvCxnSpPr>
          <p:cNvPr id="78" name="直接箭头连接符 77"/>
          <p:cNvCxnSpPr>
            <a:endCxn id="77" idx="3"/>
          </p:cNvCxnSpPr>
          <p:nvPr/>
        </p:nvCxnSpPr>
        <p:spPr>
          <a:xfrm flipH="1">
            <a:off x="8333105" y="3942715"/>
            <a:ext cx="150495" cy="36957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9" name="剪去同侧角的矩形 78"/>
          <p:cNvSpPr/>
          <p:nvPr/>
        </p:nvSpPr>
        <p:spPr>
          <a:xfrm>
            <a:off x="10227945" y="4138930"/>
            <a:ext cx="171450" cy="173355"/>
          </a:xfrm>
          <a:prstGeom prst="snip2SameRect">
            <a:avLst>
              <a:gd name="adj1" fmla="val 34444"/>
              <a:gd name="adj2" fmla="val 0"/>
            </a:avLst>
          </a:prstGeom>
          <a:solidFill>
            <a:schemeClr val="tx2"/>
          </a:solidFill>
          <a:ln>
            <a:solidFill>
              <a:schemeClr val="accent1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/>
          </a:p>
        </p:txBody>
      </p:sp>
      <p:cxnSp>
        <p:nvCxnSpPr>
          <p:cNvPr id="80" name="直接箭头连接符 79"/>
          <p:cNvCxnSpPr>
            <a:stCxn id="64" idx="5"/>
            <a:endCxn id="79" idx="3"/>
          </p:cNvCxnSpPr>
          <p:nvPr/>
        </p:nvCxnSpPr>
        <p:spPr>
          <a:xfrm>
            <a:off x="10227945" y="3769995"/>
            <a:ext cx="85725" cy="368935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1" name="剪去同侧角的矩形 80"/>
          <p:cNvSpPr/>
          <p:nvPr/>
        </p:nvSpPr>
        <p:spPr>
          <a:xfrm>
            <a:off x="10734040" y="4232910"/>
            <a:ext cx="171450" cy="173355"/>
          </a:xfrm>
          <a:prstGeom prst="snip2SameRect">
            <a:avLst>
              <a:gd name="adj1" fmla="val 34444"/>
              <a:gd name="adj2" fmla="val 0"/>
            </a:avLst>
          </a:prstGeom>
          <a:solidFill>
            <a:schemeClr val="accent1"/>
          </a:solidFill>
          <a:ln>
            <a:solidFill>
              <a:schemeClr val="accent1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/>
          </a:p>
        </p:txBody>
      </p:sp>
      <p:cxnSp>
        <p:nvCxnSpPr>
          <p:cNvPr id="82" name="直接箭头连接符 81"/>
          <p:cNvCxnSpPr>
            <a:endCxn id="81" idx="3"/>
          </p:cNvCxnSpPr>
          <p:nvPr/>
        </p:nvCxnSpPr>
        <p:spPr>
          <a:xfrm flipH="1">
            <a:off x="10819765" y="3823970"/>
            <a:ext cx="97790" cy="40894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0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0000 0.000000 L 0.039063 0.115278 " pathEditMode="relative" ptsTypes="">
                                      <p:cBhvr>
                                        <p:cTn id="74" dur="2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5" presetID="0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0000 0.000000 L 0.039063 0.115278 " pathEditMode="relative" ptsTypes="">
                                      <p:cBhvr>
                                        <p:cTn id="76" dur="2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7" presetID="0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0000 0.000000 L 0.039063 0.115278 " pathEditMode="relative" ptsTypes="">
                                      <p:cBhvr>
                                        <p:cTn id="78" dur="2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9" fill="hold">
                            <p:stCondLst>
                              <p:cond delay="2000"/>
                            </p:stCondLst>
                            <p:childTnLst>
                              <p:par>
                                <p:cTn id="80" presetID="0" presetClass="path" presetSubtype="0" accel="50000" decel="5000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0000 0.000000 L 0.028906 -0.113889 " pathEditMode="relative" ptsTypes="">
                                      <p:cBhvr>
                                        <p:cTn id="81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2" fill="hold">
                            <p:stCondLst>
                              <p:cond delay="3000"/>
                            </p:stCondLst>
                            <p:childTnLst>
                              <p:par>
                                <p:cTn id="83" presetID="0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0000 0.000000 L 0.041406 0.001389 " pathEditMode="relative" ptsTypes="">
                                      <p:cBhvr>
                                        <p:cTn id="84" dur="1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5" fill="hold">
                            <p:stCondLst>
                              <p:cond delay="4000"/>
                            </p:stCondLst>
                            <p:childTnLst>
                              <p:par>
                                <p:cTn id="86" presetID="8" presetClass="emph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Rot by="-3900000">
                                      <p:cBhvr>
                                        <p:cTn id="87" dur="1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8" fill="hold">
                            <p:stCondLst>
                              <p:cond delay="5000"/>
                            </p:stCondLst>
                            <p:childTnLst>
                              <p:par>
                                <p:cTn id="89" presetID="0" presetClass="path" presetSubtype="0" accel="50000" decel="5000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0000 0.000000 L 0.030000 -0.106667 " pathEditMode="relative" ptsTypes="">
                                      <p:cBhvr>
                                        <p:cTn id="90" dur="2000" fill="hold"/>
                                        <p:tgtEl>
                                          <p:spTgt spid="7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1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92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93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94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5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96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43308"/>
                                      </p:to>
                                    </p:animClr>
                                    <p:set>
                                      <p:cBhvr>
                                        <p:cTn id="97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98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9" presetID="0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0000 0.000000 L 0.030000 -0.106667 " pathEditMode="relative" ptsTypes="">
                                      <p:cBhvr>
                                        <p:cTn id="100" dur="2000" fill="hold"/>
                                        <p:tgtEl>
                                          <p:spTgt spid="7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1" fill="hold">
                            <p:stCondLst>
                              <p:cond delay="7000"/>
                            </p:stCondLst>
                            <p:childTnLst>
                              <p:par>
                                <p:cTn id="102" presetID="8" presetClass="emph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Rot by="3600000">
                                      <p:cBhvr>
                                        <p:cTn id="103" dur="1000" fill="hold"/>
                                        <p:tgtEl>
                                          <p:spTgt spid="7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04" presetID="0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0000 0.000000 L 0.022083 -0.015185 " pathEditMode="relative" rAng="0" ptsTypes="">
                                      <p:cBhvr>
                                        <p:cTn id="105" dur="2000" fill="hold"/>
                                        <p:tgtEl>
                                          <p:spTgt spid="7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6" y="-10"/>
                                    </p:animMotion>
                                  </p:childTnLst>
                                </p:cTn>
                              </p:par>
                              <p:par>
                                <p:cTn id="106" presetID="0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0000 0.000000 L 0.010365 -0.016574 " pathEditMode="relative" ptsTypes="">
                                      <p:cBhvr>
                                        <p:cTn id="107" dur="2000" fill="hold"/>
                                        <p:tgtEl>
                                          <p:spTgt spid="7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2" fill="hold">
                      <p:stCondLst>
                        <p:cond delay="indefinite"/>
                      </p:stCondLst>
                      <p:childTnLst>
                        <p:par>
                          <p:cTn id="113" fill="hold">
                            <p:stCondLst>
                              <p:cond delay="0"/>
                            </p:stCondLst>
                            <p:childTnLst>
                              <p:par>
                                <p:cTn id="11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0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4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0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4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0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4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8" fill="hold">
                      <p:stCondLst>
                        <p:cond delay="indefinite"/>
                      </p:stCondLst>
                      <p:childTnLst>
                        <p:par>
                          <p:cTn id="149" fill="hold">
                            <p:stCondLst>
                              <p:cond delay="0"/>
                            </p:stCondLst>
                            <p:childTnLst>
                              <p:par>
                                <p:cTn id="15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2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2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4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4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2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4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8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0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" grpId="0" bldLvl="0" animBg="1"/>
      <p:bldP spid="32" grpId="0" bldLvl="0" animBg="1"/>
      <p:bldP spid="35" grpId="0" bldLvl="0" animBg="1"/>
      <p:bldP spid="37" grpId="0" bldLvl="0" animBg="1"/>
      <p:bldP spid="38" grpId="0" bldLvl="0" animBg="1"/>
      <p:bldP spid="40" grpId="0" bldLvl="0" animBg="1"/>
      <p:bldP spid="42" grpId="0" bldLvl="0" animBg="1"/>
      <p:bldP spid="3" grpId="0"/>
      <p:bldP spid="12" grpId="0" bldLvl="0" animBg="1"/>
      <p:bldP spid="13" grpId="0" bldLvl="0" animBg="1"/>
      <p:bldP spid="17" grpId="0" bldLvl="0" animBg="1"/>
      <p:bldP spid="23" grpId="0" bldLvl="0" animBg="1"/>
      <p:bldP spid="24" grpId="0" bldLvl="0" animBg="1"/>
      <p:bldP spid="26" grpId="0" bldLvl="0" animBg="1"/>
      <p:bldP spid="28" grpId="0" bldLvl="0" animBg="1"/>
      <p:bldP spid="24" grpId="1" bldLvl="0" animBg="1"/>
      <p:bldP spid="26" grpId="1" bldLvl="0" animBg="1"/>
      <p:bldP spid="28" grpId="1" bldLvl="0" animBg="1"/>
      <p:bldP spid="58" grpId="0" bldLvl="0" animBg="1"/>
      <p:bldP spid="44" grpId="0" bldLvl="0" animBg="1"/>
      <p:bldP spid="45" grpId="0" bldLvl="0" animBg="1"/>
      <p:bldP spid="48" grpId="0" bldLvl="0" animBg="1"/>
      <p:bldP spid="50" grpId="0" bldLvl="0" animBg="1"/>
      <p:bldP spid="51" grpId="0" bldLvl="0" animBg="1"/>
      <p:bldP spid="53" grpId="0" bldLvl="0" animBg="1"/>
      <p:bldP spid="55" grpId="0" bldLvl="0" animBg="1"/>
      <p:bldP spid="71" grpId="0" animBg="1"/>
      <p:bldP spid="72" grpId="0" animBg="1"/>
      <p:bldP spid="75" grpId="0" bldLvl="0" animBg="1"/>
      <p:bldP spid="77" grpId="0" bldLvl="0" animBg="1"/>
      <p:bldP spid="79" grpId="0" bldLvl="0" animBg="1"/>
      <p:bldP spid="81" grpId="0" bldLvl="0" animBg="1"/>
      <p:bldP spid="57" grpId="0" animBg="1"/>
      <p:bldP spid="59" grpId="0" animBg="1"/>
      <p:bldP spid="62" grpId="0" animBg="1"/>
      <p:bldP spid="64" grpId="0" animBg="1"/>
      <p:bldP spid="65" grpId="0" animBg="1"/>
      <p:bldP spid="67" grpId="0" animBg="1"/>
      <p:bldP spid="69" grpId="0" animBg="1"/>
      <p:bldP spid="79" grpId="1" animBg="1"/>
      <p:bldP spid="81" grpId="1" animBg="1"/>
      <p:bldP spid="71" grpId="1" animBg="1"/>
      <p:bldP spid="72" grpId="1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5" name="标题 14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p>
            <a:r>
              <a:t>删除情况</a:t>
            </a:r>
            <a:r>
              <a:rPr lang="en-US" altLang="zh-CN"/>
              <a:t>3-</a:t>
            </a:r>
            <a:r>
              <a:rPr>
                <a:sym typeface="+mn-ea"/>
              </a:rPr>
              <a:t>兄弟节点为红色</a:t>
            </a:r>
            <a:endParaRPr>
              <a:sym typeface="+mn-ea"/>
            </a:endParaRPr>
          </a:p>
        </p:txBody>
      </p:sp>
      <p:sp>
        <p:nvSpPr>
          <p:cNvPr id="4" name="椭圆 3"/>
          <p:cNvSpPr/>
          <p:nvPr/>
        </p:nvSpPr>
        <p:spPr>
          <a:xfrm>
            <a:off x="2046605" y="2279015"/>
            <a:ext cx="441325" cy="470535"/>
          </a:xfrm>
          <a:prstGeom prst="ellipse">
            <a:avLst/>
          </a:prstGeom>
          <a:solidFill>
            <a:schemeClr val="bg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lIns="0" tIns="0" rIns="0" bIns="0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r>
              <a:rPr lang="en-US" altLang="zh-CN" sz="1600">
                <a:solidFill>
                  <a:schemeClr val="tx1"/>
                </a:solidFill>
                <a:sym typeface="+mn-ea"/>
              </a:rPr>
              <a:t>GP</a:t>
            </a:r>
            <a:endParaRPr lang="en-US" altLang="zh-CN" sz="1600">
              <a:solidFill>
                <a:schemeClr val="tx1"/>
              </a:solidFill>
              <a:sym typeface="+mn-ea"/>
            </a:endParaRPr>
          </a:p>
        </p:txBody>
      </p:sp>
      <p:sp>
        <p:nvSpPr>
          <p:cNvPr id="6" name="椭圆 5"/>
          <p:cNvSpPr/>
          <p:nvPr/>
        </p:nvSpPr>
        <p:spPr>
          <a:xfrm>
            <a:off x="2550795" y="2906395"/>
            <a:ext cx="441325" cy="470535"/>
          </a:xfrm>
          <a:prstGeom prst="ellipse">
            <a:avLst/>
          </a:prstGeom>
          <a:solidFill>
            <a:schemeClr val="bg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r>
              <a:rPr lang="en-US" altLang="zh-CN">
                <a:solidFill>
                  <a:schemeClr val="tx1"/>
                </a:solidFill>
                <a:sym typeface="+mn-ea"/>
              </a:rPr>
              <a:t>U</a:t>
            </a:r>
            <a:endParaRPr lang="en-US" altLang="zh-CN">
              <a:solidFill>
                <a:schemeClr val="tx1"/>
              </a:solidFill>
              <a:sym typeface="+mn-ea"/>
            </a:endParaRPr>
          </a:p>
        </p:txBody>
      </p:sp>
      <p:cxnSp>
        <p:nvCxnSpPr>
          <p:cNvPr id="7" name="直接箭头连接符 6"/>
          <p:cNvCxnSpPr>
            <a:stCxn id="4" idx="3"/>
            <a:endCxn id="5" idx="7"/>
          </p:cNvCxnSpPr>
          <p:nvPr/>
        </p:nvCxnSpPr>
        <p:spPr>
          <a:xfrm flipH="1">
            <a:off x="1888490" y="2680335"/>
            <a:ext cx="222885" cy="295275"/>
          </a:xfrm>
          <a:prstGeom prst="straightConnector1">
            <a:avLst/>
          </a:prstGeom>
          <a:ln>
            <a:headEnd type="none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直接箭头连接符 7"/>
          <p:cNvCxnSpPr>
            <a:stCxn id="4" idx="5"/>
            <a:endCxn id="6" idx="1"/>
          </p:cNvCxnSpPr>
          <p:nvPr/>
        </p:nvCxnSpPr>
        <p:spPr>
          <a:xfrm>
            <a:off x="2423160" y="2680335"/>
            <a:ext cx="192405" cy="295275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椭圆 8"/>
          <p:cNvSpPr/>
          <p:nvPr/>
        </p:nvSpPr>
        <p:spPr>
          <a:xfrm>
            <a:off x="991870" y="3520440"/>
            <a:ext cx="441325" cy="470535"/>
          </a:xfrm>
          <a:prstGeom prst="ellipse">
            <a:avLst/>
          </a:prstGeom>
          <a:solidFill>
            <a:schemeClr val="bg2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>
                <a:solidFill>
                  <a:schemeClr val="bg1"/>
                </a:solidFill>
              </a:rPr>
              <a:t>D</a:t>
            </a:r>
            <a:endParaRPr lang="en-US" altLang="zh-CN">
              <a:solidFill>
                <a:schemeClr val="bg1"/>
              </a:solidFill>
            </a:endParaRPr>
          </a:p>
        </p:txBody>
      </p:sp>
      <p:cxnSp>
        <p:nvCxnSpPr>
          <p:cNvPr id="10" name="直接箭头连接符 9"/>
          <p:cNvCxnSpPr>
            <a:stCxn id="5" idx="3"/>
            <a:endCxn id="9" idx="7"/>
          </p:cNvCxnSpPr>
          <p:nvPr/>
        </p:nvCxnSpPr>
        <p:spPr>
          <a:xfrm flipH="1">
            <a:off x="1368425" y="3307715"/>
            <a:ext cx="208280" cy="281940"/>
          </a:xfrm>
          <a:prstGeom prst="straightConnector1">
            <a:avLst/>
          </a:prstGeom>
          <a:ln>
            <a:headEnd type="none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椭圆 4"/>
          <p:cNvSpPr/>
          <p:nvPr/>
        </p:nvSpPr>
        <p:spPr>
          <a:xfrm>
            <a:off x="1511935" y="2906395"/>
            <a:ext cx="441325" cy="470535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r>
              <a:rPr lang="en-US" altLang="zh-CN">
                <a:solidFill>
                  <a:schemeClr val="bg1"/>
                </a:solidFill>
                <a:sym typeface="+mn-ea"/>
              </a:rPr>
              <a:t>P</a:t>
            </a:r>
            <a:endParaRPr lang="en-US" altLang="zh-CN">
              <a:solidFill>
                <a:schemeClr val="bg1"/>
              </a:solidFill>
              <a:sym typeface="+mn-ea"/>
            </a:endParaRPr>
          </a:p>
        </p:txBody>
      </p:sp>
      <p:sp>
        <p:nvSpPr>
          <p:cNvPr id="30" name="文本框 29"/>
          <p:cNvSpPr txBox="1"/>
          <p:nvPr/>
        </p:nvSpPr>
        <p:spPr>
          <a:xfrm>
            <a:off x="799465" y="1373505"/>
            <a:ext cx="621728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>
                <a:sym typeface="+mn-ea"/>
              </a:rPr>
              <a:t>交换父亲节点和兄弟节点颜色，并旋转。则在不影响树阶的情况下，把兄弟节点变为黑色，成为前面的情况。</a:t>
            </a:r>
            <a:endParaRPr lang="zh-CN" altLang="en-US">
              <a:sym typeface="+mn-ea"/>
            </a:endParaRPr>
          </a:p>
        </p:txBody>
      </p:sp>
      <p:sp>
        <p:nvSpPr>
          <p:cNvPr id="2" name="椭圆 1"/>
          <p:cNvSpPr/>
          <p:nvPr/>
        </p:nvSpPr>
        <p:spPr>
          <a:xfrm>
            <a:off x="2046605" y="3520440"/>
            <a:ext cx="441325" cy="470535"/>
          </a:xfrm>
          <a:prstGeom prst="ellipse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r>
              <a:rPr lang="en-US" altLang="zh-CN">
                <a:solidFill>
                  <a:schemeClr val="bg1"/>
                </a:solidFill>
                <a:sym typeface="+mn-ea"/>
              </a:rPr>
              <a:t>S</a:t>
            </a:r>
            <a:endParaRPr lang="en-US" altLang="zh-CN">
              <a:solidFill>
                <a:schemeClr val="bg1"/>
              </a:solidFill>
              <a:sym typeface="+mn-ea"/>
            </a:endParaRPr>
          </a:p>
        </p:txBody>
      </p:sp>
      <p:cxnSp>
        <p:nvCxnSpPr>
          <p:cNvPr id="11" name="直接箭头连接符 10"/>
          <p:cNvCxnSpPr>
            <a:stCxn id="5" idx="5"/>
            <a:endCxn id="2" idx="1"/>
          </p:cNvCxnSpPr>
          <p:nvPr/>
        </p:nvCxnSpPr>
        <p:spPr>
          <a:xfrm>
            <a:off x="1888490" y="3307715"/>
            <a:ext cx="222885" cy="28194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椭圆 18"/>
          <p:cNvSpPr/>
          <p:nvPr/>
        </p:nvSpPr>
        <p:spPr>
          <a:xfrm>
            <a:off x="2423160" y="4285615"/>
            <a:ext cx="441325" cy="470535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lIns="0" tIns="0" rIns="0" bIns="0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r>
              <a:rPr lang="en-US" altLang="zh-CN">
                <a:solidFill>
                  <a:schemeClr val="bg1"/>
                </a:solidFill>
                <a:sym typeface="+mn-ea"/>
              </a:rPr>
              <a:t>S</a:t>
            </a:r>
            <a:r>
              <a:rPr lang="en-US" altLang="zh-CN" baseline="-25000">
                <a:solidFill>
                  <a:schemeClr val="bg1"/>
                </a:solidFill>
                <a:sym typeface="+mn-ea"/>
              </a:rPr>
              <a:t>R</a:t>
            </a:r>
            <a:endParaRPr lang="en-US" altLang="zh-CN" baseline="-25000">
              <a:solidFill>
                <a:schemeClr val="bg1"/>
              </a:solidFill>
              <a:sym typeface="+mn-ea"/>
            </a:endParaRPr>
          </a:p>
        </p:txBody>
      </p:sp>
      <p:cxnSp>
        <p:nvCxnSpPr>
          <p:cNvPr id="20" name="直接箭头连接符 19"/>
          <p:cNvCxnSpPr>
            <a:endCxn id="19" idx="0"/>
          </p:cNvCxnSpPr>
          <p:nvPr/>
        </p:nvCxnSpPr>
        <p:spPr>
          <a:xfrm>
            <a:off x="2423160" y="3921760"/>
            <a:ext cx="220980" cy="363855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椭圆 20"/>
          <p:cNvSpPr/>
          <p:nvPr/>
        </p:nvSpPr>
        <p:spPr>
          <a:xfrm>
            <a:off x="1670050" y="4285615"/>
            <a:ext cx="441325" cy="470535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lIns="0" tIns="0" rIns="0" bIns="0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r>
              <a:rPr lang="en-US" altLang="zh-CN">
                <a:solidFill>
                  <a:schemeClr val="bg1"/>
                </a:solidFill>
                <a:sym typeface="+mn-ea"/>
              </a:rPr>
              <a:t>S</a:t>
            </a:r>
            <a:r>
              <a:rPr lang="en-US" altLang="zh-CN" baseline="-25000">
                <a:solidFill>
                  <a:schemeClr val="bg1"/>
                </a:solidFill>
                <a:sym typeface="+mn-ea"/>
              </a:rPr>
              <a:t>L</a:t>
            </a:r>
            <a:endParaRPr lang="en-US" altLang="zh-CN" baseline="-25000">
              <a:solidFill>
                <a:schemeClr val="bg1"/>
              </a:solidFill>
              <a:sym typeface="+mn-ea"/>
            </a:endParaRPr>
          </a:p>
        </p:txBody>
      </p:sp>
      <p:cxnSp>
        <p:nvCxnSpPr>
          <p:cNvPr id="22" name="直接箭头连接符 21"/>
          <p:cNvCxnSpPr>
            <a:endCxn id="21" idx="0"/>
          </p:cNvCxnSpPr>
          <p:nvPr/>
        </p:nvCxnSpPr>
        <p:spPr>
          <a:xfrm flipH="1">
            <a:off x="1891030" y="3921760"/>
            <a:ext cx="220345" cy="363855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椭圆 11"/>
          <p:cNvSpPr/>
          <p:nvPr/>
        </p:nvSpPr>
        <p:spPr>
          <a:xfrm>
            <a:off x="5974080" y="2279015"/>
            <a:ext cx="441325" cy="470535"/>
          </a:xfrm>
          <a:prstGeom prst="ellipse">
            <a:avLst/>
          </a:prstGeom>
          <a:solidFill>
            <a:schemeClr val="bg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lIns="0" tIns="0" rIns="0" bIns="0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r>
              <a:rPr lang="en-US" altLang="zh-CN" sz="1600">
                <a:solidFill>
                  <a:schemeClr val="tx1"/>
                </a:solidFill>
                <a:sym typeface="+mn-ea"/>
              </a:rPr>
              <a:t>GP</a:t>
            </a:r>
            <a:endParaRPr lang="en-US" altLang="zh-CN" sz="1600">
              <a:solidFill>
                <a:schemeClr val="tx1"/>
              </a:solidFill>
              <a:sym typeface="+mn-ea"/>
            </a:endParaRPr>
          </a:p>
        </p:txBody>
      </p:sp>
      <p:sp>
        <p:nvSpPr>
          <p:cNvPr id="13" name="椭圆 12"/>
          <p:cNvSpPr/>
          <p:nvPr/>
        </p:nvSpPr>
        <p:spPr>
          <a:xfrm>
            <a:off x="6478270" y="2906395"/>
            <a:ext cx="441325" cy="470535"/>
          </a:xfrm>
          <a:prstGeom prst="ellipse">
            <a:avLst/>
          </a:prstGeom>
          <a:solidFill>
            <a:schemeClr val="bg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r>
              <a:rPr lang="en-US" altLang="zh-CN">
                <a:solidFill>
                  <a:schemeClr val="tx1"/>
                </a:solidFill>
                <a:sym typeface="+mn-ea"/>
              </a:rPr>
              <a:t>U</a:t>
            </a:r>
            <a:endParaRPr lang="en-US" altLang="zh-CN">
              <a:solidFill>
                <a:schemeClr val="tx1"/>
              </a:solidFill>
              <a:sym typeface="+mn-ea"/>
            </a:endParaRPr>
          </a:p>
        </p:txBody>
      </p:sp>
      <p:cxnSp>
        <p:nvCxnSpPr>
          <p:cNvPr id="14" name="直接箭头连接符 13"/>
          <p:cNvCxnSpPr>
            <a:stCxn id="12" idx="3"/>
            <a:endCxn id="23" idx="7"/>
          </p:cNvCxnSpPr>
          <p:nvPr/>
        </p:nvCxnSpPr>
        <p:spPr>
          <a:xfrm flipH="1">
            <a:off x="5815965" y="2680335"/>
            <a:ext cx="222885" cy="295275"/>
          </a:xfrm>
          <a:prstGeom prst="straightConnector1">
            <a:avLst/>
          </a:prstGeom>
          <a:ln>
            <a:headEnd type="none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接箭头连接符 15"/>
          <p:cNvCxnSpPr>
            <a:stCxn id="12" idx="5"/>
            <a:endCxn id="13" idx="1"/>
          </p:cNvCxnSpPr>
          <p:nvPr/>
        </p:nvCxnSpPr>
        <p:spPr>
          <a:xfrm>
            <a:off x="6350635" y="2680335"/>
            <a:ext cx="192405" cy="295275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椭圆 16"/>
          <p:cNvSpPr/>
          <p:nvPr/>
        </p:nvSpPr>
        <p:spPr>
          <a:xfrm>
            <a:off x="4919345" y="3520440"/>
            <a:ext cx="441325" cy="470535"/>
          </a:xfrm>
          <a:prstGeom prst="ellipse">
            <a:avLst/>
          </a:prstGeom>
          <a:solidFill>
            <a:schemeClr val="bg2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>
                <a:solidFill>
                  <a:schemeClr val="bg1"/>
                </a:solidFill>
              </a:rPr>
              <a:t>D</a:t>
            </a:r>
            <a:endParaRPr lang="en-US" altLang="zh-CN">
              <a:solidFill>
                <a:schemeClr val="bg1"/>
              </a:solidFill>
            </a:endParaRPr>
          </a:p>
        </p:txBody>
      </p:sp>
      <p:cxnSp>
        <p:nvCxnSpPr>
          <p:cNvPr id="18" name="直接箭头连接符 17"/>
          <p:cNvCxnSpPr>
            <a:stCxn id="23" idx="3"/>
            <a:endCxn id="17" idx="7"/>
          </p:cNvCxnSpPr>
          <p:nvPr/>
        </p:nvCxnSpPr>
        <p:spPr>
          <a:xfrm flipH="1">
            <a:off x="5295900" y="3307715"/>
            <a:ext cx="208280" cy="281940"/>
          </a:xfrm>
          <a:prstGeom prst="straightConnector1">
            <a:avLst/>
          </a:prstGeom>
          <a:ln>
            <a:headEnd type="none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椭圆 22"/>
          <p:cNvSpPr/>
          <p:nvPr/>
        </p:nvSpPr>
        <p:spPr>
          <a:xfrm>
            <a:off x="5439410" y="2906395"/>
            <a:ext cx="441325" cy="470535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r>
              <a:rPr lang="en-US" altLang="zh-CN">
                <a:solidFill>
                  <a:schemeClr val="bg1"/>
                </a:solidFill>
                <a:sym typeface="+mn-ea"/>
              </a:rPr>
              <a:t>P</a:t>
            </a:r>
            <a:endParaRPr lang="en-US" altLang="zh-CN">
              <a:solidFill>
                <a:schemeClr val="bg1"/>
              </a:solidFill>
              <a:sym typeface="+mn-ea"/>
            </a:endParaRPr>
          </a:p>
        </p:txBody>
      </p:sp>
      <p:sp>
        <p:nvSpPr>
          <p:cNvPr id="24" name="椭圆 23"/>
          <p:cNvSpPr/>
          <p:nvPr/>
        </p:nvSpPr>
        <p:spPr>
          <a:xfrm>
            <a:off x="5974080" y="3520440"/>
            <a:ext cx="441325" cy="470535"/>
          </a:xfrm>
          <a:prstGeom prst="ellipse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r>
              <a:rPr lang="en-US" altLang="zh-CN">
                <a:solidFill>
                  <a:schemeClr val="bg1"/>
                </a:solidFill>
                <a:sym typeface="+mn-ea"/>
              </a:rPr>
              <a:t>S</a:t>
            </a:r>
            <a:endParaRPr lang="en-US" altLang="zh-CN">
              <a:solidFill>
                <a:schemeClr val="bg1"/>
              </a:solidFill>
              <a:sym typeface="+mn-ea"/>
            </a:endParaRPr>
          </a:p>
        </p:txBody>
      </p:sp>
      <p:cxnSp>
        <p:nvCxnSpPr>
          <p:cNvPr id="25" name="直接箭头连接符 24"/>
          <p:cNvCxnSpPr>
            <a:stCxn id="23" idx="5"/>
            <a:endCxn id="24" idx="1"/>
          </p:cNvCxnSpPr>
          <p:nvPr/>
        </p:nvCxnSpPr>
        <p:spPr>
          <a:xfrm>
            <a:off x="5815965" y="3307715"/>
            <a:ext cx="222885" cy="28194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椭圆 25"/>
          <p:cNvSpPr/>
          <p:nvPr/>
        </p:nvSpPr>
        <p:spPr>
          <a:xfrm>
            <a:off x="6350635" y="4285615"/>
            <a:ext cx="441325" cy="470535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lIns="0" tIns="0" rIns="0" bIns="0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r>
              <a:rPr lang="en-US" altLang="zh-CN">
                <a:solidFill>
                  <a:schemeClr val="bg1"/>
                </a:solidFill>
                <a:sym typeface="+mn-ea"/>
              </a:rPr>
              <a:t>S</a:t>
            </a:r>
            <a:r>
              <a:rPr lang="en-US" altLang="zh-CN" baseline="-25000">
                <a:solidFill>
                  <a:schemeClr val="bg1"/>
                </a:solidFill>
                <a:sym typeface="+mn-ea"/>
              </a:rPr>
              <a:t>R</a:t>
            </a:r>
            <a:endParaRPr lang="en-US" altLang="zh-CN" baseline="-25000">
              <a:solidFill>
                <a:schemeClr val="bg1"/>
              </a:solidFill>
              <a:sym typeface="+mn-ea"/>
            </a:endParaRPr>
          </a:p>
        </p:txBody>
      </p:sp>
      <p:cxnSp>
        <p:nvCxnSpPr>
          <p:cNvPr id="27" name="直接箭头连接符 26"/>
          <p:cNvCxnSpPr>
            <a:endCxn id="26" idx="0"/>
          </p:cNvCxnSpPr>
          <p:nvPr/>
        </p:nvCxnSpPr>
        <p:spPr>
          <a:xfrm>
            <a:off x="6350635" y="3921760"/>
            <a:ext cx="220980" cy="363855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椭圆 27"/>
          <p:cNvSpPr/>
          <p:nvPr/>
        </p:nvSpPr>
        <p:spPr>
          <a:xfrm>
            <a:off x="5597525" y="4285615"/>
            <a:ext cx="441325" cy="470535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lIns="0" tIns="0" rIns="0" bIns="0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r>
              <a:rPr lang="en-US" altLang="zh-CN">
                <a:solidFill>
                  <a:schemeClr val="bg1"/>
                </a:solidFill>
                <a:sym typeface="+mn-ea"/>
              </a:rPr>
              <a:t>S</a:t>
            </a:r>
            <a:r>
              <a:rPr lang="en-US" altLang="zh-CN" baseline="-25000">
                <a:solidFill>
                  <a:schemeClr val="bg1"/>
                </a:solidFill>
                <a:sym typeface="+mn-ea"/>
              </a:rPr>
              <a:t>L</a:t>
            </a:r>
            <a:endParaRPr lang="en-US" altLang="zh-CN" baseline="-25000">
              <a:solidFill>
                <a:schemeClr val="bg1"/>
              </a:solidFill>
              <a:sym typeface="+mn-ea"/>
            </a:endParaRPr>
          </a:p>
        </p:txBody>
      </p:sp>
      <p:cxnSp>
        <p:nvCxnSpPr>
          <p:cNvPr id="29" name="直接箭头连接符 28"/>
          <p:cNvCxnSpPr>
            <a:endCxn id="28" idx="0"/>
          </p:cNvCxnSpPr>
          <p:nvPr/>
        </p:nvCxnSpPr>
        <p:spPr>
          <a:xfrm flipH="1">
            <a:off x="5818505" y="3921760"/>
            <a:ext cx="220345" cy="363855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椭圆 43"/>
          <p:cNvSpPr/>
          <p:nvPr/>
        </p:nvSpPr>
        <p:spPr>
          <a:xfrm>
            <a:off x="9914890" y="2312035"/>
            <a:ext cx="441325" cy="470535"/>
          </a:xfrm>
          <a:prstGeom prst="ellipse">
            <a:avLst/>
          </a:prstGeom>
          <a:solidFill>
            <a:schemeClr val="bg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lIns="0" tIns="0" rIns="0" bIns="0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r>
              <a:rPr lang="en-US" altLang="zh-CN" sz="1600">
                <a:solidFill>
                  <a:schemeClr val="tx1"/>
                </a:solidFill>
                <a:sym typeface="+mn-ea"/>
              </a:rPr>
              <a:t>GP</a:t>
            </a:r>
            <a:endParaRPr lang="en-US" altLang="zh-CN" sz="1600">
              <a:solidFill>
                <a:schemeClr val="tx1"/>
              </a:solidFill>
              <a:sym typeface="+mn-ea"/>
            </a:endParaRPr>
          </a:p>
        </p:txBody>
      </p:sp>
      <p:sp>
        <p:nvSpPr>
          <p:cNvPr id="45" name="椭圆 44"/>
          <p:cNvSpPr/>
          <p:nvPr/>
        </p:nvSpPr>
        <p:spPr>
          <a:xfrm>
            <a:off x="10419080" y="2939415"/>
            <a:ext cx="441325" cy="470535"/>
          </a:xfrm>
          <a:prstGeom prst="ellipse">
            <a:avLst/>
          </a:prstGeom>
          <a:solidFill>
            <a:schemeClr val="bg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r>
              <a:rPr lang="en-US" altLang="zh-CN">
                <a:solidFill>
                  <a:schemeClr val="tx1"/>
                </a:solidFill>
                <a:sym typeface="+mn-ea"/>
              </a:rPr>
              <a:t>U</a:t>
            </a:r>
            <a:endParaRPr lang="en-US" altLang="zh-CN">
              <a:solidFill>
                <a:schemeClr val="tx1"/>
              </a:solidFill>
              <a:sym typeface="+mn-ea"/>
            </a:endParaRPr>
          </a:p>
        </p:txBody>
      </p:sp>
      <p:cxnSp>
        <p:nvCxnSpPr>
          <p:cNvPr id="46" name="直接箭头连接符 45"/>
          <p:cNvCxnSpPr>
            <a:stCxn id="44" idx="3"/>
            <a:endCxn id="51" idx="7"/>
          </p:cNvCxnSpPr>
          <p:nvPr/>
        </p:nvCxnSpPr>
        <p:spPr>
          <a:xfrm flipH="1">
            <a:off x="9775825" y="2713355"/>
            <a:ext cx="203835" cy="281940"/>
          </a:xfrm>
          <a:prstGeom prst="straightConnector1">
            <a:avLst/>
          </a:prstGeom>
          <a:ln>
            <a:headEnd type="none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直接箭头连接符 46"/>
          <p:cNvCxnSpPr>
            <a:stCxn id="44" idx="5"/>
            <a:endCxn id="45" idx="1"/>
          </p:cNvCxnSpPr>
          <p:nvPr/>
        </p:nvCxnSpPr>
        <p:spPr>
          <a:xfrm>
            <a:off x="10291445" y="2713355"/>
            <a:ext cx="192405" cy="295275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椭圆 47"/>
          <p:cNvSpPr/>
          <p:nvPr/>
        </p:nvSpPr>
        <p:spPr>
          <a:xfrm>
            <a:off x="8693150" y="4249420"/>
            <a:ext cx="441325" cy="470535"/>
          </a:xfrm>
          <a:prstGeom prst="ellipse">
            <a:avLst/>
          </a:prstGeom>
          <a:solidFill>
            <a:schemeClr val="bg2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>
                <a:solidFill>
                  <a:schemeClr val="bg1"/>
                </a:solidFill>
              </a:rPr>
              <a:t>D</a:t>
            </a:r>
            <a:endParaRPr lang="en-US" altLang="zh-CN">
              <a:solidFill>
                <a:schemeClr val="bg1"/>
              </a:solidFill>
            </a:endParaRPr>
          </a:p>
        </p:txBody>
      </p:sp>
      <p:cxnSp>
        <p:nvCxnSpPr>
          <p:cNvPr id="49" name="直接箭头连接符 48"/>
          <p:cNvCxnSpPr>
            <a:stCxn id="50" idx="3"/>
            <a:endCxn id="48" idx="0"/>
          </p:cNvCxnSpPr>
          <p:nvPr/>
        </p:nvCxnSpPr>
        <p:spPr>
          <a:xfrm flipH="1">
            <a:off x="8914130" y="3954780"/>
            <a:ext cx="220345" cy="294640"/>
          </a:xfrm>
          <a:prstGeom prst="straightConnector1">
            <a:avLst/>
          </a:prstGeom>
          <a:ln>
            <a:headEnd type="none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椭圆 49"/>
          <p:cNvSpPr/>
          <p:nvPr/>
        </p:nvSpPr>
        <p:spPr>
          <a:xfrm>
            <a:off x="9069705" y="3553460"/>
            <a:ext cx="441325" cy="470535"/>
          </a:xfrm>
          <a:prstGeom prst="ellipse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r>
              <a:rPr lang="en-US" altLang="zh-CN">
                <a:solidFill>
                  <a:schemeClr val="bg1"/>
                </a:solidFill>
                <a:sym typeface="+mn-ea"/>
              </a:rPr>
              <a:t>P</a:t>
            </a:r>
            <a:endParaRPr lang="en-US" altLang="zh-CN">
              <a:solidFill>
                <a:schemeClr val="bg1"/>
              </a:solidFill>
              <a:sym typeface="+mn-ea"/>
            </a:endParaRPr>
          </a:p>
        </p:txBody>
      </p:sp>
      <p:sp>
        <p:nvSpPr>
          <p:cNvPr id="51" name="椭圆 50"/>
          <p:cNvSpPr/>
          <p:nvPr/>
        </p:nvSpPr>
        <p:spPr>
          <a:xfrm>
            <a:off x="9399270" y="2926080"/>
            <a:ext cx="441325" cy="470535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r>
              <a:rPr lang="en-US" altLang="zh-CN">
                <a:solidFill>
                  <a:schemeClr val="bg1"/>
                </a:solidFill>
                <a:sym typeface="+mn-ea"/>
              </a:rPr>
              <a:t>S</a:t>
            </a:r>
            <a:endParaRPr lang="en-US" altLang="zh-CN">
              <a:solidFill>
                <a:schemeClr val="bg1"/>
              </a:solidFill>
              <a:sym typeface="+mn-ea"/>
            </a:endParaRPr>
          </a:p>
        </p:txBody>
      </p:sp>
      <p:cxnSp>
        <p:nvCxnSpPr>
          <p:cNvPr id="52" name="直接箭头连接符 51"/>
          <p:cNvCxnSpPr>
            <a:stCxn id="50" idx="5"/>
            <a:endCxn id="55" idx="0"/>
          </p:cNvCxnSpPr>
          <p:nvPr/>
        </p:nvCxnSpPr>
        <p:spPr>
          <a:xfrm>
            <a:off x="9446260" y="3954780"/>
            <a:ext cx="183515" cy="29464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椭圆 52"/>
          <p:cNvSpPr/>
          <p:nvPr/>
        </p:nvSpPr>
        <p:spPr>
          <a:xfrm>
            <a:off x="9850120" y="3622040"/>
            <a:ext cx="441325" cy="470535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lIns="0" tIns="0" rIns="0" bIns="0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r>
              <a:rPr lang="en-US" altLang="zh-CN">
                <a:solidFill>
                  <a:schemeClr val="bg1"/>
                </a:solidFill>
                <a:sym typeface="+mn-ea"/>
              </a:rPr>
              <a:t>S</a:t>
            </a:r>
            <a:r>
              <a:rPr lang="en-US" altLang="zh-CN" baseline="-25000">
                <a:solidFill>
                  <a:schemeClr val="bg1"/>
                </a:solidFill>
                <a:sym typeface="+mn-ea"/>
              </a:rPr>
              <a:t>R</a:t>
            </a:r>
            <a:endParaRPr lang="en-US" altLang="zh-CN" baseline="-25000">
              <a:solidFill>
                <a:schemeClr val="bg1"/>
              </a:solidFill>
              <a:sym typeface="+mn-ea"/>
            </a:endParaRPr>
          </a:p>
        </p:txBody>
      </p:sp>
      <p:cxnSp>
        <p:nvCxnSpPr>
          <p:cNvPr id="54" name="直接箭头连接符 53"/>
          <p:cNvCxnSpPr>
            <a:stCxn id="51" idx="5"/>
            <a:endCxn id="53" idx="0"/>
          </p:cNvCxnSpPr>
          <p:nvPr/>
        </p:nvCxnSpPr>
        <p:spPr>
          <a:xfrm>
            <a:off x="9775825" y="3327400"/>
            <a:ext cx="295275" cy="29464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5" name="椭圆 54"/>
          <p:cNvSpPr/>
          <p:nvPr/>
        </p:nvSpPr>
        <p:spPr>
          <a:xfrm>
            <a:off x="9408795" y="4249420"/>
            <a:ext cx="441325" cy="470535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lIns="0" tIns="0" rIns="0" bIns="0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r>
              <a:rPr lang="en-US" altLang="zh-CN">
                <a:solidFill>
                  <a:schemeClr val="bg1"/>
                </a:solidFill>
                <a:sym typeface="+mn-ea"/>
              </a:rPr>
              <a:t>S</a:t>
            </a:r>
            <a:r>
              <a:rPr lang="en-US" altLang="zh-CN" baseline="-25000">
                <a:solidFill>
                  <a:schemeClr val="bg1"/>
                </a:solidFill>
                <a:sym typeface="+mn-ea"/>
              </a:rPr>
              <a:t>L</a:t>
            </a:r>
            <a:endParaRPr lang="en-US" altLang="zh-CN" baseline="-25000">
              <a:solidFill>
                <a:schemeClr val="bg1"/>
              </a:solidFill>
              <a:sym typeface="+mn-ea"/>
            </a:endParaRPr>
          </a:p>
        </p:txBody>
      </p:sp>
      <p:cxnSp>
        <p:nvCxnSpPr>
          <p:cNvPr id="56" name="直接箭头连接符 55"/>
          <p:cNvCxnSpPr>
            <a:stCxn id="51" idx="3"/>
            <a:endCxn id="50" idx="0"/>
          </p:cNvCxnSpPr>
          <p:nvPr/>
        </p:nvCxnSpPr>
        <p:spPr>
          <a:xfrm flipH="1">
            <a:off x="9290685" y="3327400"/>
            <a:ext cx="173355" cy="22606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0000 0.000000 L -0.027812 0.109259 " pathEditMode="relative" rAng="0" ptsTypes="">
                                      <p:cBhvr>
                                        <p:cTn id="6" dur="2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2" y="52"/>
                                    </p:animMotion>
                                  </p:childTnLst>
                                </p:cTn>
                              </p:par>
                              <p:par>
                                <p:cTn id="7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8" dur="2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43308"/>
                                      </p:to>
                                    </p:animClr>
                                    <p:set>
                                      <p:cBhvr>
                                        <p:cTn id="9" dur="2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0" dur="2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0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0000 0.000000 L -0.038385 0.090278 " pathEditMode="relative" rAng="0" ptsTypes="">
                                      <p:cBhvr>
                                        <p:cTn id="12" dur="2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20" y="49"/>
                                    </p:animMotion>
                                  </p:childTnLst>
                                </p:cTn>
                              </p:par>
                              <p:par>
                                <p:cTn id="13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4" dur="2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5" dur="2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6" dur="2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0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0000 0.000000 L -0.042969 -0.094444 " pathEditMode="relative" ptsTypes="">
                                      <p:cBhvr>
                                        <p:cTn id="18" dur="2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0000 0.000000 L -0.039375 -0.096667 " pathEditMode="relative" rAng="0" ptsTypes="">
                                      <p:cBhvr>
                                        <p:cTn id="20" dur="2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9" y="-47"/>
                                    </p:animMotion>
                                  </p:childTnLst>
                                </p:cTn>
                              </p:par>
                              <p:par>
                                <p:cTn id="21" presetID="0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0000 0.000000 L -0.079948 0.003981 " pathEditMode="relative" rAng="0" ptsTypes="">
                                      <p:cBhvr>
                                        <p:cTn id="22" dur="2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40" y="4"/>
                                    </p:animMotion>
                                  </p:childTnLst>
                                </p:cTn>
                              </p:par>
                              <p:par>
                                <p:cTn id="23" presetID="0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0000 0.000000 L -0.076198 0.003981 " pathEditMode="relative" rAng="0" ptsTypes="">
                                      <p:cBhvr>
                                        <p:cTn id="24" dur="2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38" y="4"/>
                                    </p:animMotion>
                                  </p:childTnLst>
                                </p:cTn>
                              </p:par>
                              <p:par>
                                <p:cTn id="25" presetID="0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0000 0.000000 L -0.009792 0.000000 " pathEditMode="relative" ptsTypes="">
                                      <p:cBhvr>
                                        <p:cTn id="26" dur="2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  <p:bldP spid="23" grpId="0" animBg="1"/>
      <p:bldP spid="24" grpId="0" animBg="1"/>
      <p:bldP spid="26" grpId="0" animBg="1"/>
      <p:bldP spid="28" grpId="0" animBg="1"/>
    </p:bldLst>
  </p:timing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UNIT_ISCONTENTSTITLE" val="0"/>
  <p:tag name="KSO_WM_UNIT_ISNUMDGMTITLE" val="0"/>
  <p:tag name="KSO_WM_UNIT_PRESET_TEXT" val="空白演示"/>
  <p:tag name="KSO_WM_UNIT_NOCLEAR" val="0"/>
  <p:tag name="KSO_WM_UNIT_SHOW_EDIT_AREA_INDICATION" val="1"/>
  <p:tag name="KSO_WM_UNIT_VALUE" val="28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205081_1*a*1"/>
  <p:tag name="KSO_WM_TEMPLATE_CATEGORY" val="custom"/>
  <p:tag name="KSO_WM_TEMPLATE_INDEX" val="20205081"/>
  <p:tag name="KSO_WM_UNIT_LAYERLEVEL" val="1"/>
  <p:tag name="KSO_WM_TAG_VERSION" val="1.0"/>
  <p:tag name="KSO_WM_BEAUTIFY_FLAG" val="#wm#"/>
</p:tagLst>
</file>

<file path=ppt/tags/tag63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输入您的封面副标题"/>
  <p:tag name="KSO_WM_UNIT_NOCLEAR" val="0"/>
  <p:tag name="KSO_WM_UNIT_SHOW_EDIT_AREA_INDICATION" val="1"/>
  <p:tag name="KSO_WM_UNIT_VALUE" val="111"/>
  <p:tag name="KSO_WM_UNIT_HIGHLIGHT" val="0"/>
  <p:tag name="KSO_WM_UNIT_COMPATIBLE" val="0"/>
  <p:tag name="KSO_WM_UNIT_DIAGRAM_ISNUMVISUAL" val="0"/>
  <p:tag name="KSO_WM_UNIT_DIAGRAM_ISREFERUNIT" val="0"/>
  <p:tag name="KSO_WM_UNIT_TYPE" val="b"/>
  <p:tag name="KSO_WM_UNIT_INDEX" val="1"/>
  <p:tag name="KSO_WM_UNIT_ID" val="custom20205081_1*b*1"/>
  <p:tag name="KSO_WM_TEMPLATE_CATEGORY" val="custom"/>
  <p:tag name="KSO_WM_TEMPLATE_INDEX" val="20205081"/>
  <p:tag name="KSO_WM_UNIT_LAYERLEVEL" val="1"/>
  <p:tag name="KSO_WM_TAG_VERSION" val="1.0"/>
  <p:tag name="KSO_WM_BEAUTIFY_FLAG" val="#wm#"/>
</p:tagLst>
</file>

<file path=ppt/tags/tag64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65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66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67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68.xml><?xml version="1.0" encoding="utf-8"?>
<p:tagLst xmlns:p="http://schemas.openxmlformats.org/presentationml/2006/main">
  <p:tag name="KSO_WM_TEMPLATE_CATEGORY" val="basetag"/>
  <p:tag name="KSO_WM_TEMPLATE_INDEX" val="20164241"/>
</p:tagLst>
</file>

<file path=ppt/tags/tag69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70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71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heme/theme1.xml><?xml version="1.0" encoding="utf-8"?>
<a:theme xmlns:a="http://schemas.openxmlformats.org/drawingml/2006/main" name="Office 主题​​">
  <a:themeElements>
    <a:clrScheme name="新版空白演示配色">
      <a:dk1>
        <a:srgbClr val="000000"/>
      </a:dk1>
      <a:lt1>
        <a:srgbClr val="FFFFFF"/>
      </a:lt1>
      <a:dk2>
        <a:srgbClr val="0F1423"/>
      </a:dk2>
      <a:lt2>
        <a:srgbClr val="FFFFFF"/>
      </a:lt2>
      <a:accent1>
        <a:srgbClr val="6096E6"/>
      </a:accent1>
      <a:accent2>
        <a:srgbClr val="58B6E5"/>
      </a:accent2>
      <a:accent3>
        <a:srgbClr val="56CA95"/>
      </a:accent3>
      <a:accent4>
        <a:srgbClr val="FFBA55"/>
      </a:accent4>
      <a:accent5>
        <a:srgbClr val="F18870"/>
      </a:accent5>
      <a:accent6>
        <a:srgbClr val="EC5F74"/>
      </a:accent6>
      <a:hlink>
        <a:srgbClr val="0563C1"/>
      </a:hlink>
      <a:folHlink>
        <a:srgbClr val="954D72"/>
      </a:folHlink>
    </a:clrScheme>
    <a:fontScheme name="自定义 9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591</Words>
  <Application>WPS 演示</Application>
  <PresentationFormat>宽屏</PresentationFormat>
  <Paragraphs>194</Paragraphs>
  <Slides>8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8</vt:i4>
      </vt:variant>
    </vt:vector>
  </HeadingPairs>
  <TitlesOfParts>
    <vt:vector size="16" baseType="lpstr">
      <vt:lpstr>Arial</vt:lpstr>
      <vt:lpstr>宋体</vt:lpstr>
      <vt:lpstr>Wingdings</vt:lpstr>
      <vt:lpstr>微软雅黑</vt:lpstr>
      <vt:lpstr>Wingdings</vt:lpstr>
      <vt:lpstr>Arial Unicode MS</vt:lpstr>
      <vt:lpstr>Calibri</vt:lpstr>
      <vt:lpstr>Office 主题​​</vt:lpstr>
      <vt:lpstr>RBTree删除旋转</vt:lpstr>
      <vt:lpstr>右旋</vt:lpstr>
      <vt:lpstr>左旋</vt:lpstr>
      <vt:lpstr>节点定义</vt:lpstr>
      <vt:lpstr>红－黑树的删除</vt:lpstr>
      <vt:lpstr>删除情况1-兄弟节点为黑色，兄弟儿子节点全为黑色</vt:lpstr>
      <vt:lpstr>删除情况2-兄弟节点为黑，兄弟孩子节点非全黑色</vt:lpstr>
      <vt:lpstr>删除情况3-兄弟节点为红色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空白演示</dc:title>
  <dc:creator/>
  <cp:lastModifiedBy>刘明铭</cp:lastModifiedBy>
  <cp:revision>178</cp:revision>
  <dcterms:created xsi:type="dcterms:W3CDTF">2019-06-19T02:08:00Z</dcterms:created>
  <dcterms:modified xsi:type="dcterms:W3CDTF">2021-04-27T07:12:41Z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2052-11.1.0.9513</vt:lpwstr>
  </property>
</Properties>
</file>