
<file path=[Content_Types].xml><?xml version="1.0" encoding="utf-8"?>
<Types xmlns="http://schemas.openxmlformats.org/package/2006/content-types">
  <Default Extension="vml" ContentType="application/vnd.openxmlformats-officedocument.vmlDrawing"/>
  <Default Extension="bin" ContentType="application/vnd.openxmlformats-officedocument.oleObject"/>
  <Default Extension="jpeg" ContentType="image/jpeg"/>
  <Default Extension="JPG" ContentType="image/.jpg"/>
  <Default Extension="wmf" ContentType="image/x-wmf"/>
  <Default Extension="png" ContentType="image/png"/>
  <Default Extension="emf" ContentType="image/x-em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Override1.xml" ContentType="application/vnd.openxmlformats-officedocument.themeOverride+xml"/>
  <Override PartName="/ppt/theme/themeOverride2.xml" ContentType="application/vnd.openxmlformats-officedocument.themeOverride+xml"/>
  <Override PartName="/ppt/theme/themeOverride3.xml" ContentType="application/vnd.openxmlformats-officedocument.themeOverride+xml"/>
  <Override PartName="/ppt/theme/themeOverride4.xml" ContentType="application/vnd.openxmlformats-officedocument.themeOverrid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autoCompressPictures="0">
  <p:sldMasterIdLst>
    <p:sldMasterId id="2147483648" r:id="rId1"/>
    <p:sldMasterId id="2147483660" r:id="rId3"/>
  </p:sldMasterIdLst>
  <p:notesMasterIdLst>
    <p:notesMasterId r:id="rId5"/>
  </p:notesMasterIdLst>
  <p:handoutMasterIdLst>
    <p:handoutMasterId r:id="rId90"/>
  </p:handoutMasterIdLst>
  <p:sldIdLst>
    <p:sldId id="257" r:id="rId4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8" r:id="rId26"/>
    <p:sldId id="279" r:id="rId27"/>
    <p:sldId id="280" r:id="rId28"/>
    <p:sldId id="281" r:id="rId29"/>
    <p:sldId id="282" r:id="rId30"/>
    <p:sldId id="283" r:id="rId31"/>
    <p:sldId id="284" r:id="rId32"/>
    <p:sldId id="285" r:id="rId33"/>
    <p:sldId id="286" r:id="rId34"/>
    <p:sldId id="287" r:id="rId35"/>
    <p:sldId id="288" r:id="rId36"/>
    <p:sldId id="289" r:id="rId37"/>
    <p:sldId id="290" r:id="rId38"/>
    <p:sldId id="291" r:id="rId39"/>
    <p:sldId id="292" r:id="rId40"/>
    <p:sldId id="293" r:id="rId41"/>
    <p:sldId id="294" r:id="rId42"/>
    <p:sldId id="295" r:id="rId43"/>
    <p:sldId id="296" r:id="rId44"/>
    <p:sldId id="297" r:id="rId45"/>
    <p:sldId id="298" r:id="rId46"/>
    <p:sldId id="299" r:id="rId47"/>
    <p:sldId id="300" r:id="rId48"/>
    <p:sldId id="301" r:id="rId49"/>
    <p:sldId id="302" r:id="rId50"/>
    <p:sldId id="303" r:id="rId51"/>
    <p:sldId id="304" r:id="rId52"/>
    <p:sldId id="305" r:id="rId53"/>
    <p:sldId id="306" r:id="rId54"/>
    <p:sldId id="307" r:id="rId55"/>
    <p:sldId id="308" r:id="rId56"/>
    <p:sldId id="309" r:id="rId57"/>
    <p:sldId id="310" r:id="rId58"/>
    <p:sldId id="311" r:id="rId59"/>
    <p:sldId id="312" r:id="rId60"/>
    <p:sldId id="313" r:id="rId61"/>
    <p:sldId id="314" r:id="rId62"/>
    <p:sldId id="315" r:id="rId63"/>
    <p:sldId id="316" r:id="rId64"/>
    <p:sldId id="317" r:id="rId65"/>
    <p:sldId id="319" r:id="rId66"/>
    <p:sldId id="320" r:id="rId67"/>
    <p:sldId id="321" r:id="rId68"/>
    <p:sldId id="322" r:id="rId69"/>
    <p:sldId id="323" r:id="rId70"/>
    <p:sldId id="324" r:id="rId71"/>
    <p:sldId id="325" r:id="rId72"/>
    <p:sldId id="326" r:id="rId73"/>
    <p:sldId id="327" r:id="rId74"/>
    <p:sldId id="328" r:id="rId75"/>
    <p:sldId id="329" r:id="rId76"/>
    <p:sldId id="330" r:id="rId77"/>
    <p:sldId id="331" r:id="rId78"/>
    <p:sldId id="332" r:id="rId79"/>
    <p:sldId id="333" r:id="rId80"/>
    <p:sldId id="334" r:id="rId81"/>
    <p:sldId id="335" r:id="rId82"/>
    <p:sldId id="336" r:id="rId83"/>
    <p:sldId id="337" r:id="rId84"/>
    <p:sldId id="338" r:id="rId85"/>
    <p:sldId id="339" r:id="rId86"/>
    <p:sldId id="340" r:id="rId87"/>
    <p:sldId id="341" r:id="rId88"/>
    <p:sldId id="342" r:id="rId89"/>
  </p:sldIdLst>
  <p:sldSz cx="9144000" cy="6858000" type="screen4x3"/>
  <p:notesSz cx="7099300" cy="10234295"/>
  <p:custDataLst>
    <p:tags r:id="rId94"/>
  </p:custDataLst>
  <p:defaultTextStyle>
    <a:defPPr rtl="0"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59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2FDB2607-1784-4EEB-B798-7EB5836EED8A}">
        <p14:showMediaCtrls xmlns:p14="http://schemas.microsoft.com/office/powerpoint/2010/main" val="1"/>
      </p:ext>
    </p:extLst>
  </p:showPr>
  <p:clrMru>
    <a:srgbClr val="F2F7FB"/>
    <a:srgbClr val="45B0C5"/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81892" autoAdjust="0"/>
  </p:normalViewPr>
  <p:slideViewPr>
    <p:cSldViewPr snapToGrid="0" showGuides="1">
      <p:cViewPr varScale="1">
        <p:scale>
          <a:sx n="91" d="100"/>
          <a:sy n="91" d="100"/>
        </p:scale>
        <p:origin x="2082" y="90"/>
      </p:cViewPr>
      <p:guideLst>
        <p:guide orient="horz" pos="2159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88" d="100"/>
          <a:sy n="88" d="100"/>
        </p:scale>
        <p:origin x="2064" y="7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4" Type="http://schemas.openxmlformats.org/officeDocument/2006/relationships/tags" Target="tags/tag137.xml"/><Relationship Id="rId93" Type="http://schemas.openxmlformats.org/officeDocument/2006/relationships/tableStyles" Target="tableStyles.xml"/><Relationship Id="rId92" Type="http://schemas.openxmlformats.org/officeDocument/2006/relationships/viewProps" Target="viewProps.xml"/><Relationship Id="rId91" Type="http://schemas.openxmlformats.org/officeDocument/2006/relationships/presProps" Target="presProps.xml"/><Relationship Id="rId90" Type="http://schemas.openxmlformats.org/officeDocument/2006/relationships/handoutMaster" Target="handoutMasters/handoutMaster1.xml"/><Relationship Id="rId9" Type="http://schemas.openxmlformats.org/officeDocument/2006/relationships/slide" Target="slides/slide5.xml"/><Relationship Id="rId89" Type="http://schemas.openxmlformats.org/officeDocument/2006/relationships/slide" Target="slides/slide85.xml"/><Relationship Id="rId88" Type="http://schemas.openxmlformats.org/officeDocument/2006/relationships/slide" Target="slides/slide84.xml"/><Relationship Id="rId87" Type="http://schemas.openxmlformats.org/officeDocument/2006/relationships/slide" Target="slides/slide83.xml"/><Relationship Id="rId86" Type="http://schemas.openxmlformats.org/officeDocument/2006/relationships/slide" Target="slides/slide82.xml"/><Relationship Id="rId85" Type="http://schemas.openxmlformats.org/officeDocument/2006/relationships/slide" Target="slides/slide81.xml"/><Relationship Id="rId84" Type="http://schemas.openxmlformats.org/officeDocument/2006/relationships/slide" Target="slides/slide80.xml"/><Relationship Id="rId83" Type="http://schemas.openxmlformats.org/officeDocument/2006/relationships/slide" Target="slides/slide79.xml"/><Relationship Id="rId82" Type="http://schemas.openxmlformats.org/officeDocument/2006/relationships/slide" Target="slides/slide78.xml"/><Relationship Id="rId81" Type="http://schemas.openxmlformats.org/officeDocument/2006/relationships/slide" Target="slides/slide77.xml"/><Relationship Id="rId80" Type="http://schemas.openxmlformats.org/officeDocument/2006/relationships/slide" Target="slides/slide76.xml"/><Relationship Id="rId8" Type="http://schemas.openxmlformats.org/officeDocument/2006/relationships/slide" Target="slides/slide4.xml"/><Relationship Id="rId79" Type="http://schemas.openxmlformats.org/officeDocument/2006/relationships/slide" Target="slides/slide75.xml"/><Relationship Id="rId78" Type="http://schemas.openxmlformats.org/officeDocument/2006/relationships/slide" Target="slides/slide74.xml"/><Relationship Id="rId77" Type="http://schemas.openxmlformats.org/officeDocument/2006/relationships/slide" Target="slides/slide73.xml"/><Relationship Id="rId76" Type="http://schemas.openxmlformats.org/officeDocument/2006/relationships/slide" Target="slides/slide72.xml"/><Relationship Id="rId75" Type="http://schemas.openxmlformats.org/officeDocument/2006/relationships/slide" Target="slides/slide71.xml"/><Relationship Id="rId74" Type="http://schemas.openxmlformats.org/officeDocument/2006/relationships/slide" Target="slides/slide70.xml"/><Relationship Id="rId73" Type="http://schemas.openxmlformats.org/officeDocument/2006/relationships/slide" Target="slides/slide69.xml"/><Relationship Id="rId72" Type="http://schemas.openxmlformats.org/officeDocument/2006/relationships/slide" Target="slides/slide68.xml"/><Relationship Id="rId71" Type="http://schemas.openxmlformats.org/officeDocument/2006/relationships/slide" Target="slides/slide67.xml"/><Relationship Id="rId70" Type="http://schemas.openxmlformats.org/officeDocument/2006/relationships/slide" Target="slides/slide66.xml"/><Relationship Id="rId7" Type="http://schemas.openxmlformats.org/officeDocument/2006/relationships/slide" Target="slides/slide3.xml"/><Relationship Id="rId69" Type="http://schemas.openxmlformats.org/officeDocument/2006/relationships/slide" Target="slides/slide65.xml"/><Relationship Id="rId68" Type="http://schemas.openxmlformats.org/officeDocument/2006/relationships/slide" Target="slides/slide64.xml"/><Relationship Id="rId67" Type="http://schemas.openxmlformats.org/officeDocument/2006/relationships/slide" Target="slides/slide63.xml"/><Relationship Id="rId66" Type="http://schemas.openxmlformats.org/officeDocument/2006/relationships/slide" Target="slides/slide62.xml"/><Relationship Id="rId65" Type="http://schemas.openxmlformats.org/officeDocument/2006/relationships/slide" Target="slides/slide61.xml"/><Relationship Id="rId64" Type="http://schemas.openxmlformats.org/officeDocument/2006/relationships/slide" Target="slides/slide60.xml"/><Relationship Id="rId63" Type="http://schemas.openxmlformats.org/officeDocument/2006/relationships/slide" Target="slides/slide59.xml"/><Relationship Id="rId62" Type="http://schemas.openxmlformats.org/officeDocument/2006/relationships/slide" Target="slides/slide58.xml"/><Relationship Id="rId61" Type="http://schemas.openxmlformats.org/officeDocument/2006/relationships/slide" Target="slides/slide57.xml"/><Relationship Id="rId60" Type="http://schemas.openxmlformats.org/officeDocument/2006/relationships/slide" Target="slides/slide56.xml"/><Relationship Id="rId6" Type="http://schemas.openxmlformats.org/officeDocument/2006/relationships/slide" Target="slides/slide2.xml"/><Relationship Id="rId59" Type="http://schemas.openxmlformats.org/officeDocument/2006/relationships/slide" Target="slides/slide55.xml"/><Relationship Id="rId58" Type="http://schemas.openxmlformats.org/officeDocument/2006/relationships/slide" Target="slides/slide54.xml"/><Relationship Id="rId57" Type="http://schemas.openxmlformats.org/officeDocument/2006/relationships/slide" Target="slides/slide53.xml"/><Relationship Id="rId56" Type="http://schemas.openxmlformats.org/officeDocument/2006/relationships/slide" Target="slides/slide52.xml"/><Relationship Id="rId55" Type="http://schemas.openxmlformats.org/officeDocument/2006/relationships/slide" Target="slides/slide51.xml"/><Relationship Id="rId54" Type="http://schemas.openxmlformats.org/officeDocument/2006/relationships/slide" Target="slides/slide50.xml"/><Relationship Id="rId53" Type="http://schemas.openxmlformats.org/officeDocument/2006/relationships/slide" Target="slides/slide49.xml"/><Relationship Id="rId52" Type="http://schemas.openxmlformats.org/officeDocument/2006/relationships/slide" Target="slides/slide48.xml"/><Relationship Id="rId51" Type="http://schemas.openxmlformats.org/officeDocument/2006/relationships/slide" Target="slides/slide47.xml"/><Relationship Id="rId50" Type="http://schemas.openxmlformats.org/officeDocument/2006/relationships/slide" Target="slides/slide46.xml"/><Relationship Id="rId5" Type="http://schemas.openxmlformats.org/officeDocument/2006/relationships/notesMaster" Target="notesMasters/notesMaster1.xml"/><Relationship Id="rId49" Type="http://schemas.openxmlformats.org/officeDocument/2006/relationships/slide" Target="slides/slide45.xml"/><Relationship Id="rId48" Type="http://schemas.openxmlformats.org/officeDocument/2006/relationships/slide" Target="slides/slide44.xml"/><Relationship Id="rId47" Type="http://schemas.openxmlformats.org/officeDocument/2006/relationships/slide" Target="slides/slide43.xml"/><Relationship Id="rId46" Type="http://schemas.openxmlformats.org/officeDocument/2006/relationships/slide" Target="slides/slide42.xml"/><Relationship Id="rId45" Type="http://schemas.openxmlformats.org/officeDocument/2006/relationships/slide" Target="slides/slide41.xml"/><Relationship Id="rId44" Type="http://schemas.openxmlformats.org/officeDocument/2006/relationships/slide" Target="slides/slide40.xml"/><Relationship Id="rId43" Type="http://schemas.openxmlformats.org/officeDocument/2006/relationships/slide" Target="slides/slide39.xml"/><Relationship Id="rId42" Type="http://schemas.openxmlformats.org/officeDocument/2006/relationships/slide" Target="slides/slide38.xml"/><Relationship Id="rId41" Type="http://schemas.openxmlformats.org/officeDocument/2006/relationships/slide" Target="slides/slide37.xml"/><Relationship Id="rId40" Type="http://schemas.openxmlformats.org/officeDocument/2006/relationships/slide" Target="slides/slide36.xml"/><Relationship Id="rId4" Type="http://schemas.openxmlformats.org/officeDocument/2006/relationships/slide" Target="slides/slide1.xml"/><Relationship Id="rId39" Type="http://schemas.openxmlformats.org/officeDocument/2006/relationships/slide" Target="slides/slide35.xml"/><Relationship Id="rId38" Type="http://schemas.openxmlformats.org/officeDocument/2006/relationships/slide" Target="slides/slide34.xml"/><Relationship Id="rId37" Type="http://schemas.openxmlformats.org/officeDocument/2006/relationships/slide" Target="slides/slide33.xml"/><Relationship Id="rId36" Type="http://schemas.openxmlformats.org/officeDocument/2006/relationships/slide" Target="slides/slide32.xml"/><Relationship Id="rId35" Type="http://schemas.openxmlformats.org/officeDocument/2006/relationships/slide" Target="slides/slide31.xml"/><Relationship Id="rId34" Type="http://schemas.openxmlformats.org/officeDocument/2006/relationships/slide" Target="slides/slide30.xml"/><Relationship Id="rId33" Type="http://schemas.openxmlformats.org/officeDocument/2006/relationships/slide" Target="slides/slide29.xml"/><Relationship Id="rId32" Type="http://schemas.openxmlformats.org/officeDocument/2006/relationships/slide" Target="slides/slide28.xml"/><Relationship Id="rId31" Type="http://schemas.openxmlformats.org/officeDocument/2006/relationships/slide" Target="slides/slide27.xml"/><Relationship Id="rId30" Type="http://schemas.openxmlformats.org/officeDocument/2006/relationships/slide" Target="slides/slide26.xml"/><Relationship Id="rId3" Type="http://schemas.openxmlformats.org/officeDocument/2006/relationships/slideMaster" Target="slideMasters/slideMaster2.xml"/><Relationship Id="rId29" Type="http://schemas.openxmlformats.org/officeDocument/2006/relationships/slide" Target="slides/slide25.xml"/><Relationship Id="rId28" Type="http://schemas.openxmlformats.org/officeDocument/2006/relationships/slide" Target="slides/slide24.xml"/><Relationship Id="rId27" Type="http://schemas.openxmlformats.org/officeDocument/2006/relationships/slide" Target="slides/slide23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0" Type="http://schemas.openxmlformats.org/officeDocument/2006/relationships/slide" Target="slides/slide16.xml"/><Relationship Id="rId2" Type="http://schemas.openxmlformats.org/officeDocument/2006/relationships/theme" Target="theme/theme1.xml"/><Relationship Id="rId19" Type="http://schemas.openxmlformats.org/officeDocument/2006/relationships/slide" Target="slides/slide15.xml"/><Relationship Id="rId18" Type="http://schemas.openxmlformats.org/officeDocument/2006/relationships/slide" Target="slides/slide14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4.e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5.w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6.wmf"/></Relationships>
</file>

<file path=ppt/drawings/_rels/vmlDrawing4.vml.rels><?xml version="1.0" encoding="UTF-8" standalone="yes"?>
<Relationships xmlns="http://schemas.openxmlformats.org/package/2006/relationships"><Relationship Id="rId2" Type="http://schemas.openxmlformats.org/officeDocument/2006/relationships/image" Target="../media/image8.wmf"/><Relationship Id="rId1" Type="http://schemas.openxmlformats.org/officeDocument/2006/relationships/image" Target="../media/image7.wmf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10.wmf"/></Relationships>
</file>

<file path=ppt/drawings/_rels/vmlDrawing6.vml.rels><?xml version="1.0" encoding="UTF-8" standalone="yes"?>
<Relationships xmlns="http://schemas.openxmlformats.org/package/2006/relationships"><Relationship Id="rId1" Type="http://schemas.openxmlformats.org/officeDocument/2006/relationships/image" Target="../media/image11.w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40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633" name="页眉占位符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3076363" cy="513508"/>
          </a:xfrm>
          <a:prstGeom prst="rect">
            <a:avLst/>
          </a:prstGeom>
        </p:spPr>
        <p:txBody>
          <a:bodyPr vert="horz" lIns="99048" tIns="49524" rIns="99048" bIns="49524" rtlCol="0"/>
          <a:lstStyle>
            <a:lvl1pPr algn="l">
              <a:defRPr sz="1300"/>
            </a:lvl1pPr>
          </a:lstStyle>
          <a:p>
            <a:pPr rtl="0"/>
            <a:endParaRPr lang="en-US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1049634" name="日期占位符 2"/>
          <p:cNvSpPr>
            <a:spLocks noGrp="1"/>
          </p:cNvSpPr>
          <p:nvPr>
            <p:ph type="dt" sz="quarter" idx="1"/>
          </p:nvPr>
        </p:nvSpPr>
        <p:spPr>
          <a:xfrm>
            <a:off x="4021295" y="0"/>
            <a:ext cx="3076363" cy="513508"/>
          </a:xfrm>
          <a:prstGeom prst="rect">
            <a:avLst/>
          </a:prstGeom>
        </p:spPr>
        <p:txBody>
          <a:bodyPr vert="horz" lIns="99048" tIns="49524" rIns="99048" bIns="49524" rtlCol="0"/>
          <a:lstStyle>
            <a:lvl1pPr algn="r">
              <a:defRPr sz="1300"/>
            </a:lvl1pPr>
          </a:lstStyle>
          <a:p>
            <a:pPr rtl="0"/>
            <a:fld id="{B92A6522-3294-4881-9BB3-66FAD3B535D5}" type="datetime1">
              <a:rPr lang="zh-CN" altLang="en-US" smtClean="0">
                <a:latin typeface="Microsoft YaHei UI" panose="020B0503020204020204" pitchFamily="34" charset="-122"/>
                <a:ea typeface="Microsoft YaHei UI" panose="020B0503020204020204" pitchFamily="34" charset="-122"/>
              </a:rPr>
            </a:fld>
            <a:endParaRPr lang="en-US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1049635" name="页脚占位符 3"/>
          <p:cNvSpPr>
            <a:spLocks noGrp="1"/>
          </p:cNvSpPr>
          <p:nvPr>
            <p:ph type="ftr" sz="quarter" idx="2"/>
          </p:nvPr>
        </p:nvSpPr>
        <p:spPr>
          <a:xfrm>
            <a:off x="1" y="9721107"/>
            <a:ext cx="3076363" cy="513507"/>
          </a:xfrm>
          <a:prstGeom prst="rect">
            <a:avLst/>
          </a:prstGeom>
        </p:spPr>
        <p:txBody>
          <a:bodyPr vert="horz" lIns="99048" tIns="49524" rIns="99048" bIns="49524" rtlCol="0" anchor="b"/>
          <a:lstStyle>
            <a:lvl1pPr algn="l">
              <a:defRPr sz="1300"/>
            </a:lvl1pPr>
          </a:lstStyle>
          <a:p>
            <a:pPr rtl="0"/>
            <a:endParaRPr lang="en-US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1049636" name="幻灯片编号占位符 4"/>
          <p:cNvSpPr>
            <a:spLocks noGrp="1"/>
          </p:cNvSpPr>
          <p:nvPr>
            <p:ph type="sldNum" sz="quarter" idx="3"/>
          </p:nvPr>
        </p:nvSpPr>
        <p:spPr>
          <a:xfrm>
            <a:off x="4021295" y="9721107"/>
            <a:ext cx="3076363" cy="513507"/>
          </a:xfrm>
          <a:prstGeom prst="rect">
            <a:avLst/>
          </a:prstGeom>
        </p:spPr>
        <p:txBody>
          <a:bodyPr vert="horz" lIns="99048" tIns="49524" rIns="99048" bIns="49524" rtlCol="0" anchor="b"/>
          <a:lstStyle>
            <a:lvl1pPr algn="r">
              <a:defRPr sz="1300"/>
            </a:lvl1pPr>
          </a:lstStyle>
          <a:p>
            <a:pPr rtl="0"/>
            <a:fld id="{B78FE58C-C1A6-4C4C-90C2-B7F5B0504B2D}" type="slidenum">
              <a:rPr lang="en-US" smtClean="0">
                <a:latin typeface="Microsoft YaHei UI" panose="020B0503020204020204" pitchFamily="34" charset="-122"/>
                <a:ea typeface="Microsoft YaHei UI" panose="020B0503020204020204" pitchFamily="34" charset="-122"/>
              </a:rPr>
            </a:fld>
            <a:endParaRPr lang="en-US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40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627" name="页眉占位符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3076363" cy="513508"/>
          </a:xfrm>
          <a:prstGeom prst="rect">
            <a:avLst/>
          </a:prstGeom>
        </p:spPr>
        <p:txBody>
          <a:bodyPr vert="horz" lIns="99048" tIns="49524" rIns="99048" bIns="49524" rtlCol="0"/>
          <a:lstStyle>
            <a:lvl1pPr algn="l">
              <a:defRPr sz="1300"/>
            </a:lvl1pPr>
          </a:lstStyle>
          <a:p>
            <a:pPr rtl="0"/>
            <a:endParaRPr lang="zh-CN" altLang="en-US" noProof="0" dirty="0"/>
          </a:p>
        </p:txBody>
      </p:sp>
      <p:sp>
        <p:nvSpPr>
          <p:cNvPr id="1049628" name="日期占位符 2"/>
          <p:cNvSpPr>
            <a:spLocks noGrp="1"/>
          </p:cNvSpPr>
          <p:nvPr>
            <p:ph type="dt" idx="1"/>
          </p:nvPr>
        </p:nvSpPr>
        <p:spPr>
          <a:xfrm>
            <a:off x="4021295" y="0"/>
            <a:ext cx="3076363" cy="513508"/>
          </a:xfrm>
          <a:prstGeom prst="rect">
            <a:avLst/>
          </a:prstGeom>
        </p:spPr>
        <p:txBody>
          <a:bodyPr vert="horz" lIns="99048" tIns="49524" rIns="99048" bIns="49524" rtlCol="0"/>
          <a:lstStyle>
            <a:lvl1pPr algn="r">
              <a:defRPr sz="1300"/>
            </a:lvl1pPr>
          </a:lstStyle>
          <a:p>
            <a:pPr rtl="0"/>
            <a:fld id="{13947666-27B0-4F0D-BA3A-14969DEE0567}" type="datetime1">
              <a:rPr lang="zh-CN" altLang="en-US" noProof="0" smtClean="0"/>
            </a:fld>
            <a:endParaRPr lang="zh-CN" altLang="en-US" noProof="0" dirty="0"/>
          </a:p>
        </p:txBody>
      </p:sp>
      <p:sp>
        <p:nvSpPr>
          <p:cNvPr id="1049629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247775" y="1279525"/>
            <a:ext cx="4603750" cy="345281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9048" tIns="49524" rIns="99048" bIns="49524" rtlCol="0" anchor="ctr"/>
          <a:p>
            <a:pPr rtl="0"/>
            <a:endParaRPr lang="zh-CN" altLang="en-US" noProof="0" dirty="0"/>
          </a:p>
        </p:txBody>
      </p:sp>
      <p:sp>
        <p:nvSpPr>
          <p:cNvPr id="1049630" name="备注占位符 4"/>
          <p:cNvSpPr>
            <a:spLocks noGrp="1"/>
          </p:cNvSpPr>
          <p:nvPr>
            <p:ph type="body" sz="quarter" idx="3"/>
          </p:nvPr>
        </p:nvSpPr>
        <p:spPr>
          <a:xfrm>
            <a:off x="709930" y="4925407"/>
            <a:ext cx="5679440" cy="4029880"/>
          </a:xfrm>
          <a:prstGeom prst="rect">
            <a:avLst/>
          </a:prstGeom>
        </p:spPr>
        <p:txBody>
          <a:bodyPr vert="horz" lIns="99048" tIns="49524" rIns="99048" bIns="49524" rtlCol="0"/>
          <a:p>
            <a:pPr lvl="0" rtl="0"/>
            <a:r>
              <a:rPr lang="zh-CN" altLang="en-US" noProof="0" dirty="0"/>
              <a:t>单击此处编辑母版文本样式</a:t>
            </a:r>
            <a:endParaRPr lang="zh-CN" altLang="en-US" noProof="0" dirty="0"/>
          </a:p>
          <a:p>
            <a:pPr lvl="1" rtl="0"/>
            <a:r>
              <a:rPr lang="zh-CN" altLang="en-US" noProof="0" dirty="0"/>
              <a:t>第二级</a:t>
            </a:r>
            <a:endParaRPr lang="zh-CN" altLang="en-US" noProof="0" dirty="0"/>
          </a:p>
          <a:p>
            <a:pPr lvl="2" rtl="0"/>
            <a:r>
              <a:rPr lang="zh-CN" altLang="en-US" noProof="0" dirty="0"/>
              <a:t>第三级</a:t>
            </a:r>
            <a:endParaRPr lang="zh-CN" altLang="en-US" noProof="0" dirty="0"/>
          </a:p>
          <a:p>
            <a:pPr lvl="3" rtl="0"/>
            <a:r>
              <a:rPr lang="zh-CN" altLang="en-US" noProof="0" dirty="0"/>
              <a:t>第四级</a:t>
            </a:r>
            <a:endParaRPr lang="zh-CN" altLang="en-US" noProof="0" dirty="0"/>
          </a:p>
          <a:p>
            <a:pPr lvl="4" rtl="0"/>
            <a:r>
              <a:rPr lang="zh-CN" altLang="en-US" noProof="0" dirty="0"/>
              <a:t>第五级</a:t>
            </a:r>
            <a:endParaRPr lang="zh-CN" altLang="en-US" noProof="0" dirty="0"/>
          </a:p>
        </p:txBody>
      </p:sp>
      <p:sp>
        <p:nvSpPr>
          <p:cNvPr id="1049631" name="页脚占位符 5"/>
          <p:cNvSpPr>
            <a:spLocks noGrp="1"/>
          </p:cNvSpPr>
          <p:nvPr>
            <p:ph type="ftr" sz="quarter" idx="4"/>
          </p:nvPr>
        </p:nvSpPr>
        <p:spPr>
          <a:xfrm>
            <a:off x="1" y="9721107"/>
            <a:ext cx="3076363" cy="513507"/>
          </a:xfrm>
          <a:prstGeom prst="rect">
            <a:avLst/>
          </a:prstGeom>
        </p:spPr>
        <p:txBody>
          <a:bodyPr vert="horz" lIns="99048" tIns="49524" rIns="99048" bIns="49524" rtlCol="0" anchor="b"/>
          <a:lstStyle>
            <a:lvl1pPr algn="l">
              <a:defRPr sz="1300"/>
            </a:lvl1pPr>
          </a:lstStyle>
          <a:p>
            <a:pPr rtl="0"/>
            <a:endParaRPr lang="zh-CN" altLang="en-US" noProof="0" dirty="0"/>
          </a:p>
        </p:txBody>
      </p:sp>
      <p:sp>
        <p:nvSpPr>
          <p:cNvPr id="1049632" name="幻灯片编号占位符 6"/>
          <p:cNvSpPr>
            <a:spLocks noGrp="1"/>
          </p:cNvSpPr>
          <p:nvPr>
            <p:ph type="sldNum" sz="quarter" idx="5"/>
          </p:nvPr>
        </p:nvSpPr>
        <p:spPr>
          <a:xfrm>
            <a:off x="4021295" y="9721107"/>
            <a:ext cx="3076363" cy="513507"/>
          </a:xfrm>
          <a:prstGeom prst="rect">
            <a:avLst/>
          </a:prstGeom>
        </p:spPr>
        <p:txBody>
          <a:bodyPr vert="horz" lIns="99048" tIns="49524" rIns="99048" bIns="49524" rtlCol="0" anchor="b"/>
          <a:lstStyle>
            <a:lvl1pPr algn="r">
              <a:defRPr sz="1300"/>
            </a:lvl1pPr>
          </a:lstStyle>
          <a:p>
            <a:pPr rtl="0"/>
            <a:fld id="{810E1E9A-E921-4174-A0FC-51868D7AC568}" type="slidenum">
              <a:rPr lang="en-US" altLang="zh-CN" noProof="0" smtClean="0"/>
            </a:fld>
            <a:endParaRPr lang="zh-CN" altLang="en-US" noProof="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Microsoft YaHei UI" panose="020B0503020204020204" pitchFamily="34" charset="-122"/>
        <a:ea typeface="Microsoft YaHei UI" panose="020B0503020204020204" pitchFamily="34" charset="-122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Microsoft YaHei UI" panose="020B0503020204020204" pitchFamily="34" charset="-122"/>
        <a:ea typeface="Microsoft YaHei UI" panose="020B0503020204020204" pitchFamily="34" charset="-122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Microsoft YaHei UI" panose="020B0503020204020204" pitchFamily="34" charset="-122"/>
        <a:ea typeface="Microsoft YaHei UI" panose="020B0503020204020204" pitchFamily="34" charset="-122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Microsoft YaHei UI" panose="020B0503020204020204" pitchFamily="34" charset="-122"/>
        <a:ea typeface="Microsoft YaHei UI" panose="020B0503020204020204" pitchFamily="34" charset="-122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Microsoft YaHei UI" panose="020B0503020204020204" pitchFamily="34" charset="-122"/>
        <a:ea typeface="Microsoft YaHei UI" panose="020B0503020204020204" pitchFamily="34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5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6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7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8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0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2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3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4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5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6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7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8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9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0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2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3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4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5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6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7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8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9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0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2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3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4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5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6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7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8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9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0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2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3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4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5.xml"/></Relationships>
</file>

<file path=ppt/notesSlides/_rels/notesSlide6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6.xml"/></Relationships>
</file>

<file path=ppt/notesSlides/_rels/notesSlide6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7.xml"/></Relationships>
</file>

<file path=ppt/notesSlides/_rels/notesSlide6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8.xml"/></Relationships>
</file>

<file path=ppt/notesSlides/_rels/notesSlide6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9.xml"/></Relationships>
</file>

<file path=ppt/notesSlides/_rels/notesSlide6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0.xml"/></Relationships>
</file>

<file path=ppt/notesSlides/_rels/notesSlide7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1.xml"/></Relationships>
</file>

<file path=ppt/notesSlides/_rels/notesSlide7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2.xml"/></Relationships>
</file>

<file path=ppt/notesSlides/_rels/notesSlide7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3.xml"/></Relationships>
</file>

<file path=ppt/notesSlides/_rels/notesSlide7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4.xml"/></Relationships>
</file>

<file path=ppt/notesSlides/_rels/notesSlide7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5.xml"/></Relationships>
</file>

<file path=ppt/notesSlides/_rels/notesSlide7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6.xml"/></Relationships>
</file>

<file path=ppt/notesSlides/_rels/notesSlide7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7.xml"/></Relationships>
</file>

<file path=ppt/notesSlides/_rels/notesSlide7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8.xml"/></Relationships>
</file>

<file path=ppt/notesSlides/_rels/notesSlide7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9.xml"/></Relationships>
</file>

<file path=ppt/notesSlides/_rels/notesSlide7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0.xml"/></Relationships>
</file>

<file path=ppt/notesSlides/_rels/notesSlide8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1.xml"/></Relationships>
</file>

<file path=ppt/notesSlides/_rels/notesSlide8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2.xml"/></Relationships>
</file>

<file path=ppt/notesSlides/_rels/notesSlide8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3.xml"/></Relationships>
</file>

<file path=ppt/notesSlides/_rels/notesSlide8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4.xml"/></Relationships>
</file>

<file path=ppt/notesSlides/_rels/notesSlide8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3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65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247775" y="1279525"/>
            <a:ext cx="4603750" cy="3452813"/>
          </a:xfrm>
        </p:spPr>
      </p:sp>
      <p:sp>
        <p:nvSpPr>
          <p:cNvPr id="1048666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1048667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pPr rtl="0"/>
            <a:fld id="{810E1E9A-E921-4174-A0FC-51868D7AC568}" type="slidenum">
              <a:rPr lang="en-US" altLang="zh-CN" noProof="0" smtClean="0"/>
            </a:fld>
            <a:endParaRPr lang="zh-CN" altLang="en-US" noProof="0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4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69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247775" y="1279525"/>
            <a:ext cx="4603750" cy="3452813"/>
          </a:xfrm>
        </p:spPr>
      </p:sp>
      <p:sp>
        <p:nvSpPr>
          <p:cNvPr id="1048670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1048671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pPr rtl="0"/>
            <a:fld id="{810E1E9A-E921-4174-A0FC-51868D7AC568}" type="slidenum">
              <a:rPr lang="en-US" altLang="zh-CN" noProof="0" smtClean="0"/>
            </a:fld>
            <a:endParaRPr lang="zh-CN" altLang="en-US" noProof="0"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4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75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247775" y="1279525"/>
            <a:ext cx="4603750" cy="3452813"/>
          </a:xfrm>
        </p:spPr>
      </p:sp>
      <p:sp>
        <p:nvSpPr>
          <p:cNvPr id="1048676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1048677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pPr rtl="0"/>
            <a:fld id="{810E1E9A-E921-4174-A0FC-51868D7AC568}" type="slidenum">
              <a:rPr lang="en-US" altLang="zh-CN" noProof="0" smtClean="0"/>
            </a:fld>
            <a:endParaRPr lang="zh-CN" altLang="en-US" noProof="0"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4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81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247775" y="1279525"/>
            <a:ext cx="4603750" cy="3452813"/>
          </a:xfrm>
        </p:spPr>
      </p:sp>
      <p:sp>
        <p:nvSpPr>
          <p:cNvPr id="1048682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1048683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pPr rtl="0"/>
            <a:fld id="{810E1E9A-E921-4174-A0FC-51868D7AC568}" type="slidenum">
              <a:rPr lang="en-US" altLang="zh-CN" noProof="0" smtClean="0"/>
            </a:fld>
            <a:endParaRPr lang="zh-CN" altLang="en-US" noProof="0" dirty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5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87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247775" y="1279525"/>
            <a:ext cx="4603750" cy="3452813"/>
          </a:xfrm>
        </p:spPr>
      </p:sp>
      <p:sp>
        <p:nvSpPr>
          <p:cNvPr id="1048688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1048689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pPr rtl="0"/>
            <a:fld id="{810E1E9A-E921-4174-A0FC-51868D7AC568}" type="slidenum">
              <a:rPr lang="en-US" altLang="zh-CN" noProof="0" smtClean="0"/>
            </a:fld>
            <a:endParaRPr lang="zh-CN" altLang="en-US" noProof="0" dirty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5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98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247775" y="1279525"/>
            <a:ext cx="4603750" cy="3452813"/>
          </a:xfrm>
        </p:spPr>
      </p:sp>
      <p:sp>
        <p:nvSpPr>
          <p:cNvPr id="1048699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p>
            <a:endParaRPr lang="zh-CN" altLang="en-US" dirty="0"/>
          </a:p>
        </p:txBody>
      </p:sp>
      <p:sp>
        <p:nvSpPr>
          <p:cNvPr id="1048700" name="幻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pPr rtl="0"/>
            <a:fld id="{810E1E9A-E921-4174-A0FC-51868D7AC568}" type="slidenum">
              <a:rPr lang="en-US" altLang="zh-CN" smtClean="0"/>
            </a:fld>
            <a:endParaRPr lang="zh-CN" altLang="en-US" dirty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5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04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247775" y="1279525"/>
            <a:ext cx="4603750" cy="3452813"/>
          </a:xfrm>
        </p:spPr>
      </p:sp>
      <p:sp>
        <p:nvSpPr>
          <p:cNvPr id="1048705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1048706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pPr rtl="0"/>
            <a:fld id="{810E1E9A-E921-4174-A0FC-51868D7AC568}" type="slidenum">
              <a:rPr lang="en-US" altLang="zh-CN" noProof="0" smtClean="0"/>
            </a:fld>
            <a:endParaRPr lang="zh-CN" altLang="en-US" noProof="0" dirty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6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10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247775" y="1279525"/>
            <a:ext cx="4603750" cy="3452813"/>
          </a:xfrm>
        </p:spPr>
      </p:sp>
      <p:sp>
        <p:nvSpPr>
          <p:cNvPr id="1048711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1048712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pPr rtl="0"/>
            <a:fld id="{810E1E9A-E921-4174-A0FC-51868D7AC568}" type="slidenum">
              <a:rPr lang="en-US" altLang="zh-CN" noProof="0" smtClean="0"/>
            </a:fld>
            <a:endParaRPr lang="zh-CN" altLang="en-US" noProof="0" dirty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6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20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p/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6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24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247775" y="1279525"/>
            <a:ext cx="4603750" cy="3452813"/>
          </a:xfrm>
        </p:spPr>
      </p:sp>
      <p:sp>
        <p:nvSpPr>
          <p:cNvPr id="1048725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1048726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pPr rtl="0"/>
            <a:fld id="{810E1E9A-E921-4174-A0FC-51868D7AC568}" type="slidenum">
              <a:rPr lang="en-US" altLang="zh-CN" noProof="0" smtClean="0"/>
            </a:fld>
            <a:endParaRPr lang="zh-CN" altLang="en-US" noProof="0" dirty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7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3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kumimoji="1" sz="30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1pPr>
            <a:lvl2pPr marL="804545" indent="-309245">
              <a:defRPr kumimoji="1" sz="30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2pPr>
            <a:lvl3pPr marL="1238250" indent="-247650">
              <a:defRPr kumimoji="1" sz="30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3pPr>
            <a:lvl4pPr marL="1733550" indent="-247650">
              <a:defRPr kumimoji="1" sz="30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4pPr>
            <a:lvl5pPr marL="2228850" indent="-247650">
              <a:defRPr kumimoji="1" sz="30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5pPr>
            <a:lvl6pPr marL="2723515" indent="-247650" eaLnBrk="0" fontAlgn="base" hangingPunct="0">
              <a:spcBef>
                <a:spcPct val="20000"/>
              </a:spcBef>
              <a:spcAft>
                <a:spcPct val="0"/>
              </a:spcAft>
              <a:defRPr kumimoji="1" sz="30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6pPr>
            <a:lvl7pPr marL="3218815" indent="-247650" eaLnBrk="0" fontAlgn="base" hangingPunct="0">
              <a:spcBef>
                <a:spcPct val="20000"/>
              </a:spcBef>
              <a:spcAft>
                <a:spcPct val="0"/>
              </a:spcAft>
              <a:defRPr kumimoji="1" sz="30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7pPr>
            <a:lvl8pPr marL="3714115" indent="-247650" eaLnBrk="0" fontAlgn="base" hangingPunct="0">
              <a:spcBef>
                <a:spcPct val="20000"/>
              </a:spcBef>
              <a:spcAft>
                <a:spcPct val="0"/>
              </a:spcAft>
              <a:defRPr kumimoji="1" sz="30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8pPr>
            <a:lvl9pPr marL="4209415" indent="-247650" eaLnBrk="0" fontAlgn="base" hangingPunct="0">
              <a:spcBef>
                <a:spcPct val="20000"/>
              </a:spcBef>
              <a:spcAft>
                <a:spcPct val="0"/>
              </a:spcAft>
              <a:defRPr kumimoji="1" sz="30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9pPr>
          </a:lstStyle>
          <a:p>
            <a:fld id="{A4F1A5C5-6BA8-4DED-B458-776C51DB0844}" type="slidenum">
              <a:rPr lang="en-US" altLang="zh-CN" sz="1300"/>
            </a:fld>
            <a:endParaRPr lang="en-US" altLang="zh-CN" sz="1300"/>
          </a:p>
        </p:txBody>
      </p:sp>
      <p:sp>
        <p:nvSpPr>
          <p:cNvPr id="104873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47775" y="1279525"/>
            <a:ext cx="4603750" cy="3452813"/>
          </a:xfrm>
          <a:solidFill>
            <a:srgbClr val="FFFFFF"/>
          </a:solidFill>
        </p:spPr>
      </p:sp>
      <p:sp>
        <p:nvSpPr>
          <p:cNvPr id="1048732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p>
            <a:endParaRPr lang="zh-CN" altLang="zh-CN" smtClean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7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46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247775" y="1279525"/>
            <a:ext cx="4603750" cy="3452813"/>
          </a:xfrm>
        </p:spPr>
      </p:sp>
      <p:sp>
        <p:nvSpPr>
          <p:cNvPr id="1048747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1048748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pPr rtl="0"/>
            <a:fld id="{810E1E9A-E921-4174-A0FC-51868D7AC568}" type="slidenum">
              <a:rPr lang="en-US" altLang="zh-CN" noProof="0" smtClean="0"/>
            </a:fld>
            <a:endParaRPr lang="zh-CN" altLang="en-US" noProof="0" dirty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7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51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247775" y="1279525"/>
            <a:ext cx="4603750" cy="3452813"/>
          </a:xfrm>
        </p:spPr>
      </p:sp>
      <p:sp>
        <p:nvSpPr>
          <p:cNvPr id="1048752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1048753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pPr rtl="0"/>
            <a:fld id="{810E1E9A-E921-4174-A0FC-51868D7AC568}" type="slidenum">
              <a:rPr lang="en-US" altLang="zh-CN" noProof="0" smtClean="0"/>
            </a:fld>
            <a:endParaRPr lang="zh-CN" altLang="en-US" noProof="0" dirty="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8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65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247775" y="1279525"/>
            <a:ext cx="4603750" cy="3452813"/>
          </a:xfrm>
        </p:spPr>
      </p:sp>
      <p:sp>
        <p:nvSpPr>
          <p:cNvPr id="1048766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1048767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pPr rtl="0"/>
            <a:fld id="{810E1E9A-E921-4174-A0FC-51868D7AC568}" type="slidenum">
              <a:rPr lang="en-US" altLang="zh-CN" noProof="0" smtClean="0"/>
            </a:fld>
            <a:endParaRPr lang="zh-CN" altLang="en-US" noProof="0" dirty="0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8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71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247775" y="1279525"/>
            <a:ext cx="4603750" cy="3452813"/>
          </a:xfrm>
        </p:spPr>
      </p:sp>
      <p:sp>
        <p:nvSpPr>
          <p:cNvPr id="1048772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1048773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pPr rtl="0"/>
            <a:fld id="{810E1E9A-E921-4174-A0FC-51868D7AC568}" type="slidenum">
              <a:rPr lang="en-US" altLang="zh-CN" noProof="0" smtClean="0"/>
            </a:fld>
            <a:endParaRPr lang="zh-CN" altLang="en-US" noProof="0" dirty="0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8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77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247775" y="1279525"/>
            <a:ext cx="4603750" cy="3452813"/>
          </a:xfrm>
        </p:spPr>
      </p:sp>
      <p:sp>
        <p:nvSpPr>
          <p:cNvPr id="1048778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1048779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pPr rtl="0"/>
            <a:fld id="{810E1E9A-E921-4174-A0FC-51868D7AC568}" type="slidenum">
              <a:rPr lang="en-US" altLang="zh-CN" noProof="0" smtClean="0"/>
            </a:fld>
            <a:endParaRPr lang="zh-CN" altLang="en-US" noProof="0" dirty="0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9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84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247775" y="1279525"/>
            <a:ext cx="4603750" cy="3452813"/>
          </a:xfrm>
        </p:spPr>
      </p:sp>
      <p:sp>
        <p:nvSpPr>
          <p:cNvPr id="1048785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1048786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pPr rtl="0"/>
            <a:fld id="{810E1E9A-E921-4174-A0FC-51868D7AC568}" type="slidenum">
              <a:rPr lang="en-US" altLang="zh-CN" noProof="0" smtClean="0"/>
            </a:fld>
            <a:endParaRPr lang="zh-CN" altLang="en-US" noProof="0" dirty="0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9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53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247775" y="1279525"/>
            <a:ext cx="4603750" cy="3452813"/>
          </a:xfrm>
        </p:spPr>
      </p:sp>
      <p:sp>
        <p:nvSpPr>
          <p:cNvPr id="1048854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1048855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pPr rtl="0"/>
            <a:fld id="{810E1E9A-E921-4174-A0FC-51868D7AC568}" type="slidenum">
              <a:rPr lang="en-US" altLang="zh-CN" noProof="0" smtClean="0"/>
            </a:fld>
            <a:endParaRPr lang="zh-CN" altLang="en-US" noProof="0" dirty="0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0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917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247775" y="1279525"/>
            <a:ext cx="4603750" cy="3452813"/>
          </a:xfrm>
        </p:spPr>
      </p:sp>
      <p:sp>
        <p:nvSpPr>
          <p:cNvPr id="1048918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1048919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pPr rtl="0"/>
            <a:fld id="{810E1E9A-E921-4174-A0FC-51868D7AC568}" type="slidenum">
              <a:rPr lang="en-US" altLang="zh-CN" noProof="0" smtClean="0"/>
            </a:fld>
            <a:endParaRPr lang="zh-CN" altLang="en-US" noProof="0" dirty="0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0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943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247775" y="1279525"/>
            <a:ext cx="4603750" cy="3452813"/>
          </a:xfrm>
        </p:spPr>
      </p:sp>
      <p:sp>
        <p:nvSpPr>
          <p:cNvPr id="1048944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lang="zh-CN" altLang="en-US" dirty="0" smtClean="0"/>
              <a:t>数据的逻辑结构属于用户视图，是面向问题的，反映了数据 内部的构成方式；数据的存储结构属于具体实现的视图，是 面向计算机的。</a:t>
            </a:r>
            <a:endParaRPr lang="zh-CN" altLang="en-US" dirty="0" smtClean="0"/>
          </a:p>
          <a:p>
            <a:r>
              <a:rPr lang="zh-CN" altLang="en-US" dirty="0" smtClean="0"/>
              <a:t>一种数据的逻辑结构可以用多种存储结构来存储，而采用不 同的存储结构，其数据处理的效率往往是不同的。</a:t>
            </a:r>
            <a:endParaRPr lang="zh-CN" altLang="en-US" dirty="0" smtClean="0"/>
          </a:p>
          <a:p>
            <a:r>
              <a:rPr lang="zh-CN" altLang="en-US" dirty="0" smtClean="0"/>
              <a:t>数据结构与算法的学习内容 数据对象的结构形式</a:t>
            </a:r>
            <a:r>
              <a:rPr lang="en-US" altLang="zh-CN" dirty="0" smtClean="0"/>
              <a:t>,</a:t>
            </a:r>
            <a:r>
              <a:rPr lang="zh-CN" altLang="en-US" dirty="0" smtClean="0"/>
              <a:t>各种数据结构的性质</a:t>
            </a:r>
            <a:r>
              <a:rPr lang="en-US" altLang="zh-CN" dirty="0" smtClean="0"/>
              <a:t>(</a:t>
            </a:r>
            <a:r>
              <a:rPr lang="zh-CN" altLang="en-US" dirty="0" smtClean="0"/>
              <a:t>逻辑结构</a:t>
            </a:r>
            <a:r>
              <a:rPr lang="en-US" altLang="zh-CN" dirty="0" smtClean="0"/>
              <a:t>); </a:t>
            </a:r>
            <a:r>
              <a:rPr lang="zh-CN" altLang="en-US" dirty="0" smtClean="0"/>
              <a:t>数据对象和“关系”在计算机中的表示</a:t>
            </a:r>
            <a:r>
              <a:rPr lang="en-US" altLang="zh-CN" dirty="0" smtClean="0"/>
              <a:t>(</a:t>
            </a:r>
            <a:r>
              <a:rPr lang="zh-CN" altLang="en-US" dirty="0" smtClean="0"/>
              <a:t>物理结构</a:t>
            </a:r>
            <a:r>
              <a:rPr lang="en-US" altLang="zh-CN" dirty="0" smtClean="0"/>
              <a:t>/</a:t>
            </a:r>
            <a:r>
              <a:rPr lang="zh-CN" altLang="en-US" dirty="0" smtClean="0"/>
              <a:t>存储结构</a:t>
            </a:r>
            <a:r>
              <a:rPr lang="en-US" altLang="zh-CN" dirty="0" smtClean="0"/>
              <a:t>); </a:t>
            </a:r>
            <a:r>
              <a:rPr lang="zh-CN" altLang="en-US" dirty="0" smtClean="0"/>
              <a:t>数据结构上定义的基本操作</a:t>
            </a:r>
            <a:r>
              <a:rPr lang="en-US" altLang="zh-CN" dirty="0" smtClean="0"/>
              <a:t>(</a:t>
            </a:r>
            <a:r>
              <a:rPr lang="zh-CN" altLang="en-US" dirty="0" smtClean="0"/>
              <a:t>算法</a:t>
            </a:r>
            <a:r>
              <a:rPr lang="en-US" altLang="zh-CN" dirty="0" smtClean="0"/>
              <a:t>)</a:t>
            </a:r>
            <a:r>
              <a:rPr lang="zh-CN" altLang="en-US" dirty="0" smtClean="0"/>
              <a:t>及其实现</a:t>
            </a:r>
            <a:r>
              <a:rPr lang="en-US" altLang="zh-CN" dirty="0" smtClean="0"/>
              <a:t>; </a:t>
            </a:r>
            <a:r>
              <a:rPr lang="zh-CN" altLang="en-US" dirty="0" smtClean="0"/>
              <a:t>算法的效率（时间和空间）</a:t>
            </a:r>
            <a:r>
              <a:rPr lang="en-US" altLang="zh-CN" dirty="0" smtClean="0"/>
              <a:t>; </a:t>
            </a:r>
            <a:r>
              <a:rPr lang="zh-CN" altLang="en-US" dirty="0" smtClean="0"/>
              <a:t>数据结构的应用</a:t>
            </a:r>
            <a:r>
              <a:rPr lang="en-US" altLang="zh-CN" dirty="0" smtClean="0"/>
              <a:t>,</a:t>
            </a:r>
            <a:r>
              <a:rPr lang="zh-CN" altLang="en-US" dirty="0" smtClean="0"/>
              <a:t>如数据分类</a:t>
            </a:r>
            <a:r>
              <a:rPr lang="en-US" altLang="zh-CN" dirty="0" smtClean="0"/>
              <a:t>,</a:t>
            </a:r>
            <a:r>
              <a:rPr lang="zh-CN" altLang="en-US" dirty="0" smtClean="0"/>
              <a:t>检索等</a:t>
            </a:r>
            <a:r>
              <a:rPr lang="en-US" altLang="zh-CN" dirty="0" smtClean="0"/>
              <a:t>. </a:t>
            </a:r>
            <a:endParaRPr lang="zh-CN" altLang="en-US" dirty="0"/>
          </a:p>
        </p:txBody>
      </p:sp>
      <p:sp>
        <p:nvSpPr>
          <p:cNvPr id="1048945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pPr rtl="0"/>
            <a:fld id="{810E1E9A-E921-4174-A0FC-51868D7AC568}" type="slidenum">
              <a:rPr lang="en-US" altLang="zh-CN" noProof="0" smtClean="0"/>
            </a:fld>
            <a:endParaRPr lang="zh-CN" altLang="en-US" noProof="0" dirty="0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0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951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247775" y="1279525"/>
            <a:ext cx="4603750" cy="3452813"/>
          </a:xfrm>
        </p:spPr>
      </p:sp>
      <p:sp>
        <p:nvSpPr>
          <p:cNvPr id="1048952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1048953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pPr rtl="0"/>
            <a:fld id="{810E1E9A-E921-4174-A0FC-51868D7AC568}" type="slidenum">
              <a:rPr lang="en-US" altLang="zh-CN" noProof="0" smtClean="0"/>
            </a:fld>
            <a:endParaRPr lang="zh-CN" altLang="en-US" noProof="0" dirty="0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1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958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247775" y="1279525"/>
            <a:ext cx="4603750" cy="3452813"/>
          </a:xfrm>
        </p:spPr>
      </p:sp>
      <p:sp>
        <p:nvSpPr>
          <p:cNvPr id="1048959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1048960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pPr rtl="0"/>
            <a:fld id="{810E1E9A-E921-4174-A0FC-51868D7AC568}" type="slidenum">
              <a:rPr lang="en-US" altLang="zh-CN" noProof="0" smtClean="0"/>
            </a:fld>
            <a:endParaRPr lang="zh-CN" altLang="en-US" noProof="0" dirty="0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1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964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247775" y="1279525"/>
            <a:ext cx="4603750" cy="3452813"/>
          </a:xfrm>
        </p:spPr>
      </p:sp>
      <p:sp>
        <p:nvSpPr>
          <p:cNvPr id="1048965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1048966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pPr rtl="0"/>
            <a:fld id="{810E1E9A-E921-4174-A0FC-51868D7AC568}" type="slidenum">
              <a:rPr lang="en-US" altLang="zh-CN" noProof="0" smtClean="0"/>
            </a:fld>
            <a:endParaRPr lang="zh-CN" altLang="en-US" noProof="0" dirty="0"/>
          </a:p>
        </p:txBody>
      </p:sp>
    </p:spTree>
  </p:cSld>
  <p:clrMapOvr>
    <a:overrideClrMapping bg1="dk1" tx1="dk1" bg2="dk1" tx2="dk1" accent1="dk1" accent2="dk1" accent3="dk1" accent4="dk1" accent5="dk1" accent6="dk1" hlink="dk1" folHlink="dk1"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1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970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247775" y="1279525"/>
            <a:ext cx="4603750" cy="3452813"/>
          </a:xfrm>
        </p:spPr>
      </p:sp>
      <p:sp>
        <p:nvSpPr>
          <p:cNvPr id="1048971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1048972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pPr rtl="0"/>
            <a:fld id="{810E1E9A-E921-4174-A0FC-51868D7AC568}" type="slidenum">
              <a:rPr lang="en-US" altLang="zh-CN" noProof="0" smtClean="0"/>
            </a:fld>
            <a:endParaRPr lang="zh-CN" altLang="en-US" noProof="0" dirty="0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2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987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247775" y="1279525"/>
            <a:ext cx="4603750" cy="3452813"/>
          </a:xfrm>
        </p:spPr>
      </p:sp>
      <p:sp>
        <p:nvSpPr>
          <p:cNvPr id="1048988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1048989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pPr rtl="0"/>
            <a:fld id="{810E1E9A-E921-4174-A0FC-51868D7AC568}" type="slidenum">
              <a:rPr lang="en-US" altLang="zh-CN" noProof="0" smtClean="0"/>
            </a:fld>
            <a:endParaRPr lang="zh-CN" altLang="en-US" noProof="0" dirty="0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2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997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247775" y="1279525"/>
            <a:ext cx="4603750" cy="3452813"/>
          </a:xfrm>
        </p:spPr>
      </p:sp>
      <p:sp>
        <p:nvSpPr>
          <p:cNvPr id="1048998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1048999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pPr rtl="0"/>
            <a:fld id="{810E1E9A-E921-4174-A0FC-51868D7AC568}" type="slidenum">
              <a:rPr lang="en-US" altLang="zh-CN" noProof="0" smtClean="0"/>
            </a:fld>
            <a:endParaRPr lang="zh-CN" altLang="en-US" noProof="0" dirty="0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2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013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247775" y="1279525"/>
            <a:ext cx="4603750" cy="3452813"/>
          </a:xfrm>
        </p:spPr>
      </p:sp>
      <p:sp>
        <p:nvSpPr>
          <p:cNvPr id="1049014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1049015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pPr rtl="0"/>
            <a:fld id="{810E1E9A-E921-4174-A0FC-51868D7AC568}" type="slidenum">
              <a:rPr lang="en-US" altLang="zh-CN" noProof="0" smtClean="0"/>
            </a:fld>
            <a:endParaRPr lang="zh-CN" altLang="en-US" noProof="0" dirty="0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2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029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247775" y="1279525"/>
            <a:ext cx="4603750" cy="3452813"/>
          </a:xfrm>
        </p:spPr>
      </p:sp>
      <p:sp>
        <p:nvSpPr>
          <p:cNvPr id="1049030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1049031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pPr rtl="0"/>
            <a:fld id="{810E1E9A-E921-4174-A0FC-51868D7AC568}" type="slidenum">
              <a:rPr lang="en-US" altLang="zh-CN" noProof="0" smtClean="0"/>
            </a:fld>
            <a:endParaRPr lang="zh-CN" altLang="en-US" noProof="0" dirty="0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3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037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247775" y="1279525"/>
            <a:ext cx="4603750" cy="3452813"/>
          </a:xfrm>
        </p:spPr>
      </p:sp>
      <p:sp>
        <p:nvSpPr>
          <p:cNvPr id="1049038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1049039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pPr rtl="0"/>
            <a:fld id="{810E1E9A-E921-4174-A0FC-51868D7AC568}" type="slidenum">
              <a:rPr lang="en-US" altLang="zh-CN" noProof="0" smtClean="0"/>
            </a:fld>
            <a:endParaRPr lang="zh-CN" altLang="en-US" noProof="0" dirty="0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3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047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247775" y="1279525"/>
            <a:ext cx="4603750" cy="3452813"/>
          </a:xfrm>
        </p:spPr>
      </p:sp>
      <p:sp>
        <p:nvSpPr>
          <p:cNvPr id="1049048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1049049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pPr rtl="0"/>
            <a:fld id="{810E1E9A-E921-4174-A0FC-51868D7AC568}" type="slidenum">
              <a:rPr lang="en-US" altLang="zh-CN" noProof="0" smtClean="0"/>
            </a:fld>
            <a:endParaRPr lang="zh-CN" altLang="en-US" noProof="0" dirty="0"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3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053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247775" y="1279525"/>
            <a:ext cx="4603750" cy="3452813"/>
          </a:xfrm>
        </p:spPr>
      </p:sp>
      <p:sp>
        <p:nvSpPr>
          <p:cNvPr id="1049054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1049055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pPr rtl="0"/>
            <a:fld id="{810E1E9A-E921-4174-A0FC-51868D7AC568}" type="slidenum">
              <a:rPr lang="en-US" altLang="zh-CN" noProof="0" smtClean="0"/>
            </a:fld>
            <a:endParaRPr lang="zh-CN" altLang="en-US" noProof="0" dirty="0"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4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059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247775" y="1279525"/>
            <a:ext cx="4603750" cy="3452813"/>
          </a:xfrm>
        </p:spPr>
      </p:sp>
      <p:sp>
        <p:nvSpPr>
          <p:cNvPr id="1049060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1049061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pPr rtl="0"/>
            <a:fld id="{810E1E9A-E921-4174-A0FC-51868D7AC568}" type="slidenum">
              <a:rPr lang="en-US" altLang="zh-CN" noProof="0" smtClean="0"/>
            </a:fld>
            <a:endParaRPr lang="zh-CN" altLang="en-US" noProof="0" dirty="0"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4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065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247775" y="1279525"/>
            <a:ext cx="4603750" cy="3452813"/>
          </a:xfrm>
        </p:spPr>
      </p:sp>
      <p:sp>
        <p:nvSpPr>
          <p:cNvPr id="1049066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1049067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pPr rtl="0"/>
            <a:fld id="{810E1E9A-E921-4174-A0FC-51868D7AC568}" type="slidenum">
              <a:rPr lang="en-US" altLang="zh-CN" noProof="0" smtClean="0"/>
            </a:fld>
            <a:endParaRPr lang="zh-CN" altLang="en-US" noProof="0" dirty="0"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4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075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247775" y="1279525"/>
            <a:ext cx="4603750" cy="3452813"/>
          </a:xfrm>
        </p:spPr>
      </p:sp>
      <p:sp>
        <p:nvSpPr>
          <p:cNvPr id="1049076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1049077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pPr rtl="0"/>
            <a:fld id="{810E1E9A-E921-4174-A0FC-51868D7AC568}" type="slidenum">
              <a:rPr lang="en-US" altLang="zh-CN" noProof="0" smtClean="0"/>
            </a:fld>
            <a:endParaRPr lang="zh-CN" altLang="en-US" noProof="0" dirty="0"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5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083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247775" y="1279525"/>
            <a:ext cx="4603750" cy="3452813"/>
          </a:xfrm>
        </p:spPr>
      </p:sp>
      <p:sp>
        <p:nvSpPr>
          <p:cNvPr id="1049084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1049085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pPr rtl="0"/>
            <a:fld id="{810E1E9A-E921-4174-A0FC-51868D7AC568}" type="slidenum">
              <a:rPr lang="en-US" altLang="zh-CN" noProof="0" smtClean="0"/>
            </a:fld>
            <a:endParaRPr lang="zh-CN" altLang="en-US" noProof="0" dirty="0"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5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089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247775" y="1279525"/>
            <a:ext cx="4603750" cy="3452813"/>
          </a:xfrm>
        </p:spPr>
      </p:sp>
      <p:sp>
        <p:nvSpPr>
          <p:cNvPr id="1049090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1049091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pPr rtl="0"/>
            <a:fld id="{810E1E9A-E921-4174-A0FC-51868D7AC568}" type="slidenum">
              <a:rPr lang="en-US" altLang="zh-CN" noProof="0" smtClean="0"/>
            </a:fld>
            <a:endParaRPr lang="zh-CN" altLang="en-US" noProof="0" dirty="0"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5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099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247775" y="1279525"/>
            <a:ext cx="4603750" cy="3452813"/>
          </a:xfrm>
        </p:spPr>
      </p:sp>
      <p:sp>
        <p:nvSpPr>
          <p:cNvPr id="1049100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1049101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pPr rtl="0"/>
            <a:fld id="{810E1E9A-E921-4174-A0FC-51868D7AC568}" type="slidenum">
              <a:rPr lang="en-US" altLang="zh-CN" noProof="0" smtClean="0"/>
            </a:fld>
            <a:endParaRPr lang="zh-CN" altLang="en-US" noProof="0" dirty="0"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6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105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247775" y="1279525"/>
            <a:ext cx="4603750" cy="3452813"/>
          </a:xfrm>
        </p:spPr>
      </p:sp>
      <p:sp>
        <p:nvSpPr>
          <p:cNvPr id="1049106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1049107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pPr rtl="0"/>
            <a:fld id="{810E1E9A-E921-4174-A0FC-51868D7AC568}" type="slidenum">
              <a:rPr lang="en-US" altLang="zh-CN" noProof="0" smtClean="0"/>
            </a:fld>
            <a:endParaRPr lang="zh-CN" altLang="en-US" noProof="0" dirty="0"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6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111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247775" y="1279525"/>
            <a:ext cx="4603750" cy="3452813"/>
          </a:xfrm>
        </p:spPr>
      </p:sp>
      <p:sp>
        <p:nvSpPr>
          <p:cNvPr id="1049112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1049113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pPr rtl="0"/>
            <a:fld id="{810E1E9A-E921-4174-A0FC-51868D7AC568}" type="slidenum">
              <a:rPr lang="en-US" altLang="zh-CN" noProof="0" smtClean="0"/>
            </a:fld>
            <a:endParaRPr lang="zh-CN" altLang="en-US" noProof="0" dirty="0"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6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124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247775" y="1279525"/>
            <a:ext cx="4603750" cy="3452813"/>
          </a:xfrm>
        </p:spPr>
      </p:sp>
      <p:sp>
        <p:nvSpPr>
          <p:cNvPr id="1049125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1049126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pPr rtl="0"/>
            <a:fld id="{810E1E9A-E921-4174-A0FC-51868D7AC568}" type="slidenum">
              <a:rPr lang="en-US" altLang="zh-CN" noProof="0" smtClean="0"/>
            </a:fld>
            <a:endParaRPr lang="zh-CN" altLang="en-US" noProof="0" dirty="0"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6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136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247775" y="1279525"/>
            <a:ext cx="4603750" cy="3452813"/>
          </a:xfrm>
        </p:spPr>
      </p:sp>
      <p:sp>
        <p:nvSpPr>
          <p:cNvPr id="1049137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1049138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pPr rtl="0"/>
            <a:fld id="{810E1E9A-E921-4174-A0FC-51868D7AC568}" type="slidenum">
              <a:rPr lang="en-US" altLang="zh-CN" noProof="0" smtClean="0"/>
            </a:fld>
            <a:endParaRPr lang="zh-CN" altLang="en-US" noProof="0" dirty="0"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7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14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247775" y="1279525"/>
            <a:ext cx="4603750" cy="3452813"/>
          </a:xfrm>
        </p:spPr>
      </p:sp>
      <p:sp>
        <p:nvSpPr>
          <p:cNvPr id="104914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104914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pPr rtl="0"/>
            <a:fld id="{810E1E9A-E921-4174-A0FC-51868D7AC568}" type="slidenum">
              <a:rPr lang="en-US" altLang="zh-CN" noProof="0" smtClean="0"/>
            </a:fld>
            <a:endParaRPr lang="zh-CN" altLang="en-US" noProof="0" dirty="0"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7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149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247775" y="1279525"/>
            <a:ext cx="4603750" cy="3452813"/>
          </a:xfrm>
        </p:spPr>
      </p:sp>
      <p:sp>
        <p:nvSpPr>
          <p:cNvPr id="1049150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1049151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pPr rtl="0"/>
            <a:fld id="{810E1E9A-E921-4174-A0FC-51868D7AC568}" type="slidenum">
              <a:rPr lang="en-US" altLang="zh-CN" noProof="0" smtClean="0"/>
            </a:fld>
            <a:endParaRPr lang="zh-CN" altLang="en-US" noProof="0" dirty="0"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7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155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247775" y="1279525"/>
            <a:ext cx="4603750" cy="3452813"/>
          </a:xfrm>
        </p:spPr>
      </p:sp>
      <p:sp>
        <p:nvSpPr>
          <p:cNvPr id="1049156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1049157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pPr rtl="0"/>
            <a:fld id="{810E1E9A-E921-4174-A0FC-51868D7AC568}" type="slidenum">
              <a:rPr lang="en-US" altLang="zh-CN" noProof="0" smtClean="0"/>
            </a:fld>
            <a:endParaRPr lang="zh-CN" altLang="en-US" noProof="0" dirty="0"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8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16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247775" y="1279525"/>
            <a:ext cx="4603750" cy="3452813"/>
          </a:xfrm>
        </p:spPr>
      </p:sp>
      <p:sp>
        <p:nvSpPr>
          <p:cNvPr id="104916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104916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pPr rtl="0"/>
            <a:fld id="{810E1E9A-E921-4174-A0FC-51868D7AC568}" type="slidenum">
              <a:rPr lang="en-US" altLang="zh-CN" noProof="0" smtClean="0"/>
            </a:fld>
            <a:endParaRPr lang="zh-CN" altLang="en-US" noProof="0" dirty="0"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8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167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247775" y="1279525"/>
            <a:ext cx="4603750" cy="3452813"/>
          </a:xfrm>
        </p:spPr>
      </p:sp>
      <p:sp>
        <p:nvSpPr>
          <p:cNvPr id="1049168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lang="zh-CN" altLang="en-US" sz="1300" cap="all" dirty="0">
                <a:ln w="0"/>
                <a:solidFill>
                  <a:schemeClr val="accent1">
                    <a:lumMod val="50000"/>
                  </a:schemeClr>
                </a:solidFill>
                <a:effectLst>
                  <a:reflection blurRad="12700" stA="50000" endPos="50000" dist="5000" dir="5400000" sy="-100000" rotWithShape="0"/>
                </a:effectLst>
              </a:rPr>
              <a:t>虽然</a:t>
            </a:r>
            <a:r>
              <a:rPr lang="en-US" altLang="zh-CN" sz="1300" cap="all" dirty="0">
                <a:ln w="0"/>
                <a:solidFill>
                  <a:schemeClr val="accent1">
                    <a:lumMod val="50000"/>
                  </a:schemeClr>
                </a:solidFill>
                <a:effectLst>
                  <a:reflection blurRad="12700" stA="50000" endPos="50000" dist="5000" dir="5400000" sy="-100000" rotWithShape="0"/>
                </a:effectLst>
              </a:rPr>
              <a:t>2n+2&lt;2n+3</a:t>
            </a:r>
            <a:r>
              <a:rPr lang="zh-CN" altLang="en-US" sz="1300" cap="all" dirty="0">
                <a:ln w="0"/>
                <a:solidFill>
                  <a:schemeClr val="accent1">
                    <a:lumMod val="50000"/>
                  </a:schemeClr>
                </a:solidFill>
                <a:effectLst>
                  <a:reflection blurRad="12700" stA="50000" endPos="50000" dist="5000" dir="5400000" sy="-100000" rotWithShape="0"/>
                </a:effectLst>
              </a:rPr>
              <a:t>，但是</a:t>
            </a:r>
            <a:r>
              <a:rPr lang="en-US" altLang="zh-CN" sz="1300" cap="all" dirty="0" err="1">
                <a:ln w="0"/>
                <a:solidFill>
                  <a:schemeClr val="accent1">
                    <a:lumMod val="50000"/>
                  </a:schemeClr>
                </a:solidFill>
                <a:effectLst>
                  <a:reflection blurRad="12700" stA="50000" endPos="50000" dist="5000" dir="5400000" sy="-100000" rotWithShape="0"/>
                </a:effectLst>
              </a:rPr>
              <a:t>Rsum</a:t>
            </a:r>
            <a:r>
              <a:rPr lang="zh-CN" altLang="en-US" sz="1300" cap="all" dirty="0">
                <a:ln w="0"/>
                <a:solidFill>
                  <a:schemeClr val="accent1">
                    <a:lumMod val="50000"/>
                  </a:schemeClr>
                </a:solidFill>
                <a:effectLst>
                  <a:reflection blurRad="12700" stA="50000" endPos="50000" dist="5000" dir="5400000" sy="-100000" rotWithShape="0"/>
                </a:effectLst>
              </a:rPr>
              <a:t>不一定比</a:t>
            </a:r>
            <a:r>
              <a:rPr lang="en-US" altLang="zh-CN" sz="1300" cap="all" dirty="0">
                <a:ln w="0"/>
                <a:solidFill>
                  <a:schemeClr val="accent1">
                    <a:lumMod val="50000"/>
                  </a:schemeClr>
                </a:solidFill>
                <a:effectLst>
                  <a:reflection blurRad="12700" stA="50000" endPos="50000" dist="5000" dir="5400000" sy="-100000" rotWithShape="0"/>
                </a:effectLst>
              </a:rPr>
              <a:t>Sum</a:t>
            </a:r>
            <a:r>
              <a:rPr lang="zh-CN" altLang="en-US" sz="1300" cap="all" dirty="0">
                <a:ln w="0"/>
                <a:solidFill>
                  <a:schemeClr val="accent1">
                    <a:lumMod val="50000"/>
                  </a:schemeClr>
                </a:solidFill>
                <a:effectLst>
                  <a:reflection blurRad="12700" stA="50000" endPos="50000" dist="5000" dir="5400000" sy="-100000" rotWithShape="0"/>
                </a:effectLst>
              </a:rPr>
              <a:t>快</a:t>
            </a:r>
            <a:endParaRPr lang="en-US" altLang="zh-CN" sz="1300" cap="all" dirty="0">
              <a:ln w="0"/>
              <a:solidFill>
                <a:schemeClr val="accent1">
                  <a:lumMod val="50000"/>
                </a:schemeClr>
              </a:solidFill>
              <a:effectLst>
                <a:reflection blurRad="12700" stA="50000" endPos="50000" dist="5000" dir="5400000" sy="-100000" rotWithShape="0"/>
              </a:effectLst>
            </a:endParaRPr>
          </a:p>
          <a:p>
            <a:r>
              <a:rPr lang="zh-CN" altLang="en-US" sz="1300" cap="all" dirty="0">
                <a:ln w="0"/>
                <a:solidFill>
                  <a:schemeClr val="accent1">
                    <a:lumMod val="50000"/>
                  </a:schemeClr>
                </a:solidFill>
                <a:effectLst>
                  <a:reflection blurRad="12700" stA="50000" endPos="50000" dist="5000" dir="5400000" sy="-100000" rotWithShape="0"/>
                </a:effectLst>
              </a:rPr>
              <a:t>因为：执行步数并不代表确切的执行时间</a:t>
            </a:r>
            <a:endParaRPr lang="zh-CN" altLang="en-US" sz="1300" cap="all" dirty="0">
              <a:ln w="0"/>
              <a:solidFill>
                <a:schemeClr val="accent1">
                  <a:lumMod val="50000"/>
                </a:schemeClr>
              </a:solidFill>
              <a:effectLst>
                <a:reflection blurRad="12700" stA="50000" endPos="50000" dist="5000" dir="5400000" sy="-100000" rotWithShape="0"/>
              </a:effectLst>
            </a:endParaRPr>
          </a:p>
          <a:p>
            <a:endParaRPr lang="zh-CN" altLang="en-US" dirty="0"/>
          </a:p>
        </p:txBody>
      </p:sp>
      <p:sp>
        <p:nvSpPr>
          <p:cNvPr id="1049169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pPr rtl="0"/>
            <a:fld id="{810E1E9A-E921-4174-A0FC-51868D7AC568}" type="slidenum">
              <a:rPr lang="en-US" altLang="zh-CN" noProof="0" smtClean="0"/>
            </a:fld>
            <a:endParaRPr lang="zh-CN" altLang="en-US" noProof="0" dirty="0"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8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174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247775" y="1279525"/>
            <a:ext cx="4603750" cy="3452813"/>
          </a:xfrm>
        </p:spPr>
      </p:sp>
      <p:sp>
        <p:nvSpPr>
          <p:cNvPr id="1049175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1049176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pPr rtl="0"/>
            <a:fld id="{810E1E9A-E921-4174-A0FC-51868D7AC568}" type="slidenum">
              <a:rPr lang="en-US" altLang="zh-CN" noProof="0" smtClean="0"/>
            </a:fld>
            <a:endParaRPr lang="zh-CN" altLang="en-US" noProof="0" dirty="0"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9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180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247775" y="1279525"/>
            <a:ext cx="4603750" cy="3452813"/>
          </a:xfrm>
        </p:spPr>
      </p:sp>
      <p:sp>
        <p:nvSpPr>
          <p:cNvPr id="1049181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1049182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pPr rtl="0"/>
            <a:fld id="{810E1E9A-E921-4174-A0FC-51868D7AC568}" type="slidenum">
              <a:rPr lang="en-US" altLang="zh-CN" noProof="0" smtClean="0"/>
            </a:fld>
            <a:endParaRPr lang="zh-CN" altLang="en-US" noProof="0" dirty="0"/>
          </a:p>
        </p:txBody>
      </p:sp>
    </p:spTree>
  </p:cSld>
  <p:clrMapOvr>
    <a:overrideClrMapping bg1="dk1" tx1="dk1" bg2="dk1" tx2="dk1" accent1="dk1" accent2="dk1" accent3="dk1" accent4="dk1" accent5="dk1" accent6="dk1" hlink="dk1" folHlink="dk1"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9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186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247775" y="1279525"/>
            <a:ext cx="4603750" cy="3452813"/>
          </a:xfrm>
        </p:spPr>
      </p:sp>
      <p:sp>
        <p:nvSpPr>
          <p:cNvPr id="1049187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1049188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pPr rtl="0"/>
            <a:fld id="{810E1E9A-E921-4174-A0FC-51868D7AC568}" type="slidenum">
              <a:rPr lang="en-US" altLang="zh-CN" noProof="0" smtClean="0"/>
            </a:fld>
            <a:endParaRPr lang="zh-CN" altLang="en-US" noProof="0" dirty="0"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9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19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247775" y="1279525"/>
            <a:ext cx="4603750" cy="3452813"/>
          </a:xfrm>
        </p:spPr>
      </p:sp>
      <p:sp>
        <p:nvSpPr>
          <p:cNvPr id="104919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104919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pPr rtl="0"/>
            <a:fld id="{810E1E9A-E921-4174-A0FC-51868D7AC568}" type="slidenum">
              <a:rPr lang="en-US" altLang="zh-CN" noProof="0" smtClean="0"/>
            </a:fld>
            <a:endParaRPr lang="zh-CN" altLang="en-US" noProof="0" dirty="0"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9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198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247775" y="1279525"/>
            <a:ext cx="4603750" cy="3452813"/>
          </a:xfrm>
        </p:spPr>
      </p:sp>
      <p:sp>
        <p:nvSpPr>
          <p:cNvPr id="1049199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1049200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pPr rtl="0"/>
            <a:fld id="{810E1E9A-E921-4174-A0FC-51868D7AC568}" type="slidenum">
              <a:rPr lang="en-US" altLang="zh-CN" noProof="0" smtClean="0"/>
            </a:fld>
            <a:endParaRPr lang="zh-CN" altLang="en-US" noProof="0" dirty="0"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0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243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247775" y="1279525"/>
            <a:ext cx="4603750" cy="3452813"/>
          </a:xfrm>
        </p:spPr>
      </p:sp>
      <p:sp>
        <p:nvSpPr>
          <p:cNvPr id="1049244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1049245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pPr rtl="0"/>
            <a:fld id="{810E1E9A-E921-4174-A0FC-51868D7AC568}" type="slidenum">
              <a:rPr lang="en-US" altLang="zh-CN" noProof="0" smtClean="0"/>
            </a:fld>
            <a:endParaRPr lang="zh-CN" altLang="en-US" noProof="0" dirty="0"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0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251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247775" y="1279525"/>
            <a:ext cx="4603750" cy="3452813"/>
          </a:xfrm>
        </p:spPr>
      </p:sp>
      <p:sp>
        <p:nvSpPr>
          <p:cNvPr id="1049252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1049253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pPr rtl="0"/>
            <a:fld id="{810E1E9A-E921-4174-A0FC-51868D7AC568}" type="slidenum">
              <a:rPr lang="en-US" altLang="zh-CN" noProof="0" smtClean="0"/>
            </a:fld>
            <a:endParaRPr lang="zh-CN" altLang="en-US" noProof="0" dirty="0"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1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259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247775" y="1279525"/>
            <a:ext cx="4603750" cy="3452813"/>
          </a:xfrm>
        </p:spPr>
      </p:sp>
      <p:sp>
        <p:nvSpPr>
          <p:cNvPr id="1049260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1049261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pPr rtl="0"/>
            <a:fld id="{810E1E9A-E921-4174-A0FC-51868D7AC568}" type="slidenum">
              <a:rPr lang="en-US" altLang="zh-CN" noProof="0" smtClean="0"/>
            </a:fld>
            <a:endParaRPr lang="zh-CN" altLang="en-US" noProof="0" dirty="0"/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1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267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247775" y="1279525"/>
            <a:ext cx="4603750" cy="3452813"/>
          </a:xfrm>
        </p:spPr>
      </p:sp>
      <p:sp>
        <p:nvSpPr>
          <p:cNvPr id="1049268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1049269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pPr rtl="0"/>
            <a:fld id="{810E1E9A-E921-4174-A0FC-51868D7AC568}" type="slidenum">
              <a:rPr lang="en-US" altLang="zh-CN" noProof="0" smtClean="0"/>
            </a:fld>
            <a:endParaRPr lang="zh-CN" altLang="en-US" noProof="0" dirty="0"/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1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273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247775" y="1279525"/>
            <a:ext cx="4603750" cy="3452813"/>
          </a:xfrm>
        </p:spPr>
      </p:sp>
      <p:sp>
        <p:nvSpPr>
          <p:cNvPr id="1049274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1049275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pPr rtl="0"/>
            <a:fld id="{810E1E9A-E921-4174-A0FC-51868D7AC568}" type="slidenum">
              <a:rPr lang="en-US" altLang="zh-CN" noProof="0" smtClean="0"/>
            </a:fld>
            <a:endParaRPr lang="zh-CN" altLang="en-US" noProof="0" dirty="0"/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2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279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247775" y="1279525"/>
            <a:ext cx="4603750" cy="3452813"/>
          </a:xfrm>
        </p:spPr>
      </p:sp>
      <p:sp>
        <p:nvSpPr>
          <p:cNvPr id="1049280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1049281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pPr rtl="0"/>
            <a:fld id="{810E1E9A-E921-4174-A0FC-51868D7AC568}" type="slidenum">
              <a:rPr lang="en-US" altLang="zh-CN" noProof="0" smtClean="0"/>
            </a:fld>
            <a:endParaRPr lang="zh-CN" altLang="en-US" noProof="0" dirty="0"/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2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48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247775" y="1279525"/>
            <a:ext cx="4603750" cy="3452813"/>
          </a:xfrm>
        </p:spPr>
      </p:sp>
      <p:sp>
        <p:nvSpPr>
          <p:cNvPr id="1048649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1048650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pPr rtl="0"/>
            <a:fld id="{810E1E9A-E921-4174-A0FC-51868D7AC568}" type="slidenum">
              <a:rPr lang="en-US" altLang="zh-CN" noProof="0" smtClean="0"/>
            </a:fld>
            <a:endParaRPr lang="zh-CN" altLang="en-US" noProof="0" dirty="0"/>
          </a:p>
        </p:txBody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1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36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247775" y="1279525"/>
            <a:ext cx="4603750" cy="3452813"/>
          </a:xfrm>
        </p:spPr>
      </p:sp>
      <p:sp>
        <p:nvSpPr>
          <p:cNvPr id="1048637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1048638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pPr rtl="0"/>
            <a:fld id="{810E1E9A-E921-4174-A0FC-51868D7AC568}" type="slidenum">
              <a:rPr lang="en-US" altLang="zh-CN" noProof="0" smtClean="0"/>
            </a:fld>
            <a:endParaRPr lang="zh-CN" altLang="en-US" noProof="0" dirty="0"/>
          </a:p>
        </p:txBody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1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13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247775" y="1279525"/>
            <a:ext cx="4603750" cy="3452813"/>
          </a:xfrm>
        </p:spPr>
      </p:sp>
      <p:sp>
        <p:nvSpPr>
          <p:cNvPr id="1048614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1048615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pPr rtl="0"/>
            <a:fld id="{810E1E9A-E921-4174-A0FC-51868D7AC568}" type="slidenum">
              <a:rPr lang="en-US" altLang="zh-CN" noProof="0" smtClean="0"/>
            </a:fld>
            <a:endParaRPr lang="zh-CN" altLang="en-US" noProof="0" dirty="0"/>
          </a:p>
        </p:txBody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0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07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247775" y="1279525"/>
            <a:ext cx="4603750" cy="3452813"/>
          </a:xfrm>
        </p:spPr>
      </p:sp>
      <p:sp>
        <p:nvSpPr>
          <p:cNvPr id="1048608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1048609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pPr rtl="0"/>
            <a:fld id="{810E1E9A-E921-4174-A0FC-51868D7AC568}" type="slidenum">
              <a:rPr lang="en-US" altLang="zh-CN" noProof="0" smtClean="0"/>
            </a:fld>
            <a:endParaRPr lang="zh-CN" altLang="en-US" noProof="0" dirty="0"/>
          </a:p>
        </p:txBody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1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19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247775" y="1279525"/>
            <a:ext cx="4603750" cy="3452813"/>
          </a:xfrm>
        </p:spPr>
      </p:sp>
      <p:sp>
        <p:nvSpPr>
          <p:cNvPr id="1048620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1048621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pPr rtl="0"/>
            <a:fld id="{810E1E9A-E921-4174-A0FC-51868D7AC568}" type="slidenum">
              <a:rPr lang="en-US" altLang="zh-CN" noProof="0" smtClean="0"/>
            </a:fld>
            <a:endParaRPr lang="zh-CN" altLang="en-US" noProof="0" dirty="0"/>
          </a:p>
        </p:txBody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2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4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247775" y="1279525"/>
            <a:ext cx="4603750" cy="3452813"/>
          </a:xfrm>
        </p:spPr>
      </p:sp>
      <p:sp>
        <p:nvSpPr>
          <p:cNvPr id="104864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104864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pPr rtl="0"/>
            <a:fld id="{810E1E9A-E921-4174-A0FC-51868D7AC568}" type="slidenum">
              <a:rPr lang="en-US" altLang="zh-CN" noProof="0" smtClean="0"/>
            </a:fld>
            <a:endParaRPr lang="zh-CN" altLang="en-US" noProof="0" dirty="0"/>
          </a:p>
        </p:txBody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2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285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247775" y="1279525"/>
            <a:ext cx="4603750" cy="3452813"/>
          </a:xfrm>
        </p:spPr>
      </p:sp>
      <p:sp>
        <p:nvSpPr>
          <p:cNvPr id="1049286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1049287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pPr rtl="0"/>
            <a:fld id="{810E1E9A-E921-4174-A0FC-51868D7AC568}" type="slidenum">
              <a:rPr lang="en-US" altLang="zh-CN" noProof="0" smtClean="0"/>
            </a:fld>
            <a:endParaRPr lang="zh-CN" altLang="en-US" noProof="0" dirty="0"/>
          </a:p>
        </p:txBody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2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30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247775" y="1279525"/>
            <a:ext cx="4603750" cy="3452813"/>
          </a:xfrm>
        </p:spPr>
      </p:sp>
      <p:sp>
        <p:nvSpPr>
          <p:cNvPr id="104930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104930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pPr rtl="0"/>
            <a:fld id="{810E1E9A-E921-4174-A0FC-51868D7AC568}" type="slidenum">
              <a:rPr lang="en-US" altLang="zh-CN" noProof="0" smtClean="0"/>
            </a:fld>
            <a:endParaRPr lang="zh-CN" altLang="en-US" noProof="0" dirty="0"/>
          </a:p>
        </p:txBody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3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308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247775" y="1279525"/>
            <a:ext cx="4603750" cy="3452813"/>
          </a:xfrm>
        </p:spPr>
      </p:sp>
      <p:sp>
        <p:nvSpPr>
          <p:cNvPr id="1049309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1049310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pPr rtl="0"/>
            <a:fld id="{810E1E9A-E921-4174-A0FC-51868D7AC568}" type="slidenum">
              <a:rPr lang="en-US" altLang="zh-CN" noProof="0" smtClean="0"/>
            </a:fld>
            <a:endParaRPr lang="zh-CN" altLang="en-US" noProof="0" dirty="0"/>
          </a:p>
        </p:txBody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3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314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247775" y="1279525"/>
            <a:ext cx="4603750" cy="3452813"/>
          </a:xfrm>
        </p:spPr>
      </p:sp>
      <p:sp>
        <p:nvSpPr>
          <p:cNvPr id="1049315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1049316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pPr rtl="0"/>
            <a:fld id="{810E1E9A-E921-4174-A0FC-51868D7AC568}" type="slidenum">
              <a:rPr lang="en-US" altLang="zh-CN" noProof="0" smtClean="0"/>
            </a:fld>
            <a:endParaRPr lang="zh-CN" altLang="en-US" noProof="0" dirty="0"/>
          </a:p>
        </p:txBody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3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320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247775" y="1279525"/>
            <a:ext cx="4603750" cy="3452813"/>
          </a:xfrm>
        </p:spPr>
      </p:sp>
      <p:sp>
        <p:nvSpPr>
          <p:cNvPr id="1049321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1049322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pPr rtl="0"/>
            <a:fld id="{810E1E9A-E921-4174-A0FC-51868D7AC568}" type="slidenum">
              <a:rPr lang="en-US" altLang="zh-CN" noProof="0" smtClean="0"/>
            </a:fld>
            <a:endParaRPr lang="zh-CN" altLang="en-US" noProof="0" dirty="0"/>
          </a:p>
        </p:txBody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3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326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247775" y="1279525"/>
            <a:ext cx="4603750" cy="3452813"/>
          </a:xfrm>
        </p:spPr>
      </p:sp>
      <p:sp>
        <p:nvSpPr>
          <p:cNvPr id="1049327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1049328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pPr rtl="0"/>
            <a:fld id="{810E1E9A-E921-4174-A0FC-51868D7AC568}" type="slidenum">
              <a:rPr lang="en-US" altLang="zh-CN" noProof="0" smtClean="0"/>
            </a:fld>
            <a:endParaRPr lang="zh-CN" altLang="en-US" noProof="0" dirty="0"/>
          </a:p>
        </p:txBody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4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33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247775" y="1279525"/>
            <a:ext cx="4603750" cy="3452813"/>
          </a:xfrm>
        </p:spPr>
      </p:sp>
      <p:sp>
        <p:nvSpPr>
          <p:cNvPr id="104933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104933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pPr rtl="0"/>
            <a:fld id="{810E1E9A-E921-4174-A0FC-51868D7AC568}" type="slidenum">
              <a:rPr lang="en-US" altLang="zh-CN" noProof="0" smtClean="0"/>
            </a:fld>
            <a:endParaRPr lang="zh-CN" altLang="en-US" noProof="0" dirty="0"/>
          </a:p>
        </p:txBody>
      </p:sp>
    </p:spTree>
  </p:cSld>
  <p:clrMapOvr>
    <a:overrideClrMapping bg1="dk1" tx1="dk1" bg2="dk1" tx2="dk1" accent1="dk1" accent2="dk1" accent3="dk1" accent4="dk1" accent5="dk1" accent6="dk1" hlink="dk1" folHlink="dk1"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4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338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247775" y="1279525"/>
            <a:ext cx="4603750" cy="3452813"/>
          </a:xfrm>
        </p:spPr>
      </p:sp>
      <p:sp>
        <p:nvSpPr>
          <p:cNvPr id="1049339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1049340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pPr rtl="0"/>
            <a:fld id="{810E1E9A-E921-4174-A0FC-51868D7AC568}" type="slidenum">
              <a:rPr lang="en-US" altLang="zh-CN" noProof="0" smtClean="0"/>
            </a:fld>
            <a:endParaRPr lang="zh-CN" altLang="en-US" noProof="0" dirty="0"/>
          </a:p>
        </p:txBody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4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347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247775" y="1279525"/>
            <a:ext cx="4603750" cy="3452813"/>
          </a:xfrm>
        </p:spPr>
      </p:sp>
      <p:sp>
        <p:nvSpPr>
          <p:cNvPr id="1049348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1049349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pPr rtl="0"/>
            <a:fld id="{810E1E9A-E921-4174-A0FC-51868D7AC568}" type="slidenum">
              <a:rPr lang="en-US" altLang="zh-CN" noProof="0" smtClean="0"/>
            </a:fld>
            <a:endParaRPr lang="zh-CN" altLang="en-US" noProof="0" dirty="0"/>
          </a:p>
        </p:txBody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5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354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247775" y="1279525"/>
            <a:ext cx="4603750" cy="3452813"/>
          </a:xfrm>
        </p:spPr>
      </p:sp>
      <p:sp>
        <p:nvSpPr>
          <p:cNvPr id="1049355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1049356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pPr rtl="0"/>
            <a:fld id="{810E1E9A-E921-4174-A0FC-51868D7AC568}" type="slidenum">
              <a:rPr lang="en-US" altLang="zh-CN" noProof="0" smtClean="0"/>
            </a:fld>
            <a:endParaRPr lang="zh-CN" altLang="en-US" noProof="0" dirty="0"/>
          </a:p>
        </p:txBody>
      </p:sp>
    </p:spTree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5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404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247775" y="1279525"/>
            <a:ext cx="4603750" cy="3452813"/>
          </a:xfrm>
        </p:spPr>
      </p:sp>
      <p:sp>
        <p:nvSpPr>
          <p:cNvPr id="1049405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lang="zh-CN" altLang="en-US" dirty="0" smtClean="0"/>
              <a:t>如果一个算法用常数时间将问题的大小消减为其一部分（通常为</a:t>
            </a:r>
            <a:r>
              <a:rPr lang="en-US" altLang="zh-CN" dirty="0" smtClean="0"/>
              <a:t>1/2</a:t>
            </a:r>
            <a:r>
              <a:rPr lang="zh-CN" altLang="en-US" dirty="0" smtClean="0"/>
              <a:t>）</a:t>
            </a:r>
            <a:r>
              <a:rPr lang="en-US" altLang="zh-CN" dirty="0" smtClean="0"/>
              <a:t>,</a:t>
            </a:r>
            <a:r>
              <a:rPr lang="zh-CN" altLang="en-US" dirty="0" smtClean="0"/>
              <a:t>那么该算法就是</a:t>
            </a:r>
            <a:r>
              <a:rPr lang="en-US" altLang="zh-CN" dirty="0" smtClean="0"/>
              <a:t>O(log(n))</a:t>
            </a:r>
            <a:r>
              <a:rPr lang="zh-CN" altLang="en-US" dirty="0" smtClean="0"/>
              <a:t>，如果使用常数时间只是把问题消减为一个常数，那么算法为</a:t>
            </a:r>
            <a:r>
              <a:rPr lang="en-US" altLang="zh-CN" dirty="0" smtClean="0"/>
              <a:t>O(n)</a:t>
            </a:r>
            <a:endParaRPr lang="en-US" altLang="zh-CN" dirty="0" smtClean="0"/>
          </a:p>
          <a:p>
            <a:r>
              <a:rPr lang="zh-CN" altLang="en-US" dirty="0" smtClean="0"/>
              <a:t>对数算法例子：排序数列的对分查找。</a:t>
            </a:r>
            <a:endParaRPr lang="en-US" altLang="zh-CN" dirty="0" smtClean="0"/>
          </a:p>
          <a:p>
            <a:endParaRPr lang="zh-CN" altLang="en-US" dirty="0"/>
          </a:p>
        </p:txBody>
      </p:sp>
      <p:sp>
        <p:nvSpPr>
          <p:cNvPr id="1049406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pPr rtl="0"/>
            <a:fld id="{810E1E9A-E921-4174-A0FC-51868D7AC568}" type="slidenum">
              <a:rPr lang="en-US" altLang="zh-CN" noProof="0" smtClean="0"/>
            </a:fld>
            <a:endParaRPr lang="zh-CN" altLang="en-US" noProof="0" dirty="0"/>
          </a:p>
        </p:txBody>
      </p:sp>
    </p:spTree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6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437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247775" y="1279525"/>
            <a:ext cx="4603750" cy="3452813"/>
          </a:xfrm>
        </p:spPr>
      </p:sp>
      <p:sp>
        <p:nvSpPr>
          <p:cNvPr id="1049438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1049439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pPr rtl="0"/>
            <a:fld id="{810E1E9A-E921-4174-A0FC-51868D7AC568}" type="slidenum">
              <a:rPr lang="en-US" altLang="zh-CN" noProof="0" smtClean="0"/>
            </a:fld>
            <a:endParaRPr lang="zh-CN" altLang="en-US" noProof="0" dirty="0"/>
          </a:p>
        </p:txBody>
      </p:sp>
    </p:spTree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6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478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247775" y="1279525"/>
            <a:ext cx="4603750" cy="3452813"/>
          </a:xfrm>
        </p:spPr>
      </p:sp>
      <p:sp>
        <p:nvSpPr>
          <p:cNvPr id="1049479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1049480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pPr rtl="0"/>
            <a:fld id="{810E1E9A-E921-4174-A0FC-51868D7AC568}" type="slidenum">
              <a:rPr lang="en-US" altLang="zh-CN" noProof="0" smtClean="0"/>
            </a:fld>
            <a:endParaRPr lang="zh-CN" altLang="en-US" noProof="0" dirty="0"/>
          </a:p>
        </p:txBody>
      </p:sp>
    </p:spTree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6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484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247775" y="1279525"/>
            <a:ext cx="4603750" cy="3452813"/>
          </a:xfrm>
        </p:spPr>
      </p:sp>
      <p:sp>
        <p:nvSpPr>
          <p:cNvPr id="1049485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1049486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pPr rtl="0"/>
            <a:fld id="{810E1E9A-E921-4174-A0FC-51868D7AC568}" type="slidenum">
              <a:rPr lang="en-US" altLang="zh-CN" noProof="0" smtClean="0"/>
            </a:fld>
            <a:endParaRPr lang="zh-CN" altLang="en-US" noProof="0" dirty="0"/>
          </a:p>
        </p:txBody>
      </p:sp>
    </p:spTree>
  </p:cSld>
  <p:clrMapOvr>
    <a:overrideClrMapping bg1="dk1" tx1="dk1" bg2="dk1" tx2="dk1" accent1="dk1" accent2="dk1" accent3="dk1" accent4="dk1" accent5="dk1" accent6="dk1" hlink="dk1" folHlink="dk1"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7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490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247775" y="1279525"/>
            <a:ext cx="4603750" cy="3452813"/>
          </a:xfrm>
        </p:spPr>
      </p:sp>
      <p:sp>
        <p:nvSpPr>
          <p:cNvPr id="1049491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1049492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pPr rtl="0"/>
            <a:fld id="{810E1E9A-E921-4174-A0FC-51868D7AC568}" type="slidenum">
              <a:rPr lang="en-US" altLang="zh-CN" noProof="0" smtClean="0"/>
            </a:fld>
            <a:endParaRPr lang="zh-CN" altLang="en-US" noProof="0" dirty="0"/>
          </a:p>
        </p:txBody>
      </p:sp>
    </p:spTree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7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495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247775" y="1279525"/>
            <a:ext cx="4603750" cy="3452813"/>
          </a:xfrm>
        </p:spPr>
      </p:sp>
      <p:sp>
        <p:nvSpPr>
          <p:cNvPr id="1049496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1049497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pPr rtl="0"/>
            <a:fld id="{810E1E9A-E921-4174-A0FC-51868D7AC568}" type="slidenum">
              <a:rPr lang="en-US" altLang="zh-CN" noProof="0" smtClean="0"/>
            </a:fld>
            <a:endParaRPr lang="zh-CN" altLang="en-US" noProof="0" dirty="0"/>
          </a:p>
        </p:txBody>
      </p:sp>
    </p:spTree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7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500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247775" y="1279525"/>
            <a:ext cx="4603750" cy="3452813"/>
          </a:xfrm>
        </p:spPr>
      </p:sp>
      <p:sp>
        <p:nvSpPr>
          <p:cNvPr id="1049501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1049502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pPr rtl="0"/>
            <a:fld id="{810E1E9A-E921-4174-A0FC-51868D7AC568}" type="slidenum">
              <a:rPr lang="en-US" altLang="zh-CN" noProof="0" smtClean="0"/>
            </a:fld>
            <a:endParaRPr lang="zh-CN" altLang="en-US" noProof="0" dirty="0"/>
          </a:p>
        </p:txBody>
      </p:sp>
    </p:spTree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7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507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247775" y="1279525"/>
            <a:ext cx="4603750" cy="3452813"/>
          </a:xfrm>
        </p:spPr>
      </p:sp>
      <p:sp>
        <p:nvSpPr>
          <p:cNvPr id="1049508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1049509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pPr rtl="0"/>
            <a:fld id="{810E1E9A-E921-4174-A0FC-51868D7AC568}" type="slidenum">
              <a:rPr lang="en-US" altLang="zh-CN" noProof="0" smtClean="0"/>
            </a:fld>
            <a:endParaRPr lang="zh-CN" altLang="en-US" noProof="0" dirty="0"/>
          </a:p>
        </p:txBody>
      </p:sp>
    </p:spTree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8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515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247775" y="1279525"/>
            <a:ext cx="4603750" cy="3452813"/>
          </a:xfrm>
        </p:spPr>
      </p:sp>
      <p:sp>
        <p:nvSpPr>
          <p:cNvPr id="1049516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1049517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pPr rtl="0"/>
            <a:fld id="{810E1E9A-E921-4174-A0FC-51868D7AC568}" type="slidenum">
              <a:rPr lang="en-US" altLang="zh-CN" noProof="0" smtClean="0"/>
            </a:fld>
            <a:endParaRPr lang="zh-CN" altLang="en-US" noProof="0" dirty="0"/>
          </a:p>
        </p:txBody>
      </p:sp>
    </p:spTree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8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521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247775" y="1279525"/>
            <a:ext cx="4603750" cy="3452813"/>
          </a:xfrm>
        </p:spPr>
      </p:sp>
      <p:sp>
        <p:nvSpPr>
          <p:cNvPr id="1049522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1049523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pPr rtl="0"/>
            <a:fld id="{810E1E9A-E921-4174-A0FC-51868D7AC568}" type="slidenum">
              <a:rPr lang="en-US" altLang="zh-CN" noProof="0" smtClean="0"/>
            </a:fld>
            <a:endParaRPr lang="zh-CN" altLang="en-US" noProof="0" dirty="0"/>
          </a:p>
        </p:txBody>
      </p:sp>
    </p:spTree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8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526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247775" y="1279525"/>
            <a:ext cx="4603750" cy="3452813"/>
          </a:xfrm>
        </p:spPr>
      </p:sp>
      <p:sp>
        <p:nvSpPr>
          <p:cNvPr id="1049527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1049528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pPr rtl="0"/>
            <a:fld id="{810E1E9A-E921-4174-A0FC-51868D7AC568}" type="slidenum">
              <a:rPr lang="en-US" altLang="zh-CN" noProof="0" smtClean="0"/>
            </a:fld>
            <a:endParaRPr lang="zh-CN" altLang="en-US" noProof="0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9" Type="http://schemas.openxmlformats.org/officeDocument/2006/relationships/tags" Target="../tags/tag8.xml"/><Relationship Id="rId8" Type="http://schemas.openxmlformats.org/officeDocument/2006/relationships/tags" Target="../tags/tag7.xml"/><Relationship Id="rId7" Type="http://schemas.openxmlformats.org/officeDocument/2006/relationships/tags" Target="../tags/tag6.xml"/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5" Type="http://schemas.openxmlformats.org/officeDocument/2006/relationships/tags" Target="../tags/tag14.xml"/><Relationship Id="rId14" Type="http://schemas.openxmlformats.org/officeDocument/2006/relationships/tags" Target="../tags/tag13.xml"/><Relationship Id="rId13" Type="http://schemas.openxmlformats.org/officeDocument/2006/relationships/tags" Target="../tags/tag12.xml"/><Relationship Id="rId12" Type="http://schemas.openxmlformats.org/officeDocument/2006/relationships/tags" Target="../tags/tag11.xml"/><Relationship Id="rId11" Type="http://schemas.openxmlformats.org/officeDocument/2006/relationships/tags" Target="../tags/tag10.xml"/><Relationship Id="rId10" Type="http://schemas.openxmlformats.org/officeDocument/2006/relationships/tags" Target="../tags/tag9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9" Type="http://schemas.openxmlformats.org/officeDocument/2006/relationships/tags" Target="../tags/tag22.xml"/><Relationship Id="rId8" Type="http://schemas.openxmlformats.org/officeDocument/2006/relationships/tags" Target="../tags/tag21.xml"/><Relationship Id="rId7" Type="http://schemas.openxmlformats.org/officeDocument/2006/relationships/tags" Target="../tags/tag20.xml"/><Relationship Id="rId6" Type="http://schemas.openxmlformats.org/officeDocument/2006/relationships/tags" Target="../tags/tag19.xml"/><Relationship Id="rId5" Type="http://schemas.openxmlformats.org/officeDocument/2006/relationships/tags" Target="../tags/tag18.xml"/><Relationship Id="rId4" Type="http://schemas.openxmlformats.org/officeDocument/2006/relationships/tags" Target="../tags/tag17.xml"/><Relationship Id="rId3" Type="http://schemas.openxmlformats.org/officeDocument/2006/relationships/tags" Target="../tags/tag16.xml"/><Relationship Id="rId2" Type="http://schemas.openxmlformats.org/officeDocument/2006/relationships/tags" Target="../tags/tag15.xml"/><Relationship Id="rId16" Type="http://schemas.openxmlformats.org/officeDocument/2006/relationships/tags" Target="../tags/tag29.xml"/><Relationship Id="rId15" Type="http://schemas.openxmlformats.org/officeDocument/2006/relationships/tags" Target="../tags/tag28.xml"/><Relationship Id="rId14" Type="http://schemas.openxmlformats.org/officeDocument/2006/relationships/tags" Target="../tags/tag27.xml"/><Relationship Id="rId13" Type="http://schemas.openxmlformats.org/officeDocument/2006/relationships/tags" Target="../tags/tag26.xml"/><Relationship Id="rId12" Type="http://schemas.openxmlformats.org/officeDocument/2006/relationships/tags" Target="../tags/tag25.xml"/><Relationship Id="rId11" Type="http://schemas.openxmlformats.org/officeDocument/2006/relationships/tags" Target="../tags/tag24.xml"/><Relationship Id="rId10" Type="http://schemas.openxmlformats.org/officeDocument/2006/relationships/tags" Target="../tags/tag23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9" Type="http://schemas.openxmlformats.org/officeDocument/2006/relationships/tags" Target="../tags/tag37.xml"/><Relationship Id="rId8" Type="http://schemas.openxmlformats.org/officeDocument/2006/relationships/tags" Target="../tags/tag36.xml"/><Relationship Id="rId7" Type="http://schemas.openxmlformats.org/officeDocument/2006/relationships/tags" Target="../tags/tag35.xml"/><Relationship Id="rId6" Type="http://schemas.openxmlformats.org/officeDocument/2006/relationships/tags" Target="../tags/tag34.xml"/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3" Type="http://schemas.openxmlformats.org/officeDocument/2006/relationships/tags" Target="../tags/tag41.xml"/><Relationship Id="rId12" Type="http://schemas.openxmlformats.org/officeDocument/2006/relationships/tags" Target="../tags/tag40.xml"/><Relationship Id="rId11" Type="http://schemas.openxmlformats.org/officeDocument/2006/relationships/tags" Target="../tags/tag39.xml"/><Relationship Id="rId10" Type="http://schemas.openxmlformats.org/officeDocument/2006/relationships/tags" Target="../tags/tag38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39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566" name="矩形 6"/>
          <p:cNvSpPr/>
          <p:nvPr>
            <p:custDataLst>
              <p:tags r:id="rId2"/>
            </p:custDataLst>
          </p:nvPr>
        </p:nvSpPr>
        <p:spPr>
          <a:xfrm>
            <a:off x="0" y="2639506"/>
            <a:ext cx="233314" cy="2545237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1350"/>
          </a:p>
        </p:txBody>
      </p:sp>
      <p:sp>
        <p:nvSpPr>
          <p:cNvPr id="1049567" name="矩形 7"/>
          <p:cNvSpPr/>
          <p:nvPr>
            <p:custDataLst>
              <p:tags r:id="rId3"/>
            </p:custDataLst>
          </p:nvPr>
        </p:nvSpPr>
        <p:spPr>
          <a:xfrm>
            <a:off x="5791593" y="2639506"/>
            <a:ext cx="233314" cy="2545237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1350"/>
          </a:p>
        </p:txBody>
      </p:sp>
      <p:sp>
        <p:nvSpPr>
          <p:cNvPr id="1049568" name="任意多边形 8"/>
          <p:cNvSpPr/>
          <p:nvPr>
            <p:custDataLst>
              <p:tags r:id="rId4"/>
            </p:custDataLst>
          </p:nvPr>
        </p:nvSpPr>
        <p:spPr>
          <a:xfrm>
            <a:off x="6061311" y="3186522"/>
            <a:ext cx="289874" cy="1980000"/>
          </a:xfrm>
          <a:custGeom>
            <a:avLst/>
            <a:gdLst>
              <a:gd name="connsiteX0" fmla="*/ 177538 w 386499"/>
              <a:gd name="connsiteY0" fmla="*/ 0 h 1395167"/>
              <a:gd name="connsiteX1" fmla="*/ 208961 w 386499"/>
              <a:gd name="connsiteY1" fmla="*/ 0 h 1395167"/>
              <a:gd name="connsiteX2" fmla="*/ 386499 w 386499"/>
              <a:gd name="connsiteY2" fmla="*/ 177538 h 1395167"/>
              <a:gd name="connsiteX3" fmla="*/ 386499 w 386499"/>
              <a:gd name="connsiteY3" fmla="*/ 1395167 h 1395167"/>
              <a:gd name="connsiteX4" fmla="*/ 0 w 386499"/>
              <a:gd name="connsiteY4" fmla="*/ 1395167 h 1395167"/>
              <a:gd name="connsiteX5" fmla="*/ 0 w 386499"/>
              <a:gd name="connsiteY5" fmla="*/ 177538 h 1395167"/>
              <a:gd name="connsiteX6" fmla="*/ 177538 w 386499"/>
              <a:gd name="connsiteY6" fmla="*/ 0 h 13951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86499" h="1395167">
                <a:moveTo>
                  <a:pt x="177538" y="0"/>
                </a:moveTo>
                <a:lnTo>
                  <a:pt x="208961" y="0"/>
                </a:lnTo>
                <a:cubicBezTo>
                  <a:pt x="307013" y="0"/>
                  <a:pt x="386499" y="79486"/>
                  <a:pt x="386499" y="177538"/>
                </a:cubicBezTo>
                <a:lnTo>
                  <a:pt x="386499" y="1395167"/>
                </a:lnTo>
                <a:lnTo>
                  <a:pt x="0" y="1395167"/>
                </a:lnTo>
                <a:lnTo>
                  <a:pt x="0" y="177538"/>
                </a:lnTo>
                <a:cubicBezTo>
                  <a:pt x="0" y="79486"/>
                  <a:pt x="79486" y="0"/>
                  <a:pt x="177538" y="0"/>
                </a:cubicBezTo>
                <a:close/>
              </a:path>
            </a:pathLst>
          </a:custGeom>
          <a:gradFill flip="none" rotWithShape="1">
            <a:gsLst>
              <a:gs pos="0">
                <a:schemeClr val="bg1">
                  <a:lumMod val="85000"/>
                </a:schemeClr>
              </a:gs>
              <a:gs pos="46000">
                <a:schemeClr val="bg1">
                  <a:lumMod val="75000"/>
                </a:schemeClr>
              </a:gs>
              <a:gs pos="100000">
                <a:schemeClr val="bg1">
                  <a:lumMod val="50000"/>
                </a:schemeClr>
              </a:gs>
            </a:gsLst>
            <a:path path="circle">
              <a:fillToRect l="50000" t="130000" r="50000" b="-30000"/>
            </a:path>
          </a:gradFill>
          <a:ln w="508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1350"/>
          </a:p>
        </p:txBody>
      </p:sp>
      <p:cxnSp>
        <p:nvCxnSpPr>
          <p:cNvPr id="3145749" name="直接连接符 9"/>
          <p:cNvCxnSpPr/>
          <p:nvPr>
            <p:custDataLst>
              <p:tags r:id="rId5"/>
            </p:custDataLst>
          </p:nvPr>
        </p:nvCxnSpPr>
        <p:spPr>
          <a:xfrm>
            <a:off x="6024907" y="5184742"/>
            <a:ext cx="3119093" cy="0"/>
          </a:xfrm>
          <a:prstGeom prst="line">
            <a:avLst/>
          </a:prstGeom>
          <a:ln w="15875">
            <a:solidFill>
              <a:schemeClr val="accent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49569" name="任意多边形 10"/>
          <p:cNvSpPr/>
          <p:nvPr>
            <p:custDataLst>
              <p:tags r:id="rId6"/>
            </p:custDataLst>
          </p:nvPr>
        </p:nvSpPr>
        <p:spPr>
          <a:xfrm>
            <a:off x="6350718" y="3257887"/>
            <a:ext cx="289874" cy="1908000"/>
          </a:xfrm>
          <a:custGeom>
            <a:avLst/>
            <a:gdLst>
              <a:gd name="connsiteX0" fmla="*/ 177538 w 386499"/>
              <a:gd name="connsiteY0" fmla="*/ 0 h 1395167"/>
              <a:gd name="connsiteX1" fmla="*/ 208961 w 386499"/>
              <a:gd name="connsiteY1" fmla="*/ 0 h 1395167"/>
              <a:gd name="connsiteX2" fmla="*/ 386499 w 386499"/>
              <a:gd name="connsiteY2" fmla="*/ 177538 h 1395167"/>
              <a:gd name="connsiteX3" fmla="*/ 386499 w 386499"/>
              <a:gd name="connsiteY3" fmla="*/ 1395167 h 1395167"/>
              <a:gd name="connsiteX4" fmla="*/ 0 w 386499"/>
              <a:gd name="connsiteY4" fmla="*/ 1395167 h 1395167"/>
              <a:gd name="connsiteX5" fmla="*/ 0 w 386499"/>
              <a:gd name="connsiteY5" fmla="*/ 177538 h 1395167"/>
              <a:gd name="connsiteX6" fmla="*/ 177538 w 386499"/>
              <a:gd name="connsiteY6" fmla="*/ 0 h 13951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86499" h="1395167">
                <a:moveTo>
                  <a:pt x="177538" y="0"/>
                </a:moveTo>
                <a:lnTo>
                  <a:pt x="208961" y="0"/>
                </a:lnTo>
                <a:cubicBezTo>
                  <a:pt x="307013" y="0"/>
                  <a:pt x="386499" y="79486"/>
                  <a:pt x="386499" y="177538"/>
                </a:cubicBezTo>
                <a:lnTo>
                  <a:pt x="386499" y="1395167"/>
                </a:lnTo>
                <a:lnTo>
                  <a:pt x="0" y="1395167"/>
                </a:lnTo>
                <a:lnTo>
                  <a:pt x="0" y="177538"/>
                </a:lnTo>
                <a:cubicBezTo>
                  <a:pt x="0" y="79486"/>
                  <a:pt x="79486" y="0"/>
                  <a:pt x="177538" y="0"/>
                </a:cubicBezTo>
                <a:close/>
              </a:path>
            </a:pathLst>
          </a:custGeom>
          <a:gradFill flip="none" rotWithShape="1">
            <a:gsLst>
              <a:gs pos="0">
                <a:schemeClr val="bg1">
                  <a:lumMod val="85000"/>
                </a:schemeClr>
              </a:gs>
              <a:gs pos="46000">
                <a:schemeClr val="bg1">
                  <a:lumMod val="75000"/>
                </a:schemeClr>
              </a:gs>
              <a:gs pos="100000">
                <a:schemeClr val="bg1">
                  <a:lumMod val="50000"/>
                </a:schemeClr>
              </a:gs>
            </a:gsLst>
            <a:path path="circle">
              <a:fillToRect l="50000" t="130000" r="50000" b="-30000"/>
            </a:path>
          </a:gradFill>
          <a:ln w="508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1350"/>
          </a:p>
        </p:txBody>
      </p:sp>
      <p:sp>
        <p:nvSpPr>
          <p:cNvPr id="1049570" name="任意多边形 11"/>
          <p:cNvSpPr/>
          <p:nvPr>
            <p:custDataLst>
              <p:tags r:id="rId7"/>
            </p:custDataLst>
          </p:nvPr>
        </p:nvSpPr>
        <p:spPr>
          <a:xfrm>
            <a:off x="6660737" y="3257887"/>
            <a:ext cx="289874" cy="1908000"/>
          </a:xfrm>
          <a:custGeom>
            <a:avLst/>
            <a:gdLst>
              <a:gd name="connsiteX0" fmla="*/ 177538 w 386499"/>
              <a:gd name="connsiteY0" fmla="*/ 0 h 1395167"/>
              <a:gd name="connsiteX1" fmla="*/ 208961 w 386499"/>
              <a:gd name="connsiteY1" fmla="*/ 0 h 1395167"/>
              <a:gd name="connsiteX2" fmla="*/ 386499 w 386499"/>
              <a:gd name="connsiteY2" fmla="*/ 177538 h 1395167"/>
              <a:gd name="connsiteX3" fmla="*/ 386499 w 386499"/>
              <a:gd name="connsiteY3" fmla="*/ 1395167 h 1395167"/>
              <a:gd name="connsiteX4" fmla="*/ 0 w 386499"/>
              <a:gd name="connsiteY4" fmla="*/ 1395167 h 1395167"/>
              <a:gd name="connsiteX5" fmla="*/ 0 w 386499"/>
              <a:gd name="connsiteY5" fmla="*/ 177538 h 1395167"/>
              <a:gd name="connsiteX6" fmla="*/ 177538 w 386499"/>
              <a:gd name="connsiteY6" fmla="*/ 0 h 13951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86499" h="1395167">
                <a:moveTo>
                  <a:pt x="177538" y="0"/>
                </a:moveTo>
                <a:lnTo>
                  <a:pt x="208961" y="0"/>
                </a:lnTo>
                <a:cubicBezTo>
                  <a:pt x="307013" y="0"/>
                  <a:pt x="386499" y="79486"/>
                  <a:pt x="386499" y="177538"/>
                </a:cubicBezTo>
                <a:lnTo>
                  <a:pt x="386499" y="1395167"/>
                </a:lnTo>
                <a:lnTo>
                  <a:pt x="0" y="1395167"/>
                </a:lnTo>
                <a:lnTo>
                  <a:pt x="0" y="177538"/>
                </a:lnTo>
                <a:cubicBezTo>
                  <a:pt x="0" y="79486"/>
                  <a:pt x="79486" y="0"/>
                  <a:pt x="177538" y="0"/>
                </a:cubicBezTo>
                <a:close/>
              </a:path>
            </a:pathLst>
          </a:custGeom>
          <a:gradFill flip="none" rotWithShape="1">
            <a:gsLst>
              <a:gs pos="0">
                <a:schemeClr val="bg1">
                  <a:lumMod val="85000"/>
                </a:schemeClr>
              </a:gs>
              <a:gs pos="46000">
                <a:schemeClr val="bg1">
                  <a:lumMod val="75000"/>
                </a:schemeClr>
              </a:gs>
              <a:gs pos="100000">
                <a:schemeClr val="bg1">
                  <a:lumMod val="50000"/>
                </a:schemeClr>
              </a:gs>
            </a:gsLst>
            <a:path path="circle">
              <a:fillToRect l="50000" t="130000" r="50000" b="-30000"/>
            </a:path>
          </a:gradFill>
          <a:ln w="508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1350"/>
          </a:p>
        </p:txBody>
      </p:sp>
      <p:sp>
        <p:nvSpPr>
          <p:cNvPr id="1049571" name="任意多边形 12"/>
          <p:cNvSpPr/>
          <p:nvPr>
            <p:custDataLst>
              <p:tags r:id="rId8"/>
            </p:custDataLst>
          </p:nvPr>
        </p:nvSpPr>
        <p:spPr>
          <a:xfrm>
            <a:off x="6965300" y="3293887"/>
            <a:ext cx="289874" cy="1872000"/>
          </a:xfrm>
          <a:custGeom>
            <a:avLst/>
            <a:gdLst>
              <a:gd name="connsiteX0" fmla="*/ 177538 w 386499"/>
              <a:gd name="connsiteY0" fmla="*/ 0 h 1395167"/>
              <a:gd name="connsiteX1" fmla="*/ 208961 w 386499"/>
              <a:gd name="connsiteY1" fmla="*/ 0 h 1395167"/>
              <a:gd name="connsiteX2" fmla="*/ 386499 w 386499"/>
              <a:gd name="connsiteY2" fmla="*/ 177538 h 1395167"/>
              <a:gd name="connsiteX3" fmla="*/ 386499 w 386499"/>
              <a:gd name="connsiteY3" fmla="*/ 1395167 h 1395167"/>
              <a:gd name="connsiteX4" fmla="*/ 0 w 386499"/>
              <a:gd name="connsiteY4" fmla="*/ 1395167 h 1395167"/>
              <a:gd name="connsiteX5" fmla="*/ 0 w 386499"/>
              <a:gd name="connsiteY5" fmla="*/ 177538 h 1395167"/>
              <a:gd name="connsiteX6" fmla="*/ 177538 w 386499"/>
              <a:gd name="connsiteY6" fmla="*/ 0 h 13951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86499" h="1395167">
                <a:moveTo>
                  <a:pt x="177538" y="0"/>
                </a:moveTo>
                <a:lnTo>
                  <a:pt x="208961" y="0"/>
                </a:lnTo>
                <a:cubicBezTo>
                  <a:pt x="307013" y="0"/>
                  <a:pt x="386499" y="79486"/>
                  <a:pt x="386499" y="177538"/>
                </a:cubicBezTo>
                <a:lnTo>
                  <a:pt x="386499" y="1395167"/>
                </a:lnTo>
                <a:lnTo>
                  <a:pt x="0" y="1395167"/>
                </a:lnTo>
                <a:lnTo>
                  <a:pt x="0" y="177538"/>
                </a:lnTo>
                <a:cubicBezTo>
                  <a:pt x="0" y="79486"/>
                  <a:pt x="79486" y="0"/>
                  <a:pt x="177538" y="0"/>
                </a:cubicBezTo>
                <a:close/>
              </a:path>
            </a:pathLst>
          </a:custGeom>
          <a:gradFill flip="none" rotWithShape="1">
            <a:gsLst>
              <a:gs pos="0">
                <a:schemeClr val="bg1">
                  <a:lumMod val="85000"/>
                </a:schemeClr>
              </a:gs>
              <a:gs pos="46000">
                <a:schemeClr val="bg1">
                  <a:lumMod val="75000"/>
                </a:schemeClr>
              </a:gs>
              <a:gs pos="100000">
                <a:schemeClr val="bg1">
                  <a:lumMod val="50000"/>
                </a:schemeClr>
              </a:gs>
            </a:gsLst>
            <a:path path="circle">
              <a:fillToRect l="50000" t="130000" r="50000" b="-30000"/>
            </a:path>
          </a:gradFill>
          <a:ln w="508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1350"/>
          </a:p>
        </p:txBody>
      </p:sp>
      <p:sp>
        <p:nvSpPr>
          <p:cNvPr id="1049572" name="任意多边形 13"/>
          <p:cNvSpPr/>
          <p:nvPr>
            <p:custDataLst>
              <p:tags r:id="rId9"/>
            </p:custDataLst>
          </p:nvPr>
        </p:nvSpPr>
        <p:spPr>
          <a:xfrm>
            <a:off x="7284552" y="3329887"/>
            <a:ext cx="289874" cy="1836000"/>
          </a:xfrm>
          <a:custGeom>
            <a:avLst/>
            <a:gdLst>
              <a:gd name="connsiteX0" fmla="*/ 177538 w 386499"/>
              <a:gd name="connsiteY0" fmla="*/ 0 h 1395167"/>
              <a:gd name="connsiteX1" fmla="*/ 208961 w 386499"/>
              <a:gd name="connsiteY1" fmla="*/ 0 h 1395167"/>
              <a:gd name="connsiteX2" fmla="*/ 386499 w 386499"/>
              <a:gd name="connsiteY2" fmla="*/ 177538 h 1395167"/>
              <a:gd name="connsiteX3" fmla="*/ 386499 w 386499"/>
              <a:gd name="connsiteY3" fmla="*/ 1395167 h 1395167"/>
              <a:gd name="connsiteX4" fmla="*/ 0 w 386499"/>
              <a:gd name="connsiteY4" fmla="*/ 1395167 h 1395167"/>
              <a:gd name="connsiteX5" fmla="*/ 0 w 386499"/>
              <a:gd name="connsiteY5" fmla="*/ 177538 h 1395167"/>
              <a:gd name="connsiteX6" fmla="*/ 177538 w 386499"/>
              <a:gd name="connsiteY6" fmla="*/ 0 h 13951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86499" h="1395167">
                <a:moveTo>
                  <a:pt x="177538" y="0"/>
                </a:moveTo>
                <a:lnTo>
                  <a:pt x="208961" y="0"/>
                </a:lnTo>
                <a:cubicBezTo>
                  <a:pt x="307013" y="0"/>
                  <a:pt x="386499" y="79486"/>
                  <a:pt x="386499" y="177538"/>
                </a:cubicBezTo>
                <a:lnTo>
                  <a:pt x="386499" y="1395167"/>
                </a:lnTo>
                <a:lnTo>
                  <a:pt x="0" y="1395167"/>
                </a:lnTo>
                <a:lnTo>
                  <a:pt x="0" y="177538"/>
                </a:lnTo>
                <a:cubicBezTo>
                  <a:pt x="0" y="79486"/>
                  <a:pt x="79486" y="0"/>
                  <a:pt x="177538" y="0"/>
                </a:cubicBezTo>
                <a:close/>
              </a:path>
            </a:pathLst>
          </a:custGeom>
          <a:gradFill>
            <a:gsLst>
              <a:gs pos="0">
                <a:schemeClr val="bg1">
                  <a:lumMod val="85000"/>
                </a:schemeClr>
              </a:gs>
              <a:gs pos="46000">
                <a:schemeClr val="bg1">
                  <a:lumMod val="75000"/>
                </a:schemeClr>
              </a:gs>
              <a:gs pos="100000">
                <a:schemeClr val="bg1">
                  <a:lumMod val="50000"/>
                </a:schemeClr>
              </a:gs>
            </a:gsLst>
            <a:path path="circle">
              <a:fillToRect l="50000" t="130000" r="50000" b="-30000"/>
            </a:path>
          </a:gradFill>
          <a:ln w="508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1350"/>
          </a:p>
        </p:txBody>
      </p:sp>
      <p:sp>
        <p:nvSpPr>
          <p:cNvPr id="1049573" name="任意多边形 14"/>
          <p:cNvSpPr/>
          <p:nvPr>
            <p:custDataLst>
              <p:tags r:id="rId10"/>
            </p:custDataLst>
          </p:nvPr>
        </p:nvSpPr>
        <p:spPr>
          <a:xfrm>
            <a:off x="7601497" y="3365887"/>
            <a:ext cx="289874" cy="1800000"/>
          </a:xfrm>
          <a:custGeom>
            <a:avLst/>
            <a:gdLst>
              <a:gd name="connsiteX0" fmla="*/ 177538 w 386499"/>
              <a:gd name="connsiteY0" fmla="*/ 0 h 1395167"/>
              <a:gd name="connsiteX1" fmla="*/ 208961 w 386499"/>
              <a:gd name="connsiteY1" fmla="*/ 0 h 1395167"/>
              <a:gd name="connsiteX2" fmla="*/ 386499 w 386499"/>
              <a:gd name="connsiteY2" fmla="*/ 177538 h 1395167"/>
              <a:gd name="connsiteX3" fmla="*/ 386499 w 386499"/>
              <a:gd name="connsiteY3" fmla="*/ 1395167 h 1395167"/>
              <a:gd name="connsiteX4" fmla="*/ 0 w 386499"/>
              <a:gd name="connsiteY4" fmla="*/ 1395167 h 1395167"/>
              <a:gd name="connsiteX5" fmla="*/ 0 w 386499"/>
              <a:gd name="connsiteY5" fmla="*/ 177538 h 1395167"/>
              <a:gd name="connsiteX6" fmla="*/ 177538 w 386499"/>
              <a:gd name="connsiteY6" fmla="*/ 0 h 13951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86499" h="1395167">
                <a:moveTo>
                  <a:pt x="177538" y="0"/>
                </a:moveTo>
                <a:lnTo>
                  <a:pt x="208961" y="0"/>
                </a:lnTo>
                <a:cubicBezTo>
                  <a:pt x="307013" y="0"/>
                  <a:pt x="386499" y="79486"/>
                  <a:pt x="386499" y="177538"/>
                </a:cubicBezTo>
                <a:lnTo>
                  <a:pt x="386499" y="1395167"/>
                </a:lnTo>
                <a:lnTo>
                  <a:pt x="0" y="1395167"/>
                </a:lnTo>
                <a:lnTo>
                  <a:pt x="0" y="177538"/>
                </a:lnTo>
                <a:cubicBezTo>
                  <a:pt x="0" y="79486"/>
                  <a:pt x="79486" y="0"/>
                  <a:pt x="177538" y="0"/>
                </a:cubicBezTo>
                <a:close/>
              </a:path>
            </a:pathLst>
          </a:custGeom>
          <a:gradFill>
            <a:gsLst>
              <a:gs pos="0">
                <a:schemeClr val="bg1">
                  <a:lumMod val="85000"/>
                </a:schemeClr>
              </a:gs>
              <a:gs pos="46000">
                <a:schemeClr val="bg1">
                  <a:lumMod val="75000"/>
                </a:schemeClr>
              </a:gs>
              <a:gs pos="100000">
                <a:schemeClr val="bg1">
                  <a:lumMod val="50000"/>
                </a:schemeClr>
              </a:gs>
            </a:gsLst>
            <a:path path="circle">
              <a:fillToRect l="50000" t="130000" r="50000" b="-30000"/>
            </a:path>
          </a:gradFill>
          <a:ln w="508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1350"/>
          </a:p>
        </p:txBody>
      </p:sp>
      <p:sp>
        <p:nvSpPr>
          <p:cNvPr id="1049574" name="任意多边形 15"/>
          <p:cNvSpPr/>
          <p:nvPr>
            <p:custDataLst>
              <p:tags r:id="rId11"/>
            </p:custDataLst>
          </p:nvPr>
        </p:nvSpPr>
        <p:spPr>
          <a:xfrm rot="20959521">
            <a:off x="8008894" y="3417043"/>
            <a:ext cx="289874" cy="1728000"/>
          </a:xfrm>
          <a:custGeom>
            <a:avLst/>
            <a:gdLst>
              <a:gd name="connsiteX0" fmla="*/ 177538 w 386499"/>
              <a:gd name="connsiteY0" fmla="*/ 0 h 1395167"/>
              <a:gd name="connsiteX1" fmla="*/ 208961 w 386499"/>
              <a:gd name="connsiteY1" fmla="*/ 0 h 1395167"/>
              <a:gd name="connsiteX2" fmla="*/ 386499 w 386499"/>
              <a:gd name="connsiteY2" fmla="*/ 177538 h 1395167"/>
              <a:gd name="connsiteX3" fmla="*/ 386499 w 386499"/>
              <a:gd name="connsiteY3" fmla="*/ 1395167 h 1395167"/>
              <a:gd name="connsiteX4" fmla="*/ 0 w 386499"/>
              <a:gd name="connsiteY4" fmla="*/ 1395167 h 1395167"/>
              <a:gd name="connsiteX5" fmla="*/ 0 w 386499"/>
              <a:gd name="connsiteY5" fmla="*/ 177538 h 1395167"/>
              <a:gd name="connsiteX6" fmla="*/ 177538 w 386499"/>
              <a:gd name="connsiteY6" fmla="*/ 0 h 13951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86499" h="1395167">
                <a:moveTo>
                  <a:pt x="177538" y="0"/>
                </a:moveTo>
                <a:lnTo>
                  <a:pt x="208961" y="0"/>
                </a:lnTo>
                <a:cubicBezTo>
                  <a:pt x="307013" y="0"/>
                  <a:pt x="386499" y="79486"/>
                  <a:pt x="386499" y="177538"/>
                </a:cubicBezTo>
                <a:lnTo>
                  <a:pt x="386499" y="1395167"/>
                </a:lnTo>
                <a:lnTo>
                  <a:pt x="0" y="1395167"/>
                </a:lnTo>
                <a:lnTo>
                  <a:pt x="0" y="177538"/>
                </a:lnTo>
                <a:cubicBezTo>
                  <a:pt x="0" y="79486"/>
                  <a:pt x="79486" y="0"/>
                  <a:pt x="177538" y="0"/>
                </a:cubicBezTo>
                <a:close/>
              </a:path>
            </a:pathLst>
          </a:custGeom>
          <a:gradFill>
            <a:gsLst>
              <a:gs pos="0">
                <a:schemeClr val="bg1">
                  <a:lumMod val="85000"/>
                </a:schemeClr>
              </a:gs>
              <a:gs pos="46000">
                <a:schemeClr val="bg1">
                  <a:lumMod val="75000"/>
                </a:schemeClr>
              </a:gs>
              <a:gs pos="100000">
                <a:schemeClr val="bg1">
                  <a:lumMod val="50000"/>
                </a:schemeClr>
              </a:gs>
            </a:gsLst>
            <a:path path="circle">
              <a:fillToRect l="50000" t="130000" r="50000" b="-30000"/>
            </a:path>
          </a:gradFill>
          <a:ln w="508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1350"/>
          </a:p>
        </p:txBody>
      </p:sp>
      <p:sp>
        <p:nvSpPr>
          <p:cNvPr id="1049575" name="任意多边形 16"/>
          <p:cNvSpPr/>
          <p:nvPr>
            <p:custDataLst>
              <p:tags r:id="rId12"/>
            </p:custDataLst>
          </p:nvPr>
        </p:nvSpPr>
        <p:spPr>
          <a:xfrm rot="19779136">
            <a:off x="8519312" y="3458639"/>
            <a:ext cx="289874" cy="1728000"/>
          </a:xfrm>
          <a:custGeom>
            <a:avLst/>
            <a:gdLst>
              <a:gd name="connsiteX0" fmla="*/ 177538 w 386499"/>
              <a:gd name="connsiteY0" fmla="*/ 0 h 1395167"/>
              <a:gd name="connsiteX1" fmla="*/ 208961 w 386499"/>
              <a:gd name="connsiteY1" fmla="*/ 0 h 1395167"/>
              <a:gd name="connsiteX2" fmla="*/ 386499 w 386499"/>
              <a:gd name="connsiteY2" fmla="*/ 177538 h 1395167"/>
              <a:gd name="connsiteX3" fmla="*/ 386499 w 386499"/>
              <a:gd name="connsiteY3" fmla="*/ 1395167 h 1395167"/>
              <a:gd name="connsiteX4" fmla="*/ 0 w 386499"/>
              <a:gd name="connsiteY4" fmla="*/ 1395167 h 1395167"/>
              <a:gd name="connsiteX5" fmla="*/ 0 w 386499"/>
              <a:gd name="connsiteY5" fmla="*/ 177538 h 1395167"/>
              <a:gd name="connsiteX6" fmla="*/ 177538 w 386499"/>
              <a:gd name="connsiteY6" fmla="*/ 0 h 13951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86499" h="1395167">
                <a:moveTo>
                  <a:pt x="177538" y="0"/>
                </a:moveTo>
                <a:lnTo>
                  <a:pt x="208961" y="0"/>
                </a:lnTo>
                <a:cubicBezTo>
                  <a:pt x="307013" y="0"/>
                  <a:pt x="386499" y="79486"/>
                  <a:pt x="386499" y="177538"/>
                </a:cubicBezTo>
                <a:lnTo>
                  <a:pt x="386499" y="1395167"/>
                </a:lnTo>
                <a:lnTo>
                  <a:pt x="0" y="1395167"/>
                </a:lnTo>
                <a:lnTo>
                  <a:pt x="0" y="177538"/>
                </a:lnTo>
                <a:cubicBezTo>
                  <a:pt x="0" y="79486"/>
                  <a:pt x="79486" y="0"/>
                  <a:pt x="177538" y="0"/>
                </a:cubicBezTo>
                <a:close/>
              </a:path>
            </a:pathLst>
          </a:custGeom>
          <a:gradFill>
            <a:gsLst>
              <a:gs pos="0">
                <a:schemeClr val="bg1">
                  <a:lumMod val="85000"/>
                </a:schemeClr>
              </a:gs>
              <a:gs pos="46000">
                <a:schemeClr val="bg1">
                  <a:lumMod val="75000"/>
                </a:schemeClr>
              </a:gs>
              <a:gs pos="100000">
                <a:schemeClr val="bg1">
                  <a:lumMod val="50000"/>
                </a:schemeClr>
              </a:gs>
            </a:gsLst>
            <a:path path="circle">
              <a:fillToRect l="50000" t="130000" r="50000" b="-30000"/>
            </a:path>
          </a:gradFill>
          <a:ln w="508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1350"/>
          </a:p>
        </p:txBody>
      </p:sp>
      <p:cxnSp>
        <p:nvCxnSpPr>
          <p:cNvPr id="3145750" name="直接连接符 17"/>
          <p:cNvCxnSpPr/>
          <p:nvPr>
            <p:custDataLst>
              <p:tags r:id="rId13"/>
            </p:custDataLst>
          </p:nvPr>
        </p:nvCxnSpPr>
        <p:spPr>
          <a:xfrm>
            <a:off x="233314" y="5184742"/>
            <a:ext cx="5558279" cy="0"/>
          </a:xfrm>
          <a:prstGeom prst="line">
            <a:avLst/>
          </a:prstGeom>
          <a:ln w="15875">
            <a:solidFill>
              <a:schemeClr val="accent1">
                <a:lumMod val="50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45751" name="直接连接符 18"/>
          <p:cNvCxnSpPr/>
          <p:nvPr>
            <p:custDataLst>
              <p:tags r:id="rId14"/>
            </p:custDataLst>
          </p:nvPr>
        </p:nvCxnSpPr>
        <p:spPr>
          <a:xfrm>
            <a:off x="233314" y="2658359"/>
            <a:ext cx="5558279" cy="0"/>
          </a:xfrm>
          <a:prstGeom prst="line">
            <a:avLst/>
          </a:prstGeom>
          <a:ln w="15875">
            <a:solidFill>
              <a:schemeClr val="accent1">
                <a:lumMod val="50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45752" name="直接连接符 19"/>
          <p:cNvCxnSpPr/>
          <p:nvPr>
            <p:custDataLst>
              <p:tags r:id="rId15"/>
            </p:custDataLst>
          </p:nvPr>
        </p:nvCxnSpPr>
        <p:spPr>
          <a:xfrm>
            <a:off x="233313" y="4451022"/>
            <a:ext cx="5558279" cy="0"/>
          </a:xfrm>
          <a:prstGeom prst="line">
            <a:avLst/>
          </a:prstGeom>
          <a:ln w="15875">
            <a:solidFill>
              <a:schemeClr val="accent1">
                <a:lumMod val="50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49576" name="标题 1"/>
          <p:cNvSpPr>
            <a:spLocks noGrp="1"/>
          </p:cNvSpPr>
          <p:nvPr>
            <p:ph type="ctrTitle" hasCustomPrompt="1"/>
          </p:nvPr>
        </p:nvSpPr>
        <p:spPr>
          <a:xfrm>
            <a:off x="252745" y="2658358"/>
            <a:ext cx="5526575" cy="1716988"/>
          </a:xfrm>
        </p:spPr>
        <p:txBody>
          <a:bodyPr anchor="b">
            <a:normAutofit/>
          </a:bodyPr>
          <a:lstStyle>
            <a:lvl1pPr algn="ctr">
              <a:defRPr sz="4050">
                <a:solidFill>
                  <a:srgbClr val="1F4E79"/>
                </a:solidFill>
              </a:defRPr>
            </a:lvl1pPr>
          </a:lstStyle>
          <a:p>
            <a:r>
              <a:rPr lang="zh-CN" altLang="en-US" dirty="0" smtClean="0"/>
              <a:t>编辑标题</a:t>
            </a:r>
            <a:endParaRPr lang="zh-CN" altLang="en-US" dirty="0"/>
          </a:p>
        </p:txBody>
      </p:sp>
      <p:sp>
        <p:nvSpPr>
          <p:cNvPr id="1049577" name="副标题 2"/>
          <p:cNvSpPr>
            <a:spLocks noGrp="1"/>
          </p:cNvSpPr>
          <p:nvPr>
            <p:ph type="subTitle" idx="1"/>
          </p:nvPr>
        </p:nvSpPr>
        <p:spPr>
          <a:xfrm>
            <a:off x="252745" y="4518222"/>
            <a:ext cx="5526575" cy="666521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 dirty="0"/>
          </a:p>
        </p:txBody>
      </p:sp>
      <p:sp>
        <p:nvSpPr>
          <p:cNvPr id="1049578" name="日期占位符 3"/>
          <p:cNvSpPr>
            <a:spLocks noGrp="1"/>
          </p:cNvSpPr>
          <p:nvPr>
            <p:ph type="dt" sz="half" idx="10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fld id="{2180C721-00F0-49A5-8986-DFDB39C600B4}" type="datetimeFigureOut">
              <a:rPr lang="zh-CN" altLang="en-US" smtClean="0"/>
            </a:fld>
            <a:endParaRPr lang="zh-CN" altLang="en-US"/>
          </a:p>
        </p:txBody>
      </p:sp>
      <p:sp>
        <p:nvSpPr>
          <p:cNvPr id="1049579" name="页脚占位符 4"/>
          <p:cNvSpPr>
            <a:spLocks noGrp="1"/>
          </p:cNvSpPr>
          <p:nvPr>
            <p:ph type="ftr" sz="quarter" idx="11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endParaRPr lang="zh-CN" altLang="en-US"/>
          </a:p>
        </p:txBody>
      </p:sp>
      <p:sp>
        <p:nvSpPr>
          <p:cNvPr id="1049580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fld id="{18C8E5C5-05D3-4171-9F3F-3701313637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9" presetClass="entr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95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104956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0495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9" dur="1000"/>
                                        <p:tgtEl>
                                          <p:spTgt spid="10495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2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95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104956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0495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14" dur="1000"/>
                                        <p:tgtEl>
                                          <p:spTgt spid="10495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457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7" dur="500"/>
                                        <p:tgtEl>
                                          <p:spTgt spid="31457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95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04956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10495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95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04956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04956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95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04957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0495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95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04957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10495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95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04957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04957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8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95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104957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10495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95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0495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10495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6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95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104957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04957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0" presetID="17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457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314575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314575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4" presetID="17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457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314575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314575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8" presetID="17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457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0" dur="500" fill="hold"/>
                                        <p:tgtEl>
                                          <p:spTgt spid="314575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314575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49566" grpId="0" animBg="1"/>
      <p:bldP spid="1049566" grpId="1" bldLvl="0" animBg="1"/>
      <p:bldP spid="1049567" grpId="0" bldLvl="0" animBg="1"/>
      <p:bldP spid="1049568" grpId="0" bldLvl="0" animBg="1"/>
      <p:bldP spid="1049569" grpId="0" bldLvl="0" animBg="1"/>
      <p:bldP spid="1049570" grpId="0" bldLvl="0" animBg="1"/>
      <p:bldP spid="1049571" grpId="0" bldLvl="0" animBg="1"/>
      <p:bldP spid="1049572" grpId="0" bldLvl="0" animBg="1"/>
      <p:bldP spid="1049573" grpId="0" bldLvl="0" animBg="1"/>
      <p:bldP spid="1049574" grpId="0" bldLvl="0" animBg="1"/>
      <p:bldP spid="1049575" grpId="0" bldLvl="0" animBg="1"/>
    </p:bld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0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99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1048600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zh-CN" altLang="en-US" dirty="0" smtClean="0"/>
              <a:t>单击此处编辑母版文本样式</a:t>
            </a:r>
            <a:endParaRPr lang="zh-CN" altLang="en-US" dirty="0" smtClean="0"/>
          </a:p>
          <a:p>
            <a:pPr lvl="1"/>
            <a:r>
              <a:rPr lang="zh-CN" altLang="en-US" dirty="0" smtClean="0"/>
              <a:t>第二级</a:t>
            </a:r>
            <a:endParaRPr lang="zh-CN" altLang="en-US" dirty="0" smtClean="0"/>
          </a:p>
          <a:p>
            <a:pPr lvl="2"/>
            <a:r>
              <a:rPr lang="zh-CN" altLang="en-US" dirty="0" smtClean="0"/>
              <a:t>第三级</a:t>
            </a:r>
            <a:endParaRPr lang="zh-CN" altLang="en-US" dirty="0" smtClean="0"/>
          </a:p>
          <a:p>
            <a:pPr lvl="3"/>
            <a:r>
              <a:rPr lang="zh-CN" altLang="en-US" dirty="0" smtClean="0"/>
              <a:t>第四级</a:t>
            </a:r>
            <a:endParaRPr lang="zh-CN" altLang="en-US" dirty="0" smtClean="0"/>
          </a:p>
          <a:p>
            <a:pPr lvl="4"/>
            <a:r>
              <a:rPr lang="zh-CN" altLang="en-US" dirty="0" smtClean="0"/>
              <a:t>第五级</a:t>
            </a:r>
            <a:endParaRPr lang="zh-CN" altLang="en-US" dirty="0"/>
          </a:p>
        </p:txBody>
      </p:sp>
      <p:sp>
        <p:nvSpPr>
          <p:cNvPr id="1048601" name="日期占位符 3"/>
          <p:cNvSpPr>
            <a:spLocks noGrp="1"/>
          </p:cNvSpPr>
          <p:nvPr>
            <p:ph type="dt" sz="half" idx="10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fld id="{2180C721-00F0-49A5-8986-DFDB39C600B4}" type="datetimeFigureOut">
              <a:rPr lang="zh-CN" altLang="en-US" smtClean="0"/>
            </a:fld>
            <a:endParaRPr lang="zh-CN" altLang="en-US"/>
          </a:p>
        </p:txBody>
      </p:sp>
      <p:sp>
        <p:nvSpPr>
          <p:cNvPr id="1048602" name="页脚占位符 4"/>
          <p:cNvSpPr>
            <a:spLocks noGrp="1"/>
          </p:cNvSpPr>
          <p:nvPr>
            <p:ph type="ftr" sz="quarter" idx="11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endParaRPr lang="zh-CN" altLang="en-US"/>
          </a:p>
        </p:txBody>
      </p:sp>
      <p:sp>
        <p:nvSpPr>
          <p:cNvPr id="1048603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fld id="{18C8E5C5-05D3-4171-9F3F-370131363719}" type="slidenum">
              <a:rPr lang="zh-CN" altLang="en-US" smtClean="0"/>
            </a:fld>
            <a:endParaRPr lang="zh-CN" altLang="en-US"/>
          </a:p>
        </p:txBody>
      </p:sp>
      <p:cxnSp>
        <p:nvCxnSpPr>
          <p:cNvPr id="3145728" name="直接连接符 6"/>
          <p:cNvCxnSpPr/>
          <p:nvPr/>
        </p:nvCxnSpPr>
        <p:spPr>
          <a:xfrm flipV="1">
            <a:off x="7620" y="1330325"/>
            <a:ext cx="9127490" cy="825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40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606" name="矩形 7"/>
          <p:cNvSpPr/>
          <p:nvPr>
            <p:custDataLst>
              <p:tags r:id="rId2"/>
            </p:custDataLst>
          </p:nvPr>
        </p:nvSpPr>
        <p:spPr>
          <a:xfrm>
            <a:off x="5175316" y="0"/>
            <a:ext cx="3968684" cy="6858000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1350"/>
          </a:p>
        </p:txBody>
      </p:sp>
      <p:sp>
        <p:nvSpPr>
          <p:cNvPr id="1049607" name="椭圆 8"/>
          <p:cNvSpPr/>
          <p:nvPr>
            <p:custDataLst>
              <p:tags r:id="rId3"/>
            </p:custDataLst>
          </p:nvPr>
        </p:nvSpPr>
        <p:spPr>
          <a:xfrm>
            <a:off x="6416311" y="1957837"/>
            <a:ext cx="81000" cy="1080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1350"/>
          </a:p>
        </p:txBody>
      </p:sp>
      <p:cxnSp>
        <p:nvCxnSpPr>
          <p:cNvPr id="3145755" name="直接连接符 9"/>
          <p:cNvCxnSpPr/>
          <p:nvPr>
            <p:custDataLst>
              <p:tags r:id="rId4"/>
            </p:custDataLst>
          </p:nvPr>
        </p:nvCxnSpPr>
        <p:spPr>
          <a:xfrm flipH="1">
            <a:off x="5107626" y="-246669"/>
            <a:ext cx="1998046" cy="1588417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45756" name="直接连接符 10"/>
          <p:cNvCxnSpPr/>
          <p:nvPr>
            <p:custDataLst>
              <p:tags r:id="rId5"/>
            </p:custDataLst>
          </p:nvPr>
        </p:nvCxnSpPr>
        <p:spPr>
          <a:xfrm flipH="1">
            <a:off x="7590410" y="5516253"/>
            <a:ext cx="1998046" cy="1588417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45757" name="直接连接符 11"/>
          <p:cNvCxnSpPr/>
          <p:nvPr>
            <p:custDataLst>
              <p:tags r:id="rId6"/>
            </p:custDataLst>
          </p:nvPr>
        </p:nvCxnSpPr>
        <p:spPr>
          <a:xfrm>
            <a:off x="6456811" y="2065838"/>
            <a:ext cx="0" cy="907911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49608" name="椭圆 12"/>
          <p:cNvSpPr/>
          <p:nvPr>
            <p:custDataLst>
              <p:tags r:id="rId7"/>
            </p:custDataLst>
          </p:nvPr>
        </p:nvSpPr>
        <p:spPr>
          <a:xfrm>
            <a:off x="6427288" y="2965412"/>
            <a:ext cx="59047" cy="8778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1350"/>
          </a:p>
        </p:txBody>
      </p:sp>
      <p:cxnSp>
        <p:nvCxnSpPr>
          <p:cNvPr id="3145758" name="直接连接符 13"/>
          <p:cNvCxnSpPr/>
          <p:nvPr>
            <p:custDataLst>
              <p:tags r:id="rId8"/>
            </p:custDataLst>
          </p:nvPr>
        </p:nvCxnSpPr>
        <p:spPr>
          <a:xfrm>
            <a:off x="6456811" y="3045781"/>
            <a:ext cx="0" cy="907911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49609" name="椭圆 14"/>
          <p:cNvSpPr/>
          <p:nvPr>
            <p:custDataLst>
              <p:tags r:id="rId9"/>
            </p:custDataLst>
          </p:nvPr>
        </p:nvSpPr>
        <p:spPr>
          <a:xfrm>
            <a:off x="6416311" y="3926059"/>
            <a:ext cx="81000" cy="1080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1350"/>
          </a:p>
        </p:txBody>
      </p:sp>
      <p:cxnSp>
        <p:nvCxnSpPr>
          <p:cNvPr id="3145759" name="直接连接符 15"/>
          <p:cNvCxnSpPr/>
          <p:nvPr>
            <p:custDataLst>
              <p:tags r:id="rId10"/>
            </p:custDataLst>
          </p:nvPr>
        </p:nvCxnSpPr>
        <p:spPr>
          <a:xfrm>
            <a:off x="6456811" y="4001249"/>
            <a:ext cx="0" cy="907911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49610" name="椭圆 16"/>
          <p:cNvSpPr/>
          <p:nvPr>
            <p:custDataLst>
              <p:tags r:id="rId11"/>
            </p:custDataLst>
          </p:nvPr>
        </p:nvSpPr>
        <p:spPr>
          <a:xfrm>
            <a:off x="6416311" y="4880421"/>
            <a:ext cx="81000" cy="1080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1350"/>
          </a:p>
        </p:txBody>
      </p:sp>
      <p:sp>
        <p:nvSpPr>
          <p:cNvPr id="1049611" name="标题 1"/>
          <p:cNvSpPr>
            <a:spLocks noGrp="1"/>
          </p:cNvSpPr>
          <p:nvPr>
            <p:ph type="title" hasCustomPrompt="1"/>
          </p:nvPr>
        </p:nvSpPr>
        <p:spPr>
          <a:xfrm>
            <a:off x="2162175" y="2527300"/>
            <a:ext cx="2809875" cy="917030"/>
          </a:xfrm>
        </p:spPr>
        <p:txBody>
          <a:bodyPr anchor="b">
            <a:normAutofit/>
          </a:bodyPr>
          <a:lstStyle>
            <a:lvl1pPr>
              <a:defRPr sz="3000">
                <a:solidFill>
                  <a:srgbClr val="1F4E79"/>
                </a:solidFill>
              </a:defRPr>
            </a:lvl1pPr>
          </a:lstStyle>
          <a:p>
            <a:r>
              <a:rPr lang="zh-CN" altLang="en-US" dirty="0" smtClean="0"/>
              <a:t>编辑标题</a:t>
            </a:r>
            <a:endParaRPr lang="zh-CN" altLang="en-US" dirty="0"/>
          </a:p>
        </p:txBody>
      </p:sp>
      <p:sp>
        <p:nvSpPr>
          <p:cNvPr id="1049612" name="文本占位符 2"/>
          <p:cNvSpPr>
            <a:spLocks noGrp="1"/>
          </p:cNvSpPr>
          <p:nvPr>
            <p:ph type="body" idx="1"/>
          </p:nvPr>
        </p:nvSpPr>
        <p:spPr>
          <a:xfrm>
            <a:off x="2162175" y="3471319"/>
            <a:ext cx="2809875" cy="568030"/>
          </a:xfrm>
        </p:spPr>
        <p:txBody>
          <a:bodyPr>
            <a:noAutofit/>
          </a:bodyPr>
          <a:lstStyle>
            <a:lvl1pPr marL="0" indent="0">
              <a:buNone/>
              <a:defRPr sz="1800">
                <a:solidFill>
                  <a:srgbClr val="1F4E79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 smtClean="0"/>
              <a:t>单击此处编辑母版文本样式</a:t>
            </a:r>
            <a:endParaRPr lang="zh-CN" altLang="en-US" dirty="0" smtClean="0"/>
          </a:p>
        </p:txBody>
      </p:sp>
      <p:sp>
        <p:nvSpPr>
          <p:cNvPr id="1049613" name="日期占位符 3"/>
          <p:cNvSpPr>
            <a:spLocks noGrp="1"/>
          </p:cNvSpPr>
          <p:nvPr>
            <p:ph type="dt" sz="half" idx="10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fld id="{2180C721-00F0-49A5-8986-DFDB39C600B4}" type="datetimeFigureOut">
              <a:rPr lang="zh-CN" altLang="en-US" smtClean="0"/>
            </a:fld>
            <a:endParaRPr lang="zh-CN" altLang="en-US"/>
          </a:p>
        </p:txBody>
      </p:sp>
      <p:sp>
        <p:nvSpPr>
          <p:cNvPr id="1049614" name="页脚占位符 4"/>
          <p:cNvSpPr>
            <a:spLocks noGrp="1"/>
          </p:cNvSpPr>
          <p:nvPr>
            <p:ph type="ftr" sz="quarter" idx="11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endParaRPr lang="zh-CN" altLang="en-US"/>
          </a:p>
        </p:txBody>
      </p:sp>
      <p:sp>
        <p:nvSpPr>
          <p:cNvPr id="1049615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fld id="{18C8E5C5-05D3-4171-9F3F-370131363719}" type="slidenum">
              <a:rPr lang="zh-CN" altLang="en-US" smtClean="0"/>
            </a:fld>
            <a:endParaRPr lang="zh-CN" altLang="en-US"/>
          </a:p>
        </p:txBody>
      </p:sp>
      <p:sp>
        <p:nvSpPr>
          <p:cNvPr id="1049616" name="椭圆 19"/>
          <p:cNvSpPr/>
          <p:nvPr>
            <p:custDataLst>
              <p:tags r:id="rId12"/>
            </p:custDataLst>
          </p:nvPr>
        </p:nvSpPr>
        <p:spPr>
          <a:xfrm>
            <a:off x="6416311" y="1957837"/>
            <a:ext cx="81000" cy="1080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1350"/>
          </a:p>
        </p:txBody>
      </p:sp>
      <p:sp>
        <p:nvSpPr>
          <p:cNvPr id="1049617" name="椭圆 23"/>
          <p:cNvSpPr/>
          <p:nvPr>
            <p:custDataLst>
              <p:tags r:id="rId13"/>
            </p:custDataLst>
          </p:nvPr>
        </p:nvSpPr>
        <p:spPr>
          <a:xfrm>
            <a:off x="6427288" y="2965412"/>
            <a:ext cx="59047" cy="8778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1350"/>
          </a:p>
        </p:txBody>
      </p:sp>
      <p:sp>
        <p:nvSpPr>
          <p:cNvPr id="1049618" name="椭圆 25"/>
          <p:cNvSpPr/>
          <p:nvPr>
            <p:custDataLst>
              <p:tags r:id="rId14"/>
            </p:custDataLst>
          </p:nvPr>
        </p:nvSpPr>
        <p:spPr>
          <a:xfrm>
            <a:off x="6416311" y="3926059"/>
            <a:ext cx="81000" cy="1080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1350"/>
          </a:p>
        </p:txBody>
      </p:sp>
      <p:sp>
        <p:nvSpPr>
          <p:cNvPr id="1049619" name="椭圆 27"/>
          <p:cNvSpPr/>
          <p:nvPr>
            <p:custDataLst>
              <p:tags r:id="rId15"/>
            </p:custDataLst>
          </p:nvPr>
        </p:nvSpPr>
        <p:spPr>
          <a:xfrm>
            <a:off x="6416311" y="4880421"/>
            <a:ext cx="81000" cy="1080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1350"/>
          </a:p>
        </p:txBody>
      </p:sp>
      <p:sp>
        <p:nvSpPr>
          <p:cNvPr id="1049620" name="椭圆 28"/>
          <p:cNvSpPr/>
          <p:nvPr>
            <p:custDataLst>
              <p:tags r:id="rId16"/>
            </p:custDataLst>
          </p:nvPr>
        </p:nvSpPr>
        <p:spPr>
          <a:xfrm>
            <a:off x="980542" y="2846059"/>
            <a:ext cx="1080000" cy="1080000"/>
          </a:xfrm>
          <a:prstGeom prst="ellipse">
            <a:avLst/>
          </a:prstGeom>
          <a:solidFill>
            <a:schemeClr val="bg1"/>
          </a:solidFill>
          <a:ln w="15875" cmpd="dbl"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5400" b="1" dirty="0">
              <a:solidFill>
                <a:schemeClr val="accent1">
                  <a:lumMod val="50000"/>
                </a:schemeClr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96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04960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04960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457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31457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ID="2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96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104960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104960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500"/>
                            </p:stCondLst>
                            <p:childTnLst>
                              <p:par>
                                <p:cTn id="1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457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" dur="500"/>
                                        <p:tgtEl>
                                          <p:spTgt spid="31457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2000"/>
                            </p:stCondLst>
                            <p:childTnLst>
                              <p:par>
                                <p:cTn id="23" presetID="2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96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104960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104960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2500"/>
                            </p:stCondLst>
                            <p:childTnLst>
                              <p:par>
                                <p:cTn id="28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457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0" dur="500"/>
                                        <p:tgtEl>
                                          <p:spTgt spid="31457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3000"/>
                            </p:stCondLst>
                            <p:childTnLst>
                              <p:par>
                                <p:cTn id="32" presetID="2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96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10496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10496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3500"/>
                            </p:stCondLst>
                            <p:childTnLst>
                              <p:par>
                                <p:cTn id="37" presetID="23" presetClass="entr" presetSubtype="16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96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10496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10496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4000"/>
                            </p:stCondLst>
                            <p:childTnLst>
                              <p:par>
                                <p:cTn id="42" presetID="2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96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10496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10496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4500"/>
                            </p:stCondLst>
                            <p:childTnLst>
                              <p:par>
                                <p:cTn id="47" presetID="2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96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10496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10496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5000"/>
                            </p:stCondLst>
                            <p:childTnLst>
                              <p:par>
                                <p:cTn id="52" presetID="2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96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4" dur="500" fill="hold"/>
                                        <p:tgtEl>
                                          <p:spTgt spid="10496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10496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5500"/>
                            </p:stCondLst>
                            <p:childTnLst>
                              <p:par>
                                <p:cTn id="57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96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1000"/>
                                        <p:tgtEl>
                                          <p:spTgt spid="10496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0" dur="1000" fill="hold"/>
                                        <p:tgtEl>
                                          <p:spTgt spid="10496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10496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49607" grpId="0" animBg="1"/>
      <p:bldP spid="1049607" grpId="1" bldLvl="0" animBg="1"/>
      <p:bldP spid="1049608" grpId="0" bldLvl="0" animBg="1"/>
      <p:bldP spid="1049609" grpId="0" bldLvl="0" animBg="1"/>
      <p:bldP spid="1049610" grpId="0" bldLvl="0" animBg="1"/>
      <p:bldP spid="1049616" grpId="0" animBg="1"/>
      <p:bldP spid="1049616" grpId="1" bldLvl="0" animBg="1"/>
      <p:bldP spid="1049617" grpId="0" bldLvl="0" animBg="1"/>
      <p:bldP spid="1049618" grpId="0" bldLvl="0" animBg="1"/>
      <p:bldP spid="1049619" grpId="0" bldLvl="0" animBg="1"/>
      <p:bldP spid="1049620" grpId="0" bldLvl="0" animBg="1"/>
    </p:bld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7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33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1048734" name="内容占位符 2"/>
          <p:cNvSpPr>
            <a:spLocks noGrp="1"/>
          </p:cNvSpPr>
          <p:nvPr>
            <p:ph sz="half" idx="1"/>
          </p:nvPr>
        </p:nvSpPr>
        <p:spPr>
          <a:xfrm>
            <a:off x="628650" y="1515533"/>
            <a:ext cx="3886200" cy="4661430"/>
          </a:xfrm>
        </p:spPr>
        <p:txBody>
          <a:bodyPr>
            <a:normAutofit/>
          </a:bodyPr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 dirty="0"/>
          </a:p>
        </p:txBody>
      </p:sp>
      <p:sp>
        <p:nvSpPr>
          <p:cNvPr id="1048735" name="内容占位符 3"/>
          <p:cNvSpPr>
            <a:spLocks noGrp="1"/>
          </p:cNvSpPr>
          <p:nvPr>
            <p:ph sz="half" idx="2"/>
          </p:nvPr>
        </p:nvSpPr>
        <p:spPr>
          <a:xfrm>
            <a:off x="4629150" y="1515533"/>
            <a:ext cx="3886200" cy="4661430"/>
          </a:xfrm>
        </p:spPr>
        <p:txBody>
          <a:bodyPr>
            <a:normAutofit/>
          </a:bodyPr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1048736" name="日期占位符 4"/>
          <p:cNvSpPr>
            <a:spLocks noGrp="1"/>
          </p:cNvSpPr>
          <p:nvPr>
            <p:ph type="dt" sz="half" idx="10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fld id="{2180C721-00F0-49A5-8986-DFDB39C600B4}" type="datetimeFigureOut">
              <a:rPr lang="zh-CN" altLang="en-US" smtClean="0"/>
            </a:fld>
            <a:endParaRPr lang="zh-CN" altLang="en-US"/>
          </a:p>
        </p:txBody>
      </p:sp>
      <p:sp>
        <p:nvSpPr>
          <p:cNvPr id="1048737" name="页脚占位符 5"/>
          <p:cNvSpPr>
            <a:spLocks noGrp="1"/>
          </p:cNvSpPr>
          <p:nvPr>
            <p:ph type="ftr" sz="quarter" idx="11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endParaRPr lang="zh-CN" altLang="en-US"/>
          </a:p>
        </p:txBody>
      </p:sp>
      <p:sp>
        <p:nvSpPr>
          <p:cNvPr id="1048738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fld id="{18C8E5C5-05D3-4171-9F3F-3701313637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21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973" name="标题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>
            <a:normAutofit/>
          </a:bodyPr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1048974" name="文本占位符 2"/>
          <p:cNvSpPr>
            <a:spLocks noGrp="1"/>
          </p:cNvSpPr>
          <p:nvPr>
            <p:ph type="body" idx="1"/>
          </p:nvPr>
        </p:nvSpPr>
        <p:spPr>
          <a:xfrm>
            <a:off x="629842" y="1740432"/>
            <a:ext cx="3868340" cy="823912"/>
          </a:xfrm>
        </p:spPr>
        <p:txBody>
          <a:bodyPr anchor="b">
            <a:normAutofit/>
          </a:bodyPr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 dirty="0" smtClean="0"/>
              <a:t>单击此处编辑母版文本样式</a:t>
            </a:r>
            <a:endParaRPr lang="zh-CN" altLang="en-US" dirty="0" smtClean="0"/>
          </a:p>
        </p:txBody>
      </p:sp>
      <p:sp>
        <p:nvSpPr>
          <p:cNvPr id="1048975" name="内容占位符 3"/>
          <p:cNvSpPr>
            <a:spLocks noGrp="1"/>
          </p:cNvSpPr>
          <p:nvPr>
            <p:ph sz="half" idx="2"/>
          </p:nvPr>
        </p:nvSpPr>
        <p:spPr>
          <a:xfrm>
            <a:off x="629842" y="2616200"/>
            <a:ext cx="3868340" cy="3573463"/>
          </a:xfrm>
        </p:spPr>
        <p:txBody>
          <a:bodyPr>
            <a:normAutofit/>
          </a:bodyPr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 dirty="0"/>
          </a:p>
        </p:txBody>
      </p:sp>
      <p:sp>
        <p:nvSpPr>
          <p:cNvPr id="1048976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29150" y="1740432"/>
            <a:ext cx="3887391" cy="823912"/>
          </a:xfrm>
        </p:spPr>
        <p:txBody>
          <a:bodyPr anchor="b">
            <a:normAutofit/>
          </a:bodyPr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 dirty="0" smtClean="0"/>
              <a:t>单击此处编辑母版文本样式</a:t>
            </a:r>
            <a:endParaRPr lang="zh-CN" altLang="en-US" dirty="0" smtClean="0"/>
          </a:p>
        </p:txBody>
      </p:sp>
      <p:sp>
        <p:nvSpPr>
          <p:cNvPr id="1048977" name="内容占位符 5"/>
          <p:cNvSpPr>
            <a:spLocks noGrp="1"/>
          </p:cNvSpPr>
          <p:nvPr>
            <p:ph sz="quarter" idx="4"/>
          </p:nvPr>
        </p:nvSpPr>
        <p:spPr>
          <a:xfrm>
            <a:off x="4629150" y="2616200"/>
            <a:ext cx="3887391" cy="3573463"/>
          </a:xfrm>
        </p:spPr>
        <p:txBody>
          <a:bodyPr>
            <a:normAutofit/>
          </a:bodyPr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1048978" name="日期占位符 6"/>
          <p:cNvSpPr>
            <a:spLocks noGrp="1"/>
          </p:cNvSpPr>
          <p:nvPr>
            <p:ph type="dt" sz="half" idx="10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fld id="{2180C721-00F0-49A5-8986-DFDB39C600B4}" type="datetimeFigureOut">
              <a:rPr lang="zh-CN" altLang="en-US" smtClean="0"/>
            </a:fld>
            <a:endParaRPr lang="zh-CN" altLang="en-US"/>
          </a:p>
        </p:txBody>
      </p:sp>
      <p:sp>
        <p:nvSpPr>
          <p:cNvPr id="1048979" name="页脚占位符 7"/>
          <p:cNvSpPr>
            <a:spLocks noGrp="1"/>
          </p:cNvSpPr>
          <p:nvPr>
            <p:ph type="ftr" sz="quarter" idx="11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endParaRPr lang="zh-CN" altLang="en-US"/>
          </a:p>
        </p:txBody>
      </p:sp>
      <p:sp>
        <p:nvSpPr>
          <p:cNvPr id="1048980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fld id="{18C8E5C5-05D3-4171-9F3F-3701313637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仅标题">
    <p:spTree>
      <p:nvGrpSpPr>
        <p:cNvPr id="39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581" name="矩形 5"/>
          <p:cNvSpPr/>
          <p:nvPr>
            <p:custDataLst>
              <p:tags r:id="rId2"/>
            </p:custDataLst>
          </p:nvPr>
        </p:nvSpPr>
        <p:spPr>
          <a:xfrm>
            <a:off x="0" y="2639506"/>
            <a:ext cx="233314" cy="2545237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1350"/>
          </a:p>
        </p:txBody>
      </p:sp>
      <p:sp>
        <p:nvSpPr>
          <p:cNvPr id="1049582" name="矩形 6"/>
          <p:cNvSpPr/>
          <p:nvPr>
            <p:custDataLst>
              <p:tags r:id="rId3"/>
            </p:custDataLst>
          </p:nvPr>
        </p:nvSpPr>
        <p:spPr>
          <a:xfrm>
            <a:off x="5791593" y="2639506"/>
            <a:ext cx="233314" cy="2545237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1350"/>
          </a:p>
        </p:txBody>
      </p:sp>
      <p:sp>
        <p:nvSpPr>
          <p:cNvPr id="1049583" name="任意多边形 7"/>
          <p:cNvSpPr/>
          <p:nvPr>
            <p:custDataLst>
              <p:tags r:id="rId4"/>
            </p:custDataLst>
          </p:nvPr>
        </p:nvSpPr>
        <p:spPr>
          <a:xfrm>
            <a:off x="6046706" y="3185887"/>
            <a:ext cx="289874" cy="1980000"/>
          </a:xfrm>
          <a:custGeom>
            <a:avLst/>
            <a:gdLst>
              <a:gd name="connsiteX0" fmla="*/ 177538 w 386499"/>
              <a:gd name="connsiteY0" fmla="*/ 0 h 1395167"/>
              <a:gd name="connsiteX1" fmla="*/ 208961 w 386499"/>
              <a:gd name="connsiteY1" fmla="*/ 0 h 1395167"/>
              <a:gd name="connsiteX2" fmla="*/ 386499 w 386499"/>
              <a:gd name="connsiteY2" fmla="*/ 177538 h 1395167"/>
              <a:gd name="connsiteX3" fmla="*/ 386499 w 386499"/>
              <a:gd name="connsiteY3" fmla="*/ 1395167 h 1395167"/>
              <a:gd name="connsiteX4" fmla="*/ 0 w 386499"/>
              <a:gd name="connsiteY4" fmla="*/ 1395167 h 1395167"/>
              <a:gd name="connsiteX5" fmla="*/ 0 w 386499"/>
              <a:gd name="connsiteY5" fmla="*/ 177538 h 1395167"/>
              <a:gd name="connsiteX6" fmla="*/ 177538 w 386499"/>
              <a:gd name="connsiteY6" fmla="*/ 0 h 13951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86499" h="1395167">
                <a:moveTo>
                  <a:pt x="177538" y="0"/>
                </a:moveTo>
                <a:lnTo>
                  <a:pt x="208961" y="0"/>
                </a:lnTo>
                <a:cubicBezTo>
                  <a:pt x="307013" y="0"/>
                  <a:pt x="386499" y="79486"/>
                  <a:pt x="386499" y="177538"/>
                </a:cubicBezTo>
                <a:lnTo>
                  <a:pt x="386499" y="1395167"/>
                </a:lnTo>
                <a:lnTo>
                  <a:pt x="0" y="1395167"/>
                </a:lnTo>
                <a:lnTo>
                  <a:pt x="0" y="177538"/>
                </a:lnTo>
                <a:cubicBezTo>
                  <a:pt x="0" y="79486"/>
                  <a:pt x="79486" y="0"/>
                  <a:pt x="177538" y="0"/>
                </a:cubicBezTo>
                <a:close/>
              </a:path>
            </a:pathLst>
          </a:custGeom>
          <a:gradFill flip="none" rotWithShape="1">
            <a:gsLst>
              <a:gs pos="0">
                <a:schemeClr val="bg1">
                  <a:lumMod val="85000"/>
                </a:schemeClr>
              </a:gs>
              <a:gs pos="46000">
                <a:schemeClr val="bg1">
                  <a:lumMod val="75000"/>
                </a:schemeClr>
              </a:gs>
              <a:gs pos="100000">
                <a:schemeClr val="bg1">
                  <a:lumMod val="50000"/>
                </a:schemeClr>
              </a:gs>
            </a:gsLst>
            <a:path path="circle">
              <a:fillToRect l="50000" t="130000" r="50000" b="-30000"/>
            </a:path>
          </a:gradFill>
          <a:ln w="508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1350"/>
          </a:p>
        </p:txBody>
      </p:sp>
      <p:sp>
        <p:nvSpPr>
          <p:cNvPr id="1049584" name="任意多边形 8"/>
          <p:cNvSpPr/>
          <p:nvPr>
            <p:custDataLst>
              <p:tags r:id="rId5"/>
            </p:custDataLst>
          </p:nvPr>
        </p:nvSpPr>
        <p:spPr>
          <a:xfrm>
            <a:off x="6350718" y="3257887"/>
            <a:ext cx="289874" cy="1908000"/>
          </a:xfrm>
          <a:custGeom>
            <a:avLst/>
            <a:gdLst>
              <a:gd name="connsiteX0" fmla="*/ 177538 w 386499"/>
              <a:gd name="connsiteY0" fmla="*/ 0 h 1395167"/>
              <a:gd name="connsiteX1" fmla="*/ 208961 w 386499"/>
              <a:gd name="connsiteY1" fmla="*/ 0 h 1395167"/>
              <a:gd name="connsiteX2" fmla="*/ 386499 w 386499"/>
              <a:gd name="connsiteY2" fmla="*/ 177538 h 1395167"/>
              <a:gd name="connsiteX3" fmla="*/ 386499 w 386499"/>
              <a:gd name="connsiteY3" fmla="*/ 1395167 h 1395167"/>
              <a:gd name="connsiteX4" fmla="*/ 0 w 386499"/>
              <a:gd name="connsiteY4" fmla="*/ 1395167 h 1395167"/>
              <a:gd name="connsiteX5" fmla="*/ 0 w 386499"/>
              <a:gd name="connsiteY5" fmla="*/ 177538 h 1395167"/>
              <a:gd name="connsiteX6" fmla="*/ 177538 w 386499"/>
              <a:gd name="connsiteY6" fmla="*/ 0 h 13951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86499" h="1395167">
                <a:moveTo>
                  <a:pt x="177538" y="0"/>
                </a:moveTo>
                <a:lnTo>
                  <a:pt x="208961" y="0"/>
                </a:lnTo>
                <a:cubicBezTo>
                  <a:pt x="307013" y="0"/>
                  <a:pt x="386499" y="79486"/>
                  <a:pt x="386499" y="177538"/>
                </a:cubicBezTo>
                <a:lnTo>
                  <a:pt x="386499" y="1395167"/>
                </a:lnTo>
                <a:lnTo>
                  <a:pt x="0" y="1395167"/>
                </a:lnTo>
                <a:lnTo>
                  <a:pt x="0" y="177538"/>
                </a:lnTo>
                <a:cubicBezTo>
                  <a:pt x="0" y="79486"/>
                  <a:pt x="79486" y="0"/>
                  <a:pt x="177538" y="0"/>
                </a:cubicBezTo>
                <a:close/>
              </a:path>
            </a:pathLst>
          </a:custGeom>
          <a:gradFill flip="none" rotWithShape="1">
            <a:gsLst>
              <a:gs pos="0">
                <a:schemeClr val="bg1">
                  <a:lumMod val="85000"/>
                </a:schemeClr>
              </a:gs>
              <a:gs pos="46000">
                <a:schemeClr val="bg1">
                  <a:lumMod val="75000"/>
                </a:schemeClr>
              </a:gs>
              <a:gs pos="100000">
                <a:schemeClr val="bg1">
                  <a:lumMod val="50000"/>
                </a:schemeClr>
              </a:gs>
            </a:gsLst>
            <a:path path="circle">
              <a:fillToRect l="50000" t="130000" r="50000" b="-30000"/>
            </a:path>
          </a:gradFill>
          <a:ln w="508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1350"/>
          </a:p>
        </p:txBody>
      </p:sp>
      <p:sp>
        <p:nvSpPr>
          <p:cNvPr id="1049585" name="任意多边形 9"/>
          <p:cNvSpPr/>
          <p:nvPr>
            <p:custDataLst>
              <p:tags r:id="rId6"/>
            </p:custDataLst>
          </p:nvPr>
        </p:nvSpPr>
        <p:spPr>
          <a:xfrm>
            <a:off x="6660737" y="3257887"/>
            <a:ext cx="289874" cy="1908000"/>
          </a:xfrm>
          <a:custGeom>
            <a:avLst/>
            <a:gdLst>
              <a:gd name="connsiteX0" fmla="*/ 177538 w 386499"/>
              <a:gd name="connsiteY0" fmla="*/ 0 h 1395167"/>
              <a:gd name="connsiteX1" fmla="*/ 208961 w 386499"/>
              <a:gd name="connsiteY1" fmla="*/ 0 h 1395167"/>
              <a:gd name="connsiteX2" fmla="*/ 386499 w 386499"/>
              <a:gd name="connsiteY2" fmla="*/ 177538 h 1395167"/>
              <a:gd name="connsiteX3" fmla="*/ 386499 w 386499"/>
              <a:gd name="connsiteY3" fmla="*/ 1395167 h 1395167"/>
              <a:gd name="connsiteX4" fmla="*/ 0 w 386499"/>
              <a:gd name="connsiteY4" fmla="*/ 1395167 h 1395167"/>
              <a:gd name="connsiteX5" fmla="*/ 0 w 386499"/>
              <a:gd name="connsiteY5" fmla="*/ 177538 h 1395167"/>
              <a:gd name="connsiteX6" fmla="*/ 177538 w 386499"/>
              <a:gd name="connsiteY6" fmla="*/ 0 h 13951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86499" h="1395167">
                <a:moveTo>
                  <a:pt x="177538" y="0"/>
                </a:moveTo>
                <a:lnTo>
                  <a:pt x="208961" y="0"/>
                </a:lnTo>
                <a:cubicBezTo>
                  <a:pt x="307013" y="0"/>
                  <a:pt x="386499" y="79486"/>
                  <a:pt x="386499" y="177538"/>
                </a:cubicBezTo>
                <a:lnTo>
                  <a:pt x="386499" y="1395167"/>
                </a:lnTo>
                <a:lnTo>
                  <a:pt x="0" y="1395167"/>
                </a:lnTo>
                <a:lnTo>
                  <a:pt x="0" y="177538"/>
                </a:lnTo>
                <a:cubicBezTo>
                  <a:pt x="0" y="79486"/>
                  <a:pt x="79486" y="0"/>
                  <a:pt x="177538" y="0"/>
                </a:cubicBezTo>
                <a:close/>
              </a:path>
            </a:pathLst>
          </a:custGeom>
          <a:gradFill flip="none" rotWithShape="1">
            <a:gsLst>
              <a:gs pos="0">
                <a:schemeClr val="bg1">
                  <a:lumMod val="85000"/>
                </a:schemeClr>
              </a:gs>
              <a:gs pos="46000">
                <a:schemeClr val="bg1">
                  <a:lumMod val="75000"/>
                </a:schemeClr>
              </a:gs>
              <a:gs pos="100000">
                <a:schemeClr val="bg1">
                  <a:lumMod val="50000"/>
                </a:schemeClr>
              </a:gs>
            </a:gsLst>
            <a:path path="circle">
              <a:fillToRect l="50000" t="130000" r="50000" b="-30000"/>
            </a:path>
          </a:gradFill>
          <a:ln w="508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1350"/>
          </a:p>
        </p:txBody>
      </p:sp>
      <p:sp>
        <p:nvSpPr>
          <p:cNvPr id="1049586" name="任意多边形 10"/>
          <p:cNvSpPr/>
          <p:nvPr>
            <p:custDataLst>
              <p:tags r:id="rId7"/>
            </p:custDataLst>
          </p:nvPr>
        </p:nvSpPr>
        <p:spPr>
          <a:xfrm>
            <a:off x="6965300" y="3293887"/>
            <a:ext cx="289874" cy="1872000"/>
          </a:xfrm>
          <a:custGeom>
            <a:avLst/>
            <a:gdLst>
              <a:gd name="connsiteX0" fmla="*/ 177538 w 386499"/>
              <a:gd name="connsiteY0" fmla="*/ 0 h 1395167"/>
              <a:gd name="connsiteX1" fmla="*/ 208961 w 386499"/>
              <a:gd name="connsiteY1" fmla="*/ 0 h 1395167"/>
              <a:gd name="connsiteX2" fmla="*/ 386499 w 386499"/>
              <a:gd name="connsiteY2" fmla="*/ 177538 h 1395167"/>
              <a:gd name="connsiteX3" fmla="*/ 386499 w 386499"/>
              <a:gd name="connsiteY3" fmla="*/ 1395167 h 1395167"/>
              <a:gd name="connsiteX4" fmla="*/ 0 w 386499"/>
              <a:gd name="connsiteY4" fmla="*/ 1395167 h 1395167"/>
              <a:gd name="connsiteX5" fmla="*/ 0 w 386499"/>
              <a:gd name="connsiteY5" fmla="*/ 177538 h 1395167"/>
              <a:gd name="connsiteX6" fmla="*/ 177538 w 386499"/>
              <a:gd name="connsiteY6" fmla="*/ 0 h 13951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86499" h="1395167">
                <a:moveTo>
                  <a:pt x="177538" y="0"/>
                </a:moveTo>
                <a:lnTo>
                  <a:pt x="208961" y="0"/>
                </a:lnTo>
                <a:cubicBezTo>
                  <a:pt x="307013" y="0"/>
                  <a:pt x="386499" y="79486"/>
                  <a:pt x="386499" y="177538"/>
                </a:cubicBezTo>
                <a:lnTo>
                  <a:pt x="386499" y="1395167"/>
                </a:lnTo>
                <a:lnTo>
                  <a:pt x="0" y="1395167"/>
                </a:lnTo>
                <a:lnTo>
                  <a:pt x="0" y="177538"/>
                </a:lnTo>
                <a:cubicBezTo>
                  <a:pt x="0" y="79486"/>
                  <a:pt x="79486" y="0"/>
                  <a:pt x="177538" y="0"/>
                </a:cubicBezTo>
                <a:close/>
              </a:path>
            </a:pathLst>
          </a:custGeom>
          <a:gradFill flip="none" rotWithShape="1">
            <a:gsLst>
              <a:gs pos="0">
                <a:schemeClr val="bg1">
                  <a:lumMod val="85000"/>
                </a:schemeClr>
              </a:gs>
              <a:gs pos="46000">
                <a:schemeClr val="bg1">
                  <a:lumMod val="75000"/>
                </a:schemeClr>
              </a:gs>
              <a:gs pos="100000">
                <a:schemeClr val="bg1">
                  <a:lumMod val="50000"/>
                </a:schemeClr>
              </a:gs>
            </a:gsLst>
            <a:path path="circle">
              <a:fillToRect l="50000" t="130000" r="50000" b="-30000"/>
            </a:path>
          </a:gradFill>
          <a:ln w="508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1350"/>
          </a:p>
        </p:txBody>
      </p:sp>
      <p:sp>
        <p:nvSpPr>
          <p:cNvPr id="1049587" name="任意多边形 11"/>
          <p:cNvSpPr/>
          <p:nvPr>
            <p:custDataLst>
              <p:tags r:id="rId8"/>
            </p:custDataLst>
          </p:nvPr>
        </p:nvSpPr>
        <p:spPr>
          <a:xfrm>
            <a:off x="7284552" y="3329887"/>
            <a:ext cx="289874" cy="1836000"/>
          </a:xfrm>
          <a:custGeom>
            <a:avLst/>
            <a:gdLst>
              <a:gd name="connsiteX0" fmla="*/ 177538 w 386499"/>
              <a:gd name="connsiteY0" fmla="*/ 0 h 1395167"/>
              <a:gd name="connsiteX1" fmla="*/ 208961 w 386499"/>
              <a:gd name="connsiteY1" fmla="*/ 0 h 1395167"/>
              <a:gd name="connsiteX2" fmla="*/ 386499 w 386499"/>
              <a:gd name="connsiteY2" fmla="*/ 177538 h 1395167"/>
              <a:gd name="connsiteX3" fmla="*/ 386499 w 386499"/>
              <a:gd name="connsiteY3" fmla="*/ 1395167 h 1395167"/>
              <a:gd name="connsiteX4" fmla="*/ 0 w 386499"/>
              <a:gd name="connsiteY4" fmla="*/ 1395167 h 1395167"/>
              <a:gd name="connsiteX5" fmla="*/ 0 w 386499"/>
              <a:gd name="connsiteY5" fmla="*/ 177538 h 1395167"/>
              <a:gd name="connsiteX6" fmla="*/ 177538 w 386499"/>
              <a:gd name="connsiteY6" fmla="*/ 0 h 13951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86499" h="1395167">
                <a:moveTo>
                  <a:pt x="177538" y="0"/>
                </a:moveTo>
                <a:lnTo>
                  <a:pt x="208961" y="0"/>
                </a:lnTo>
                <a:cubicBezTo>
                  <a:pt x="307013" y="0"/>
                  <a:pt x="386499" y="79486"/>
                  <a:pt x="386499" y="177538"/>
                </a:cubicBezTo>
                <a:lnTo>
                  <a:pt x="386499" y="1395167"/>
                </a:lnTo>
                <a:lnTo>
                  <a:pt x="0" y="1395167"/>
                </a:lnTo>
                <a:lnTo>
                  <a:pt x="0" y="177538"/>
                </a:lnTo>
                <a:cubicBezTo>
                  <a:pt x="0" y="79486"/>
                  <a:pt x="79486" y="0"/>
                  <a:pt x="177538" y="0"/>
                </a:cubicBezTo>
                <a:close/>
              </a:path>
            </a:pathLst>
          </a:custGeom>
          <a:gradFill>
            <a:gsLst>
              <a:gs pos="0">
                <a:schemeClr val="bg1">
                  <a:lumMod val="85000"/>
                </a:schemeClr>
              </a:gs>
              <a:gs pos="46000">
                <a:schemeClr val="bg1">
                  <a:lumMod val="75000"/>
                </a:schemeClr>
              </a:gs>
              <a:gs pos="100000">
                <a:schemeClr val="bg1">
                  <a:lumMod val="50000"/>
                </a:schemeClr>
              </a:gs>
            </a:gsLst>
            <a:path path="circle">
              <a:fillToRect l="50000" t="130000" r="50000" b="-30000"/>
            </a:path>
          </a:gradFill>
          <a:ln w="508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1350"/>
          </a:p>
        </p:txBody>
      </p:sp>
      <p:sp>
        <p:nvSpPr>
          <p:cNvPr id="1049588" name="任意多边形 12"/>
          <p:cNvSpPr/>
          <p:nvPr>
            <p:custDataLst>
              <p:tags r:id="rId9"/>
            </p:custDataLst>
          </p:nvPr>
        </p:nvSpPr>
        <p:spPr>
          <a:xfrm>
            <a:off x="7601497" y="3365887"/>
            <a:ext cx="289874" cy="1800000"/>
          </a:xfrm>
          <a:custGeom>
            <a:avLst/>
            <a:gdLst>
              <a:gd name="connsiteX0" fmla="*/ 177538 w 386499"/>
              <a:gd name="connsiteY0" fmla="*/ 0 h 1395167"/>
              <a:gd name="connsiteX1" fmla="*/ 208961 w 386499"/>
              <a:gd name="connsiteY1" fmla="*/ 0 h 1395167"/>
              <a:gd name="connsiteX2" fmla="*/ 386499 w 386499"/>
              <a:gd name="connsiteY2" fmla="*/ 177538 h 1395167"/>
              <a:gd name="connsiteX3" fmla="*/ 386499 w 386499"/>
              <a:gd name="connsiteY3" fmla="*/ 1395167 h 1395167"/>
              <a:gd name="connsiteX4" fmla="*/ 0 w 386499"/>
              <a:gd name="connsiteY4" fmla="*/ 1395167 h 1395167"/>
              <a:gd name="connsiteX5" fmla="*/ 0 w 386499"/>
              <a:gd name="connsiteY5" fmla="*/ 177538 h 1395167"/>
              <a:gd name="connsiteX6" fmla="*/ 177538 w 386499"/>
              <a:gd name="connsiteY6" fmla="*/ 0 h 13951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86499" h="1395167">
                <a:moveTo>
                  <a:pt x="177538" y="0"/>
                </a:moveTo>
                <a:lnTo>
                  <a:pt x="208961" y="0"/>
                </a:lnTo>
                <a:cubicBezTo>
                  <a:pt x="307013" y="0"/>
                  <a:pt x="386499" y="79486"/>
                  <a:pt x="386499" y="177538"/>
                </a:cubicBezTo>
                <a:lnTo>
                  <a:pt x="386499" y="1395167"/>
                </a:lnTo>
                <a:lnTo>
                  <a:pt x="0" y="1395167"/>
                </a:lnTo>
                <a:lnTo>
                  <a:pt x="0" y="177538"/>
                </a:lnTo>
                <a:cubicBezTo>
                  <a:pt x="0" y="79486"/>
                  <a:pt x="79486" y="0"/>
                  <a:pt x="177538" y="0"/>
                </a:cubicBezTo>
                <a:close/>
              </a:path>
            </a:pathLst>
          </a:custGeom>
          <a:gradFill>
            <a:gsLst>
              <a:gs pos="0">
                <a:schemeClr val="bg1">
                  <a:lumMod val="85000"/>
                </a:schemeClr>
              </a:gs>
              <a:gs pos="46000">
                <a:schemeClr val="bg1">
                  <a:lumMod val="75000"/>
                </a:schemeClr>
              </a:gs>
              <a:gs pos="100000">
                <a:schemeClr val="bg1">
                  <a:lumMod val="50000"/>
                </a:schemeClr>
              </a:gs>
            </a:gsLst>
            <a:path path="circle">
              <a:fillToRect l="50000" t="130000" r="50000" b="-30000"/>
            </a:path>
          </a:gradFill>
          <a:ln w="508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1350"/>
          </a:p>
        </p:txBody>
      </p:sp>
      <p:sp>
        <p:nvSpPr>
          <p:cNvPr id="1049589" name="任意多边形 13"/>
          <p:cNvSpPr/>
          <p:nvPr>
            <p:custDataLst>
              <p:tags r:id="rId10"/>
            </p:custDataLst>
          </p:nvPr>
        </p:nvSpPr>
        <p:spPr>
          <a:xfrm rot="20959521">
            <a:off x="8008894" y="3417043"/>
            <a:ext cx="289874" cy="1728000"/>
          </a:xfrm>
          <a:custGeom>
            <a:avLst/>
            <a:gdLst>
              <a:gd name="connsiteX0" fmla="*/ 177538 w 386499"/>
              <a:gd name="connsiteY0" fmla="*/ 0 h 1395167"/>
              <a:gd name="connsiteX1" fmla="*/ 208961 w 386499"/>
              <a:gd name="connsiteY1" fmla="*/ 0 h 1395167"/>
              <a:gd name="connsiteX2" fmla="*/ 386499 w 386499"/>
              <a:gd name="connsiteY2" fmla="*/ 177538 h 1395167"/>
              <a:gd name="connsiteX3" fmla="*/ 386499 w 386499"/>
              <a:gd name="connsiteY3" fmla="*/ 1395167 h 1395167"/>
              <a:gd name="connsiteX4" fmla="*/ 0 w 386499"/>
              <a:gd name="connsiteY4" fmla="*/ 1395167 h 1395167"/>
              <a:gd name="connsiteX5" fmla="*/ 0 w 386499"/>
              <a:gd name="connsiteY5" fmla="*/ 177538 h 1395167"/>
              <a:gd name="connsiteX6" fmla="*/ 177538 w 386499"/>
              <a:gd name="connsiteY6" fmla="*/ 0 h 13951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86499" h="1395167">
                <a:moveTo>
                  <a:pt x="177538" y="0"/>
                </a:moveTo>
                <a:lnTo>
                  <a:pt x="208961" y="0"/>
                </a:lnTo>
                <a:cubicBezTo>
                  <a:pt x="307013" y="0"/>
                  <a:pt x="386499" y="79486"/>
                  <a:pt x="386499" y="177538"/>
                </a:cubicBezTo>
                <a:lnTo>
                  <a:pt x="386499" y="1395167"/>
                </a:lnTo>
                <a:lnTo>
                  <a:pt x="0" y="1395167"/>
                </a:lnTo>
                <a:lnTo>
                  <a:pt x="0" y="177538"/>
                </a:lnTo>
                <a:cubicBezTo>
                  <a:pt x="0" y="79486"/>
                  <a:pt x="79486" y="0"/>
                  <a:pt x="177538" y="0"/>
                </a:cubicBezTo>
                <a:close/>
              </a:path>
            </a:pathLst>
          </a:custGeom>
          <a:gradFill>
            <a:gsLst>
              <a:gs pos="0">
                <a:schemeClr val="bg1">
                  <a:lumMod val="85000"/>
                </a:schemeClr>
              </a:gs>
              <a:gs pos="46000">
                <a:schemeClr val="bg1">
                  <a:lumMod val="75000"/>
                </a:schemeClr>
              </a:gs>
              <a:gs pos="100000">
                <a:schemeClr val="bg1">
                  <a:lumMod val="50000"/>
                </a:schemeClr>
              </a:gs>
            </a:gsLst>
            <a:path path="circle">
              <a:fillToRect l="50000" t="130000" r="50000" b="-30000"/>
            </a:path>
          </a:gradFill>
          <a:ln w="508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1350"/>
          </a:p>
        </p:txBody>
      </p:sp>
      <p:sp>
        <p:nvSpPr>
          <p:cNvPr id="1049590" name="任意多边形 14"/>
          <p:cNvSpPr/>
          <p:nvPr>
            <p:custDataLst>
              <p:tags r:id="rId11"/>
            </p:custDataLst>
          </p:nvPr>
        </p:nvSpPr>
        <p:spPr>
          <a:xfrm rot="19779136">
            <a:off x="8519312" y="3458639"/>
            <a:ext cx="289874" cy="1728000"/>
          </a:xfrm>
          <a:custGeom>
            <a:avLst/>
            <a:gdLst>
              <a:gd name="connsiteX0" fmla="*/ 177538 w 386499"/>
              <a:gd name="connsiteY0" fmla="*/ 0 h 1395167"/>
              <a:gd name="connsiteX1" fmla="*/ 208961 w 386499"/>
              <a:gd name="connsiteY1" fmla="*/ 0 h 1395167"/>
              <a:gd name="connsiteX2" fmla="*/ 386499 w 386499"/>
              <a:gd name="connsiteY2" fmla="*/ 177538 h 1395167"/>
              <a:gd name="connsiteX3" fmla="*/ 386499 w 386499"/>
              <a:gd name="connsiteY3" fmla="*/ 1395167 h 1395167"/>
              <a:gd name="connsiteX4" fmla="*/ 0 w 386499"/>
              <a:gd name="connsiteY4" fmla="*/ 1395167 h 1395167"/>
              <a:gd name="connsiteX5" fmla="*/ 0 w 386499"/>
              <a:gd name="connsiteY5" fmla="*/ 177538 h 1395167"/>
              <a:gd name="connsiteX6" fmla="*/ 177538 w 386499"/>
              <a:gd name="connsiteY6" fmla="*/ 0 h 13951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86499" h="1395167">
                <a:moveTo>
                  <a:pt x="177538" y="0"/>
                </a:moveTo>
                <a:lnTo>
                  <a:pt x="208961" y="0"/>
                </a:lnTo>
                <a:cubicBezTo>
                  <a:pt x="307013" y="0"/>
                  <a:pt x="386499" y="79486"/>
                  <a:pt x="386499" y="177538"/>
                </a:cubicBezTo>
                <a:lnTo>
                  <a:pt x="386499" y="1395167"/>
                </a:lnTo>
                <a:lnTo>
                  <a:pt x="0" y="1395167"/>
                </a:lnTo>
                <a:lnTo>
                  <a:pt x="0" y="177538"/>
                </a:lnTo>
                <a:cubicBezTo>
                  <a:pt x="0" y="79486"/>
                  <a:pt x="79486" y="0"/>
                  <a:pt x="177538" y="0"/>
                </a:cubicBezTo>
                <a:close/>
              </a:path>
            </a:pathLst>
          </a:custGeom>
          <a:gradFill>
            <a:gsLst>
              <a:gs pos="0">
                <a:schemeClr val="bg1">
                  <a:lumMod val="85000"/>
                </a:schemeClr>
              </a:gs>
              <a:gs pos="46000">
                <a:schemeClr val="bg1">
                  <a:lumMod val="75000"/>
                </a:schemeClr>
              </a:gs>
              <a:gs pos="100000">
                <a:schemeClr val="bg1">
                  <a:lumMod val="50000"/>
                </a:schemeClr>
              </a:gs>
            </a:gsLst>
            <a:path path="circle">
              <a:fillToRect l="50000" t="130000" r="50000" b="-30000"/>
            </a:path>
          </a:gradFill>
          <a:ln w="508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1350"/>
          </a:p>
        </p:txBody>
      </p:sp>
      <p:cxnSp>
        <p:nvCxnSpPr>
          <p:cNvPr id="3145753" name="直接连接符 15"/>
          <p:cNvCxnSpPr/>
          <p:nvPr>
            <p:custDataLst>
              <p:tags r:id="rId12"/>
            </p:custDataLst>
          </p:nvPr>
        </p:nvCxnSpPr>
        <p:spPr>
          <a:xfrm>
            <a:off x="233314" y="2658359"/>
            <a:ext cx="5558279" cy="0"/>
          </a:xfrm>
          <a:prstGeom prst="line">
            <a:avLst/>
          </a:prstGeom>
          <a:ln w="15875">
            <a:solidFill>
              <a:schemeClr val="accent1">
                <a:lumMod val="50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45754" name="直接连接符 16"/>
          <p:cNvCxnSpPr/>
          <p:nvPr>
            <p:custDataLst>
              <p:tags r:id="rId13"/>
            </p:custDataLst>
          </p:nvPr>
        </p:nvCxnSpPr>
        <p:spPr>
          <a:xfrm>
            <a:off x="233313" y="4451022"/>
            <a:ext cx="5558279" cy="0"/>
          </a:xfrm>
          <a:prstGeom prst="line">
            <a:avLst/>
          </a:prstGeom>
          <a:ln w="15875">
            <a:solidFill>
              <a:schemeClr val="accent1">
                <a:lumMod val="50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49591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265163" y="4518222"/>
            <a:ext cx="2562448" cy="666521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CN" altLang="en-US" dirty="0" smtClean="0"/>
              <a:t>编辑文本</a:t>
            </a:r>
            <a:endParaRPr lang="zh-CN" altLang="en-US" dirty="0"/>
          </a:p>
        </p:txBody>
      </p:sp>
      <p:sp>
        <p:nvSpPr>
          <p:cNvPr id="1049592" name="标题 1"/>
          <p:cNvSpPr>
            <a:spLocks noGrp="1"/>
          </p:cNvSpPr>
          <p:nvPr>
            <p:ph type="title" hasCustomPrompt="1"/>
          </p:nvPr>
        </p:nvSpPr>
        <p:spPr>
          <a:xfrm>
            <a:off x="260385" y="2639504"/>
            <a:ext cx="5531207" cy="1744085"/>
          </a:xfrm>
        </p:spPr>
        <p:txBody>
          <a:bodyPr>
            <a:normAutofit/>
          </a:bodyPr>
          <a:lstStyle>
            <a:lvl1pPr algn="ctr">
              <a:defRPr sz="5400">
                <a:solidFill>
                  <a:srgbClr val="1F4E79"/>
                </a:solidFill>
              </a:defRPr>
            </a:lvl1pPr>
          </a:lstStyle>
          <a:p>
            <a:r>
              <a:rPr lang="zh-CN" altLang="en-US" dirty="0" smtClean="0"/>
              <a:t>编辑标题</a:t>
            </a:r>
            <a:endParaRPr lang="zh-CN" altLang="en-US" dirty="0"/>
          </a:p>
        </p:txBody>
      </p:sp>
      <p:sp>
        <p:nvSpPr>
          <p:cNvPr id="1049593" name="日期占位符 2"/>
          <p:cNvSpPr>
            <a:spLocks noGrp="1"/>
          </p:cNvSpPr>
          <p:nvPr>
            <p:ph type="dt" sz="half" idx="10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fld id="{2180C721-00F0-49A5-8986-DFDB39C600B4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1049594" name="页脚占位符 3"/>
          <p:cNvSpPr>
            <a:spLocks noGrp="1"/>
          </p:cNvSpPr>
          <p:nvPr>
            <p:ph type="ftr" sz="quarter" idx="11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endParaRPr lang="zh-CN" altLang="en-US"/>
          </a:p>
        </p:txBody>
      </p:sp>
      <p:sp>
        <p:nvSpPr>
          <p:cNvPr id="104959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fld id="{18C8E5C5-05D3-4171-9F3F-370131363719}" type="slidenum">
              <a:rPr lang="zh-CN" altLang="en-US" smtClean="0"/>
            </a:fld>
            <a:endParaRPr lang="zh-CN" altLang="en-US"/>
          </a:p>
        </p:txBody>
      </p:sp>
      <p:sp>
        <p:nvSpPr>
          <p:cNvPr id="1049596" name="内容占位符 21"/>
          <p:cNvSpPr>
            <a:spLocks noGrp="1"/>
          </p:cNvSpPr>
          <p:nvPr>
            <p:ph sz="quarter" idx="13" hasCustomPrompt="1"/>
          </p:nvPr>
        </p:nvSpPr>
        <p:spPr>
          <a:xfrm>
            <a:off x="2856989" y="4518222"/>
            <a:ext cx="2934603" cy="666521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zh-CN" altLang="en-US" dirty="0" smtClean="0"/>
              <a:t>编辑文本</a:t>
            </a:r>
            <a:endParaRPr lang="zh-CN" altLang="en-US" dirty="0" smtClean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9" presetClass="entr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95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104958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04958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9" dur="1000"/>
                                        <p:tgtEl>
                                          <p:spTgt spid="10495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2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95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104958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04958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14" dur="1000"/>
                                        <p:tgtEl>
                                          <p:spTgt spid="10495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95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04958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04958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95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104958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04958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95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04958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04958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95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04958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04958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95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104958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104958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95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04958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04958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95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104958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104958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95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104959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104959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7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457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314575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314575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1" presetID="17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457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314575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500" fill="hold"/>
                                        <p:tgtEl>
                                          <p:spTgt spid="314575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49581" grpId="0" animBg="1"/>
      <p:bldP spid="1049581" grpId="1" bldLvl="0" animBg="1"/>
      <p:bldP spid="1049582" grpId="0" bldLvl="0" animBg="1"/>
      <p:bldP spid="1049583" grpId="0" bldLvl="0" animBg="1"/>
      <p:bldP spid="1049584" grpId="0" bldLvl="0" animBg="1"/>
      <p:bldP spid="1049585" grpId="0" bldLvl="0" animBg="1"/>
      <p:bldP spid="1049586" grpId="0" bldLvl="0" animBg="1"/>
      <p:bldP spid="1049587" grpId="0" bldLvl="0" animBg="1"/>
      <p:bldP spid="1049588" grpId="0" bldLvl="0" animBg="1"/>
      <p:bldP spid="1049589" grpId="0" bldLvl="0" animBg="1"/>
      <p:bldP spid="1049590" grpId="0" bldLvl="0" animBg="1"/>
    </p:bld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8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82" name="日期占位符 1"/>
          <p:cNvSpPr>
            <a:spLocks noGrp="1"/>
          </p:cNvSpPr>
          <p:nvPr>
            <p:ph type="dt" sz="half" idx="10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fld id="{2180C721-00F0-49A5-8986-DFDB39C600B4}" type="datetimeFigureOut">
              <a:rPr lang="zh-CN" altLang="en-US" smtClean="0"/>
            </a:fld>
            <a:endParaRPr lang="zh-CN" altLang="en-US"/>
          </a:p>
        </p:txBody>
      </p:sp>
      <p:sp>
        <p:nvSpPr>
          <p:cNvPr id="1048583" name="页脚占位符 2"/>
          <p:cNvSpPr>
            <a:spLocks noGrp="1"/>
          </p:cNvSpPr>
          <p:nvPr>
            <p:ph type="ftr" sz="quarter" idx="11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endParaRPr lang="zh-CN" altLang="en-US"/>
          </a:p>
        </p:txBody>
      </p:sp>
      <p:sp>
        <p:nvSpPr>
          <p:cNvPr id="104858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fld id="{18C8E5C5-05D3-4171-9F3F-3701313637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40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621" name="标题 1"/>
          <p:cNvSpPr>
            <a:spLocks noGrp="1"/>
          </p:cNvSpPr>
          <p:nvPr>
            <p:ph type="title" hasCustomPrompt="1"/>
          </p:nvPr>
        </p:nvSpPr>
        <p:spPr>
          <a:xfrm>
            <a:off x="629841" y="711200"/>
            <a:ext cx="3196800" cy="1600200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1049622" name="图片占位符 2"/>
          <p:cNvSpPr>
            <a:spLocks noGrp="1"/>
          </p:cNvSpPr>
          <p:nvPr>
            <p:ph type="pic" idx="1" hasCustomPrompt="1"/>
          </p:nvPr>
        </p:nvSpPr>
        <p:spPr>
          <a:xfrm>
            <a:off x="4014391" y="733425"/>
            <a:ext cx="4478400" cy="5403600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zh-CN" altLang="en-US" smtClean="0"/>
              <a:t>图片</a:t>
            </a:r>
            <a:endParaRPr lang="zh-CN" altLang="en-US"/>
          </a:p>
        </p:txBody>
      </p:sp>
      <p:sp>
        <p:nvSpPr>
          <p:cNvPr id="1049623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311400"/>
            <a:ext cx="3196800" cy="3811588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 dirty="0" smtClean="0"/>
              <a:t>单击此处编辑母版文本样式</a:t>
            </a:r>
            <a:endParaRPr lang="zh-CN" altLang="en-US" dirty="0" smtClean="0"/>
          </a:p>
        </p:txBody>
      </p:sp>
      <p:sp>
        <p:nvSpPr>
          <p:cNvPr id="1049624" name="日期占位符 4"/>
          <p:cNvSpPr>
            <a:spLocks noGrp="1"/>
          </p:cNvSpPr>
          <p:nvPr>
            <p:ph type="dt" sz="half" idx="10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fld id="{2180C721-00F0-49A5-8986-DFDB39C600B4}" type="datetimeFigureOut">
              <a:rPr lang="zh-CN" altLang="en-US" smtClean="0"/>
            </a:fld>
            <a:endParaRPr lang="zh-CN" altLang="en-US"/>
          </a:p>
        </p:txBody>
      </p:sp>
      <p:sp>
        <p:nvSpPr>
          <p:cNvPr id="1049625" name="页脚占位符 5"/>
          <p:cNvSpPr>
            <a:spLocks noGrp="1"/>
          </p:cNvSpPr>
          <p:nvPr>
            <p:ph type="ftr" sz="quarter" idx="11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endParaRPr lang="zh-CN" altLang="en-US"/>
          </a:p>
        </p:txBody>
      </p:sp>
      <p:sp>
        <p:nvSpPr>
          <p:cNvPr id="1049626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fld id="{18C8E5C5-05D3-4171-9F3F-3701313637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39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597" name="竖排标题 1"/>
          <p:cNvSpPr>
            <a:spLocks noGrp="1"/>
          </p:cNvSpPr>
          <p:nvPr>
            <p:ph type="title" orient="vert"/>
          </p:nvPr>
        </p:nvSpPr>
        <p:spPr>
          <a:xfrm>
            <a:off x="7537450" y="365125"/>
            <a:ext cx="977900" cy="5811838"/>
          </a:xfrm>
        </p:spPr>
        <p:txBody>
          <a:bodyPr vert="eaVert">
            <a:normAutofit/>
          </a:bodyPr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1049598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6800850" cy="5811838"/>
          </a:xfrm>
        </p:spPr>
        <p:txBody>
          <a:bodyPr vert="eaVert"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zh-CN" altLang="en-US" dirty="0" smtClean="0"/>
              <a:t>单击此处编辑母版文本样式</a:t>
            </a:r>
            <a:endParaRPr lang="zh-CN" altLang="en-US" dirty="0" smtClean="0"/>
          </a:p>
          <a:p>
            <a:pPr lvl="1"/>
            <a:r>
              <a:rPr lang="zh-CN" altLang="en-US" dirty="0" smtClean="0"/>
              <a:t>第二级</a:t>
            </a:r>
            <a:endParaRPr lang="zh-CN" altLang="en-US" dirty="0" smtClean="0"/>
          </a:p>
          <a:p>
            <a:pPr lvl="2"/>
            <a:r>
              <a:rPr lang="zh-CN" altLang="en-US" dirty="0" smtClean="0"/>
              <a:t>第三级</a:t>
            </a:r>
            <a:endParaRPr lang="zh-CN" altLang="en-US" dirty="0" smtClean="0"/>
          </a:p>
          <a:p>
            <a:pPr lvl="3"/>
            <a:r>
              <a:rPr lang="zh-CN" altLang="en-US" dirty="0" smtClean="0"/>
              <a:t>第四级</a:t>
            </a:r>
            <a:endParaRPr lang="zh-CN" altLang="en-US" dirty="0" smtClean="0"/>
          </a:p>
          <a:p>
            <a:pPr lvl="4"/>
            <a:r>
              <a:rPr lang="zh-CN" altLang="en-US" dirty="0" smtClean="0"/>
              <a:t>第五级</a:t>
            </a:r>
            <a:endParaRPr lang="zh-CN" altLang="en-US" dirty="0"/>
          </a:p>
        </p:txBody>
      </p:sp>
      <p:sp>
        <p:nvSpPr>
          <p:cNvPr id="1049599" name="日期占位符 3"/>
          <p:cNvSpPr>
            <a:spLocks noGrp="1"/>
          </p:cNvSpPr>
          <p:nvPr>
            <p:ph type="dt" sz="half" idx="10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fld id="{2180C721-00F0-49A5-8986-DFDB39C600B4}" type="datetimeFigureOut">
              <a:rPr lang="zh-CN" altLang="en-US" smtClean="0"/>
            </a:fld>
            <a:endParaRPr lang="zh-CN" altLang="en-US"/>
          </a:p>
        </p:txBody>
      </p:sp>
      <p:sp>
        <p:nvSpPr>
          <p:cNvPr id="1049600" name="页脚占位符 4"/>
          <p:cNvSpPr>
            <a:spLocks noGrp="1"/>
          </p:cNvSpPr>
          <p:nvPr>
            <p:ph type="ftr" sz="quarter" idx="11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endParaRPr lang="zh-CN" altLang="en-US"/>
          </a:p>
        </p:txBody>
      </p:sp>
      <p:sp>
        <p:nvSpPr>
          <p:cNvPr id="1049601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fld id="{18C8E5C5-05D3-4171-9F3F-3701313637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内容">
    <p:spTree>
      <p:nvGrpSpPr>
        <p:cNvPr id="39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602" name="日期占位符 2"/>
          <p:cNvSpPr>
            <a:spLocks noGrp="1"/>
          </p:cNvSpPr>
          <p:nvPr>
            <p:ph type="dt" sz="half" idx="10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fld id="{2180C721-00F0-49A5-8986-DFDB39C600B4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1049603" name="页脚占位符 3"/>
          <p:cNvSpPr>
            <a:spLocks noGrp="1"/>
          </p:cNvSpPr>
          <p:nvPr>
            <p:ph type="ftr" sz="quarter" idx="11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endParaRPr lang="zh-CN" altLang="en-US"/>
          </a:p>
        </p:txBody>
      </p:sp>
      <p:sp>
        <p:nvSpPr>
          <p:cNvPr id="1049604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fld id="{18C8E5C5-05D3-4171-9F3F-370131363719}" type="slidenum">
              <a:rPr lang="zh-CN" altLang="en-US" smtClean="0"/>
            </a:fld>
            <a:endParaRPr lang="zh-CN" altLang="en-US"/>
          </a:p>
        </p:txBody>
      </p:sp>
      <p:sp>
        <p:nvSpPr>
          <p:cNvPr id="1049605" name="内容占位符 6"/>
          <p:cNvSpPr>
            <a:spLocks noGrp="1"/>
          </p:cNvSpPr>
          <p:nvPr>
            <p:ph sz="quarter" idx="13"/>
          </p:nvPr>
        </p:nvSpPr>
        <p:spPr>
          <a:xfrm>
            <a:off x="628651" y="465139"/>
            <a:ext cx="7886700" cy="5699125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zh-CN" altLang="en-US" dirty="0" smtClean="0"/>
              <a:t>单击此处编辑母版文本样式</a:t>
            </a:r>
            <a:endParaRPr lang="zh-CN" altLang="en-US" dirty="0" smtClean="0"/>
          </a:p>
          <a:p>
            <a:pPr lvl="1"/>
            <a:r>
              <a:rPr lang="zh-CN" altLang="en-US" dirty="0" smtClean="0"/>
              <a:t>第二级</a:t>
            </a:r>
            <a:endParaRPr lang="zh-CN" altLang="en-US" dirty="0" smtClean="0"/>
          </a:p>
          <a:p>
            <a:pPr lvl="2"/>
            <a:r>
              <a:rPr lang="zh-CN" altLang="en-US" dirty="0" smtClean="0"/>
              <a:t>第三级</a:t>
            </a:r>
            <a:endParaRPr lang="zh-CN" altLang="en-US" dirty="0" smtClean="0"/>
          </a:p>
          <a:p>
            <a:pPr lvl="3"/>
            <a:r>
              <a:rPr lang="zh-CN" altLang="en-US" dirty="0" smtClean="0"/>
              <a:t>第四级</a:t>
            </a:r>
            <a:endParaRPr lang="zh-CN" altLang="en-US" dirty="0" smtClean="0"/>
          </a:p>
          <a:p>
            <a:pPr lvl="4"/>
            <a:r>
              <a:rPr lang="zh-CN" altLang="en-US" dirty="0" smtClean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6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13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1048714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2180C721-00F0-49A5-8986-DFDB39C600B4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1048715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1048716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18C8E5C5-05D3-4171-9F3F-3701313637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bg>
      <p:bgPr>
        <a:solidFill>
          <a:srgbClr val="F2F7FB"/>
        </a:solidFill>
        <a:effectLst/>
      </p:bgPr>
    </p:bg>
    <p:spTree>
      <p:nvGrpSpPr>
        <p:cNvPr id="13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7155" name="图片 8"/>
          <p:cNvPicPr>
            <a:picLocks noChangeAspect="1"/>
          </p:cNvPicPr>
          <p:nvPr/>
        </p:nvPicPr>
        <p:blipFill rotWithShape="1">
          <a:blip r:embed="rId2" cstate="email"/>
          <a:srcRect l="948" r="20849"/>
          <a:stretch>
            <a:fillRect/>
          </a:stretch>
        </p:blipFill>
        <p:spPr>
          <a:xfrm>
            <a:off x="628650" y="650692"/>
            <a:ext cx="7886700" cy="5556615"/>
          </a:xfrm>
          <a:prstGeom prst="rect">
            <a:avLst/>
          </a:prstGeom>
        </p:spPr>
      </p:pic>
      <p:sp>
        <p:nvSpPr>
          <p:cNvPr id="1048657" name="矩形 7"/>
          <p:cNvSpPr/>
          <p:nvPr/>
        </p:nvSpPr>
        <p:spPr>
          <a:xfrm>
            <a:off x="0" y="1467487"/>
            <a:ext cx="9144000" cy="3924299"/>
          </a:xfrm>
          <a:prstGeom prst="rect">
            <a:avLst/>
          </a:prstGeom>
          <a:solidFill>
            <a:srgbClr val="45B0C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1350" dirty="0">
              <a:latin typeface="+mj-ea"/>
              <a:ea typeface="+mj-ea"/>
            </a:endParaRPr>
          </a:p>
        </p:txBody>
      </p:sp>
      <p:sp>
        <p:nvSpPr>
          <p:cNvPr id="1048658" name="日期占位符 3"/>
          <p:cNvSpPr>
            <a:spLocks noGrp="1"/>
          </p:cNvSpPr>
          <p:nvPr>
            <p:ph type="dt" sz="half" idx="10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048659" name="页脚占位符 4"/>
          <p:cNvSpPr>
            <a:spLocks noGrp="1"/>
          </p:cNvSpPr>
          <p:nvPr>
            <p:ph type="ftr" sz="quarter" idx="11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endParaRPr lang="zh-CN" altLang="en-US"/>
          </a:p>
        </p:txBody>
      </p:sp>
      <p:sp>
        <p:nvSpPr>
          <p:cNvPr id="1048660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1048661" name="标题 1"/>
          <p:cNvSpPr>
            <a:spLocks noGrp="1"/>
          </p:cNvSpPr>
          <p:nvPr>
            <p:ph type="ctrTitle" hasCustomPrompt="1"/>
          </p:nvPr>
        </p:nvSpPr>
        <p:spPr>
          <a:xfrm>
            <a:off x="1143000" y="3086099"/>
            <a:ext cx="6858000" cy="1104902"/>
          </a:xfrm>
        </p:spPr>
        <p:txBody>
          <a:bodyPr anchor="ctr">
            <a:normAutofit/>
          </a:bodyPr>
          <a:lstStyle>
            <a:lvl1pPr algn="ctr">
              <a:defRPr sz="4500" b="1">
                <a:solidFill>
                  <a:schemeClr val="bg1"/>
                </a:solidFill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1048662" name="副标题 2"/>
          <p:cNvSpPr>
            <a:spLocks noGrp="1"/>
          </p:cNvSpPr>
          <p:nvPr>
            <p:ph type="subTitle" idx="1"/>
          </p:nvPr>
        </p:nvSpPr>
        <p:spPr>
          <a:xfrm>
            <a:off x="1143000" y="4292600"/>
            <a:ext cx="6858000" cy="965199"/>
          </a:xfrm>
        </p:spPr>
        <p:txBody>
          <a:bodyPr>
            <a:normAutofit/>
          </a:bodyPr>
          <a:lstStyle>
            <a:lvl1pPr marL="0" indent="0" algn="ctr">
              <a:buNone/>
              <a:defRPr sz="1400">
                <a:solidFill>
                  <a:schemeClr val="bg1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39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53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104953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1049534" name="日期占位符 3"/>
          <p:cNvSpPr>
            <a:spLocks noGrp="1"/>
          </p:cNvSpPr>
          <p:nvPr>
            <p:ph type="dt" sz="half" idx="10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049535" name="页脚占位符 4"/>
          <p:cNvSpPr>
            <a:spLocks noGrp="1"/>
          </p:cNvSpPr>
          <p:nvPr>
            <p:ph type="ftr" sz="quarter" idx="11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endParaRPr lang="zh-CN" altLang="en-US"/>
          </a:p>
        </p:txBody>
      </p:sp>
      <p:sp>
        <p:nvSpPr>
          <p:cNvPr id="104953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bg>
      <p:bgPr>
        <a:solidFill>
          <a:srgbClr val="F2F7FB"/>
        </a:solidFill>
        <a:effectLst/>
      </p:bgPr>
    </p:bg>
    <p:spTree>
      <p:nvGrpSpPr>
        <p:cNvPr id="17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7160" name="图片 6"/>
          <p:cNvPicPr>
            <a:picLocks noChangeAspect="1"/>
          </p:cNvPicPr>
          <p:nvPr/>
        </p:nvPicPr>
        <p:blipFill rotWithShape="1">
          <a:blip r:embed="rId2" cstate="email"/>
          <a:srcRect l="948" r="20849"/>
          <a:stretch>
            <a:fillRect/>
          </a:stretch>
        </p:blipFill>
        <p:spPr>
          <a:xfrm>
            <a:off x="628650" y="650692"/>
            <a:ext cx="7886700" cy="5556615"/>
          </a:xfrm>
          <a:prstGeom prst="rect">
            <a:avLst/>
          </a:prstGeom>
        </p:spPr>
      </p:pic>
      <p:sp>
        <p:nvSpPr>
          <p:cNvPr id="1048754" name="矩形 7"/>
          <p:cNvSpPr/>
          <p:nvPr/>
        </p:nvSpPr>
        <p:spPr>
          <a:xfrm>
            <a:off x="485776" y="1947672"/>
            <a:ext cx="8172449" cy="296265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 anchorCtr="1">
            <a:normAutofit/>
          </a:bodyPr>
          <a:p>
            <a:pPr algn="ctr"/>
            <a:endParaRPr lang="zh-CN" altLang="en-US" sz="1350"/>
          </a:p>
        </p:txBody>
      </p:sp>
      <p:sp>
        <p:nvSpPr>
          <p:cNvPr id="1048755" name="矩形 8"/>
          <p:cNvSpPr/>
          <p:nvPr/>
        </p:nvSpPr>
        <p:spPr>
          <a:xfrm>
            <a:off x="623889" y="1673353"/>
            <a:ext cx="7886700" cy="155447"/>
          </a:xfrm>
          <a:prstGeom prst="rect">
            <a:avLst/>
          </a:prstGeom>
          <a:solidFill>
            <a:srgbClr val="45B0C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1350"/>
          </a:p>
        </p:txBody>
      </p:sp>
      <p:sp>
        <p:nvSpPr>
          <p:cNvPr id="1048756" name="矩形 9"/>
          <p:cNvSpPr/>
          <p:nvPr/>
        </p:nvSpPr>
        <p:spPr>
          <a:xfrm>
            <a:off x="623889" y="5029199"/>
            <a:ext cx="7896224" cy="154800"/>
          </a:xfrm>
          <a:prstGeom prst="rect">
            <a:avLst/>
          </a:prstGeom>
          <a:solidFill>
            <a:srgbClr val="45B0C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1350"/>
          </a:p>
        </p:txBody>
      </p:sp>
      <p:sp>
        <p:nvSpPr>
          <p:cNvPr id="1048757" name="日期占位符 3"/>
          <p:cNvSpPr>
            <a:spLocks noGrp="1"/>
          </p:cNvSpPr>
          <p:nvPr>
            <p:ph type="dt" sz="half" idx="10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048758" name="页脚占位符 4"/>
          <p:cNvSpPr>
            <a:spLocks noGrp="1"/>
          </p:cNvSpPr>
          <p:nvPr>
            <p:ph type="ftr" sz="quarter" idx="11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endParaRPr lang="zh-CN" altLang="en-US"/>
          </a:p>
        </p:txBody>
      </p:sp>
      <p:sp>
        <p:nvSpPr>
          <p:cNvPr id="1048759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1048760" name="标题 1"/>
          <p:cNvSpPr>
            <a:spLocks noGrp="1"/>
          </p:cNvSpPr>
          <p:nvPr>
            <p:ph type="title" hasCustomPrompt="1"/>
          </p:nvPr>
        </p:nvSpPr>
        <p:spPr>
          <a:xfrm>
            <a:off x="3314159" y="2286920"/>
            <a:ext cx="5196430" cy="1325564"/>
          </a:xfrm>
        </p:spPr>
        <p:txBody>
          <a:bodyPr anchor="b">
            <a:normAutofit/>
          </a:bodyPr>
          <a:lstStyle>
            <a:lvl1pPr algn="l">
              <a:defRPr sz="3600" b="1">
                <a:solidFill>
                  <a:srgbClr val="45B0C5"/>
                </a:solidFill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1048761" name="文本占位符 2"/>
          <p:cNvSpPr>
            <a:spLocks noGrp="1"/>
          </p:cNvSpPr>
          <p:nvPr>
            <p:ph type="body" idx="1"/>
          </p:nvPr>
        </p:nvSpPr>
        <p:spPr>
          <a:xfrm>
            <a:off x="3314158" y="3663282"/>
            <a:ext cx="5205953" cy="989177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39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546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049547" name="内容占位符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>
            <a:normAutofit/>
          </a:bodyPr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1049548" name="内容占位符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>
            <a:normAutofit/>
          </a:bodyPr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1049549" name="日期占位符 4"/>
          <p:cNvSpPr>
            <a:spLocks noGrp="1"/>
          </p:cNvSpPr>
          <p:nvPr>
            <p:ph type="dt" sz="half" idx="10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049550" name="页脚占位符 5"/>
          <p:cNvSpPr>
            <a:spLocks noGrp="1"/>
          </p:cNvSpPr>
          <p:nvPr>
            <p:ph type="ftr" sz="quarter" idx="11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endParaRPr lang="zh-CN" altLang="en-US"/>
          </a:p>
        </p:txBody>
      </p:sp>
      <p:sp>
        <p:nvSpPr>
          <p:cNvPr id="1049551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39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558" name="标题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>
            <a:normAutofit/>
          </a:bodyPr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049559" name="文本占位符 2"/>
          <p:cNvSpPr>
            <a:spLocks noGrp="1"/>
          </p:cNvSpPr>
          <p:nvPr>
            <p:ph type="body" idx="1"/>
          </p:nvPr>
        </p:nvSpPr>
        <p:spPr>
          <a:xfrm>
            <a:off x="629842" y="1744961"/>
            <a:ext cx="3868340" cy="823912"/>
          </a:xfrm>
        </p:spPr>
        <p:txBody>
          <a:bodyPr anchor="b">
            <a:normAutofit/>
          </a:bodyPr>
          <a:lstStyle>
            <a:lvl1pPr marL="0" indent="0">
              <a:buNone/>
              <a:defRPr sz="20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1049560" name="内容占位符 3"/>
          <p:cNvSpPr>
            <a:spLocks noGrp="1"/>
          </p:cNvSpPr>
          <p:nvPr>
            <p:ph sz="half" idx="2"/>
          </p:nvPr>
        </p:nvSpPr>
        <p:spPr>
          <a:xfrm>
            <a:off x="629842" y="2615609"/>
            <a:ext cx="3868340" cy="3574054"/>
          </a:xfrm>
        </p:spPr>
        <p:txBody>
          <a:bodyPr>
            <a:normAutofit/>
          </a:bodyPr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1049561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29150" y="1744961"/>
            <a:ext cx="3887391" cy="823912"/>
          </a:xfrm>
        </p:spPr>
        <p:txBody>
          <a:bodyPr anchor="b">
            <a:normAutofit/>
          </a:bodyPr>
          <a:lstStyle>
            <a:lvl1pPr marL="0" indent="0">
              <a:buNone/>
              <a:defRPr sz="20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1049562" name="内容占位符 5"/>
          <p:cNvSpPr>
            <a:spLocks noGrp="1"/>
          </p:cNvSpPr>
          <p:nvPr>
            <p:ph sz="quarter" idx="4"/>
          </p:nvPr>
        </p:nvSpPr>
        <p:spPr>
          <a:xfrm>
            <a:off x="4629150" y="2615609"/>
            <a:ext cx="3887391" cy="3574054"/>
          </a:xfrm>
        </p:spPr>
        <p:txBody>
          <a:bodyPr>
            <a:normAutofit/>
          </a:bodyPr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1049563" name="日期占位符 6"/>
          <p:cNvSpPr>
            <a:spLocks noGrp="1"/>
          </p:cNvSpPr>
          <p:nvPr>
            <p:ph type="dt" sz="half" idx="10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049564" name="页脚占位符 7"/>
          <p:cNvSpPr>
            <a:spLocks noGrp="1"/>
          </p:cNvSpPr>
          <p:nvPr>
            <p:ph type="ftr" sz="quarter" idx="11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endParaRPr lang="zh-CN" altLang="en-US"/>
          </a:p>
        </p:txBody>
      </p:sp>
      <p:sp>
        <p:nvSpPr>
          <p:cNvPr id="1049565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bg>
      <p:bgPr>
        <a:solidFill>
          <a:srgbClr val="F2F7FB"/>
        </a:solidFill>
        <a:effectLst/>
      </p:bgPr>
    </p:bg>
    <p:spTree>
      <p:nvGrpSpPr>
        <p:cNvPr id="15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7156" name="图片 5"/>
          <p:cNvPicPr>
            <a:picLocks noChangeAspect="1"/>
          </p:cNvPicPr>
          <p:nvPr/>
        </p:nvPicPr>
        <p:blipFill rotWithShape="1">
          <a:blip r:embed="rId2" cstate="email"/>
          <a:srcRect l="948" r="20849"/>
          <a:stretch>
            <a:fillRect/>
          </a:stretch>
        </p:blipFill>
        <p:spPr>
          <a:xfrm>
            <a:off x="628650" y="650692"/>
            <a:ext cx="7886700" cy="5556615"/>
          </a:xfrm>
          <a:prstGeom prst="rect">
            <a:avLst/>
          </a:prstGeom>
        </p:spPr>
      </p:pic>
      <p:sp>
        <p:nvSpPr>
          <p:cNvPr id="1048690" name="矩形 6"/>
          <p:cNvSpPr/>
          <p:nvPr/>
        </p:nvSpPr>
        <p:spPr>
          <a:xfrm>
            <a:off x="0" y="1466852"/>
            <a:ext cx="9144000" cy="3924299"/>
          </a:xfrm>
          <a:prstGeom prst="rect">
            <a:avLst/>
          </a:prstGeom>
          <a:solidFill>
            <a:srgbClr val="45B0C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1350" dirty="0">
              <a:latin typeface="+mj-ea"/>
              <a:ea typeface="+mj-ea"/>
            </a:endParaRPr>
          </a:p>
        </p:txBody>
      </p:sp>
      <p:sp>
        <p:nvSpPr>
          <p:cNvPr id="1048691" name="日期占位符 2"/>
          <p:cNvSpPr>
            <a:spLocks noGrp="1"/>
          </p:cNvSpPr>
          <p:nvPr>
            <p:ph type="dt" sz="half" idx="10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048692" name="页脚占位符 3"/>
          <p:cNvSpPr>
            <a:spLocks noGrp="1"/>
          </p:cNvSpPr>
          <p:nvPr>
            <p:ph type="ftr" sz="quarter" idx="11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endParaRPr lang="zh-CN" altLang="en-US"/>
          </a:p>
        </p:txBody>
      </p:sp>
      <p:sp>
        <p:nvSpPr>
          <p:cNvPr id="1048693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1048694" name="标题 1"/>
          <p:cNvSpPr>
            <a:spLocks noGrp="1"/>
          </p:cNvSpPr>
          <p:nvPr>
            <p:ph type="title" hasCustomPrompt="1"/>
          </p:nvPr>
        </p:nvSpPr>
        <p:spPr>
          <a:xfrm>
            <a:off x="2428874" y="1997612"/>
            <a:ext cx="4286251" cy="1614178"/>
          </a:xfrm>
        </p:spPr>
        <p:txBody>
          <a:bodyPr anchor="b">
            <a:noAutofit/>
          </a:bodyPr>
          <a:lstStyle>
            <a:lvl1pPr algn="ctr">
              <a:defRPr sz="6000" b="1">
                <a:solidFill>
                  <a:schemeClr val="bg1"/>
                </a:solidFill>
              </a:defRPr>
            </a:lvl1pPr>
          </a:lstStyle>
          <a:p>
            <a:r>
              <a:rPr lang="zh-CN" altLang="en-US" dirty="0"/>
              <a:t>编辑标题</a:t>
            </a:r>
            <a:endParaRPr lang="zh-CN" altLang="en-US" dirty="0"/>
          </a:p>
        </p:txBody>
      </p:sp>
      <p:sp>
        <p:nvSpPr>
          <p:cNvPr id="1048695" name="文本占位符 10"/>
          <p:cNvSpPr>
            <a:spLocks noGrp="1"/>
          </p:cNvSpPr>
          <p:nvPr>
            <p:ph type="body" sz="quarter" idx="13" hasCustomPrompt="1"/>
          </p:nvPr>
        </p:nvSpPr>
        <p:spPr>
          <a:xfrm>
            <a:off x="2428875" y="3790950"/>
            <a:ext cx="4286250" cy="1200150"/>
          </a:xfrm>
        </p:spPr>
        <p:txBody>
          <a:bodyPr>
            <a:normAutofit/>
          </a:bodyPr>
          <a:lstStyle>
            <a:lvl1pPr marL="0" indent="0" algn="ctr">
              <a:buNone/>
              <a:defRPr sz="2400">
                <a:solidFill>
                  <a:schemeClr val="bg1"/>
                </a:solidFill>
              </a:defRPr>
            </a:lvl1pPr>
            <a:lvl2pPr marL="342900" indent="0">
              <a:buNone/>
            </a:lvl2pPr>
            <a:lvl3pPr marL="685800" indent="0">
              <a:buNone/>
            </a:lvl3pPr>
            <a:lvl4pPr marL="1028700" indent="0">
              <a:buNone/>
            </a:lvl4pPr>
            <a:lvl5pPr marL="1371600" indent="0">
              <a:buNone/>
            </a:lvl5pPr>
          </a:lstStyle>
          <a:p>
            <a:pPr lvl="0"/>
            <a:r>
              <a:rPr lang="zh-CN" altLang="en-US" dirty="0"/>
              <a:t>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38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529" name="日期占位符 1"/>
          <p:cNvSpPr>
            <a:spLocks noGrp="1"/>
          </p:cNvSpPr>
          <p:nvPr>
            <p:ph type="dt" sz="half" idx="10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049530" name="页脚占位符 2"/>
          <p:cNvSpPr>
            <a:spLocks noGrp="1"/>
          </p:cNvSpPr>
          <p:nvPr>
            <p:ph type="ftr" sz="quarter" idx="11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endParaRPr lang="zh-CN" altLang="en-US"/>
          </a:p>
        </p:txBody>
      </p:sp>
      <p:sp>
        <p:nvSpPr>
          <p:cNvPr id="1049531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39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552" name="标题 1"/>
          <p:cNvSpPr>
            <a:spLocks noGrp="1"/>
          </p:cNvSpPr>
          <p:nvPr>
            <p:ph type="title" hasCustomPrompt="1"/>
          </p:nvPr>
        </p:nvSpPr>
        <p:spPr>
          <a:xfrm>
            <a:off x="629841" y="711200"/>
            <a:ext cx="3196800" cy="1600200"/>
          </a:xfrm>
        </p:spPr>
        <p:txBody>
          <a:bodyPr anchor="t" anchorCtr="0">
            <a:normAutofit/>
          </a:bodyPr>
          <a:lstStyle>
            <a:lvl1pPr>
              <a:defRPr sz="3200"/>
            </a:lvl1pPr>
          </a:lstStyle>
          <a:p>
            <a:r>
              <a:rPr lang="zh-CN" altLang="en-US"/>
              <a:t>单击此处编辑标题</a:t>
            </a:r>
            <a:endParaRPr lang="zh-CN" altLang="en-US" dirty="0"/>
          </a:p>
        </p:txBody>
      </p:sp>
      <p:sp>
        <p:nvSpPr>
          <p:cNvPr id="1049553" name="图片占位符 2"/>
          <p:cNvSpPr>
            <a:spLocks noGrp="1" noChangeAspect="1"/>
          </p:cNvSpPr>
          <p:nvPr>
            <p:ph type="pic" idx="1" hasCustomPrompt="1"/>
          </p:nvPr>
        </p:nvSpPr>
        <p:spPr>
          <a:xfrm>
            <a:off x="4014391" y="733425"/>
            <a:ext cx="4627800" cy="54036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zh-CN" altLang="en-US"/>
              <a:t>图片</a:t>
            </a:r>
            <a:endParaRPr lang="zh-CN" altLang="en-US" dirty="0"/>
          </a:p>
        </p:txBody>
      </p:sp>
      <p:sp>
        <p:nvSpPr>
          <p:cNvPr id="104955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311400"/>
            <a:ext cx="3196800" cy="3811588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1049555" name="日期占位符 4"/>
          <p:cNvSpPr>
            <a:spLocks noGrp="1"/>
          </p:cNvSpPr>
          <p:nvPr>
            <p:ph type="dt" sz="half" idx="10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1049556" name="页脚占位符 5"/>
          <p:cNvSpPr>
            <a:spLocks noGrp="1"/>
          </p:cNvSpPr>
          <p:nvPr>
            <p:ph type="ftr" sz="quarter" idx="11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endParaRPr lang="zh-CN" altLang="en-US" dirty="0"/>
          </a:p>
        </p:txBody>
      </p:sp>
      <p:sp>
        <p:nvSpPr>
          <p:cNvPr id="104955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39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537" name="竖排标题 1"/>
          <p:cNvSpPr>
            <a:spLocks noGrp="1"/>
          </p:cNvSpPr>
          <p:nvPr>
            <p:ph type="title" orient="vert"/>
          </p:nvPr>
        </p:nvSpPr>
        <p:spPr>
          <a:xfrm>
            <a:off x="7368363" y="365125"/>
            <a:ext cx="1146987" cy="5811838"/>
          </a:xfrm>
        </p:spPr>
        <p:txBody>
          <a:bodyPr vert="eaVert">
            <a:normAutofit/>
          </a:bodyPr>
          <a:lstStyle>
            <a:lvl1pPr>
              <a:defRPr sz="27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049538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6659969" cy="5811838"/>
          </a:xfrm>
        </p:spPr>
        <p:txBody>
          <a:bodyPr vert="eaVert"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1049539" name="日期占位符 3"/>
          <p:cNvSpPr>
            <a:spLocks noGrp="1"/>
          </p:cNvSpPr>
          <p:nvPr>
            <p:ph type="dt" sz="half" idx="10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049540" name="页脚占位符 4"/>
          <p:cNvSpPr>
            <a:spLocks noGrp="1"/>
          </p:cNvSpPr>
          <p:nvPr>
            <p:ph type="ftr" sz="quarter" idx="11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endParaRPr lang="zh-CN" altLang="en-US"/>
          </a:p>
        </p:txBody>
      </p:sp>
      <p:sp>
        <p:nvSpPr>
          <p:cNvPr id="1049541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39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542" name="日期占位符 2"/>
          <p:cNvSpPr>
            <a:spLocks noGrp="1"/>
          </p:cNvSpPr>
          <p:nvPr>
            <p:ph type="dt" sz="half" idx="10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049543" name="页脚占位符 3"/>
          <p:cNvSpPr>
            <a:spLocks noGrp="1"/>
          </p:cNvSpPr>
          <p:nvPr>
            <p:ph type="ftr" sz="quarter" idx="11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endParaRPr lang="zh-CN" altLang="en-US"/>
          </a:p>
        </p:txBody>
      </p:sp>
      <p:sp>
        <p:nvSpPr>
          <p:cNvPr id="1049544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1049545" name="内容占位符 6"/>
          <p:cNvSpPr>
            <a:spLocks noGrp="1"/>
          </p:cNvSpPr>
          <p:nvPr>
            <p:ph sz="quarter" idx="13"/>
          </p:nvPr>
        </p:nvSpPr>
        <p:spPr>
          <a:xfrm>
            <a:off x="628650" y="551544"/>
            <a:ext cx="7886700" cy="5558971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5" Type="http://schemas.openxmlformats.org/officeDocument/2006/relationships/theme" Target="../theme/theme1.xml"/><Relationship Id="rId14" Type="http://schemas.openxmlformats.org/officeDocument/2006/relationships/tags" Target="../tags/tag44.xml"/><Relationship Id="rId13" Type="http://schemas.openxmlformats.org/officeDocument/2006/relationships/tags" Target="../tags/tag43.xml"/><Relationship Id="rId12" Type="http://schemas.openxmlformats.org/officeDocument/2006/relationships/tags" Target="../tags/tag4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0.xml"/><Relationship Id="rId8" Type="http://schemas.openxmlformats.org/officeDocument/2006/relationships/slideLayout" Target="../slideLayouts/slideLayout19.xml"/><Relationship Id="rId7" Type="http://schemas.openxmlformats.org/officeDocument/2006/relationships/slideLayout" Target="../slideLayouts/slideLayout18.xml"/><Relationship Id="rId6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Relationship Id="rId3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3.xml"/><Relationship Id="rId14" Type="http://schemas.openxmlformats.org/officeDocument/2006/relationships/theme" Target="../theme/theme2.xml"/><Relationship Id="rId13" Type="http://schemas.openxmlformats.org/officeDocument/2006/relationships/tags" Target="../tags/tag47.xml"/><Relationship Id="rId12" Type="http://schemas.openxmlformats.org/officeDocument/2006/relationships/tags" Target="../tags/tag46.xml"/><Relationship Id="rId11" Type="http://schemas.openxmlformats.org/officeDocument/2006/relationships/tags" Target="../tags/tag45.xml"/><Relationship Id="rId10" Type="http://schemas.openxmlformats.org/officeDocument/2006/relationships/slideLayout" Target="../slideLayouts/slideLayout21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1">
                <a:lumMod val="5000"/>
                <a:lumOff val="95000"/>
              </a:schemeClr>
            </a:gs>
            <a:gs pos="100000">
              <a:schemeClr val="accent1">
                <a:lumMod val="20000"/>
                <a:lumOff val="80000"/>
              </a:schemeClr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7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76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28650" y="365126"/>
            <a:ext cx="7886700" cy="98954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p>
            <a:r>
              <a:rPr lang="zh-CN" altLang="en-US" dirty="0" smtClean="0"/>
              <a:t>单击此处编辑母版标题样式</a:t>
            </a:r>
            <a:endParaRPr lang="zh-CN" altLang="en-US" dirty="0"/>
          </a:p>
        </p:txBody>
      </p:sp>
      <p:sp>
        <p:nvSpPr>
          <p:cNvPr id="1048577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28650" y="1490133"/>
            <a:ext cx="7886700" cy="468683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p>
            <a:pPr lvl="0"/>
            <a:r>
              <a:rPr lang="zh-CN" altLang="en-US" dirty="0" smtClean="0"/>
              <a:t>单击此处编辑母版文本样式</a:t>
            </a:r>
            <a:endParaRPr lang="zh-CN" altLang="en-US" dirty="0" smtClean="0"/>
          </a:p>
          <a:p>
            <a:pPr lvl="1"/>
            <a:r>
              <a:rPr lang="zh-CN" altLang="en-US" dirty="0" smtClean="0"/>
              <a:t>第二级</a:t>
            </a:r>
            <a:endParaRPr lang="zh-CN" altLang="en-US" dirty="0" smtClean="0"/>
          </a:p>
          <a:p>
            <a:pPr lvl="2"/>
            <a:r>
              <a:rPr lang="zh-CN" altLang="en-US" dirty="0" smtClean="0"/>
              <a:t>第三级</a:t>
            </a:r>
            <a:endParaRPr lang="zh-CN" altLang="en-US" dirty="0" smtClean="0"/>
          </a:p>
          <a:p>
            <a:pPr lvl="3"/>
            <a:r>
              <a:rPr lang="zh-CN" altLang="en-US" dirty="0" smtClean="0"/>
              <a:t>第四级</a:t>
            </a:r>
            <a:endParaRPr lang="zh-CN" altLang="en-US" dirty="0" smtClean="0"/>
          </a:p>
          <a:p>
            <a:pPr lvl="4"/>
            <a:r>
              <a:rPr lang="zh-CN" altLang="en-US" dirty="0" smtClean="0"/>
              <a:t>第五级</a:t>
            </a:r>
            <a:endParaRPr lang="zh-CN" altLang="en-US" dirty="0"/>
          </a:p>
        </p:txBody>
      </p:sp>
      <p:sp>
        <p:nvSpPr>
          <p:cNvPr id="1048578" name="日期占位符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180C721-00F0-49A5-8986-DFDB39C600B4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1048579" name="页脚占位符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1048580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8C8E5C5-05D3-4171-9F3F-370131363719}" type="slidenum">
              <a:rPr lang="zh-CN" altLang="en-US" smtClean="0"/>
            </a:fld>
            <a:endParaRPr lang="zh-CN" altLang="en-US"/>
          </a:p>
        </p:txBody>
      </p:sp>
      <p:sp>
        <p:nvSpPr>
          <p:cNvPr id="1048581" name="KSO_TEMPLATE" hidden="1"/>
          <p:cNvSpPr/>
          <p:nvPr>
            <p:custDataLst>
              <p:tags r:id="rId14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685800" rtl="0" eaLnBrk="1" latinLnBrk="0" hangingPunct="1">
        <a:lnSpc>
          <a:spcPct val="120000"/>
        </a:lnSpc>
        <a:spcBef>
          <a:spcPct val="0"/>
        </a:spcBef>
        <a:buNone/>
        <a:defRPr sz="3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120000"/>
        </a:lnSpc>
        <a:spcBef>
          <a:spcPts val="75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120000"/>
        </a:lnSpc>
        <a:spcBef>
          <a:spcPts val="375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12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12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12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2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51" name="标题占位符 1"/>
          <p:cNvSpPr>
            <a:spLocks noGrp="1"/>
          </p:cNvSpPr>
          <p:nvPr>
            <p:ph type="title"/>
            <p:custDataLst>
              <p:tags r:id="rId11"/>
            </p:custDataLst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1048652" name="文本占位符 2"/>
          <p:cNvSpPr>
            <a:spLocks noGrp="1"/>
          </p:cNvSpPr>
          <p:nvPr>
            <p:ph type="body" idx="1"/>
            <p:custDataLst>
              <p:tags r:id="rId12"/>
            </p:custDataLst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1048653" name="日期占位符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048654" name="页脚占位符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1048655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1048656" name="KSO_TEMPLATE" hidden="1"/>
          <p:cNvSpPr/>
          <p:nvPr>
            <p:custDataLst>
              <p:tags r:id="rId13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.xml"/><Relationship Id="rId4" Type="http://schemas.openxmlformats.org/officeDocument/2006/relationships/slideLayout" Target="../slideLayouts/slideLayout12.xml"/><Relationship Id="rId3" Type="http://schemas.openxmlformats.org/officeDocument/2006/relationships/tags" Target="../tags/tag50.xml"/><Relationship Id="rId2" Type="http://schemas.openxmlformats.org/officeDocument/2006/relationships/tags" Target="../tags/tag49.xml"/><Relationship Id="rId1" Type="http://schemas.openxmlformats.org/officeDocument/2006/relationships/tags" Target="../tags/tag48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2.xml"/><Relationship Id="rId1" Type="http://schemas.openxmlformats.org/officeDocument/2006/relationships/tags" Target="../tags/tag5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5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53.xml"/></Relationships>
</file>

<file path=ppt/slides/_rels/slide5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5.xml"/><Relationship Id="rId4" Type="http://schemas.openxmlformats.org/officeDocument/2006/relationships/slideLayout" Target="../slideLayouts/slideLayout2.xml"/><Relationship Id="rId3" Type="http://schemas.openxmlformats.org/officeDocument/2006/relationships/tags" Target="../tags/tag55.xml"/><Relationship Id="rId2" Type="http://schemas.openxmlformats.org/officeDocument/2006/relationships/image" Target="../media/image2.png"/><Relationship Id="rId1" Type="http://schemas.openxmlformats.org/officeDocument/2006/relationships/tags" Target="../tags/tag5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17.xml"/><Relationship Id="rId1" Type="http://schemas.openxmlformats.org/officeDocument/2006/relationships/tags" Target="../tags/tag5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5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58.xml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9.xml"/><Relationship Id="rId3" Type="http://schemas.openxmlformats.org/officeDocument/2006/relationships/slideLayout" Target="../slideLayouts/slideLayout11.xml"/><Relationship Id="rId2" Type="http://schemas.openxmlformats.org/officeDocument/2006/relationships/tags" Target="../tags/tag59.xml"/><Relationship Id="rId1" Type="http://schemas.openxmlformats.org/officeDocument/2006/relationships/image" Target="../media/image3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60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6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4.xml"/><Relationship Id="rId1" Type="http://schemas.openxmlformats.org/officeDocument/2006/relationships/tags" Target="../tags/tag62.xml"/></Relationships>
</file>

<file path=ppt/slides/_rels/slide13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3.xml"/><Relationship Id="rId5" Type="http://schemas.openxmlformats.org/officeDocument/2006/relationships/vmlDrawing" Target="../drawings/vmlDrawing1.vml"/><Relationship Id="rId4" Type="http://schemas.openxmlformats.org/officeDocument/2006/relationships/slideLayout" Target="../slideLayouts/slideLayout2.xml"/><Relationship Id="rId3" Type="http://schemas.openxmlformats.org/officeDocument/2006/relationships/tags" Target="../tags/tag63.xml"/><Relationship Id="rId2" Type="http://schemas.openxmlformats.org/officeDocument/2006/relationships/image" Target="../media/image4.emf"/><Relationship Id="rId1" Type="http://schemas.openxmlformats.org/officeDocument/2006/relationships/oleObject" Target="../embeddings/oleObject1.bin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4.xml"/><Relationship Id="rId2" Type="http://schemas.openxmlformats.org/officeDocument/2006/relationships/slideLayout" Target="../slideLayouts/slideLayout14.xml"/><Relationship Id="rId1" Type="http://schemas.openxmlformats.org/officeDocument/2006/relationships/tags" Target="../tags/tag64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5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65.xml"/></Relationships>
</file>

<file path=ppt/slides/_rels/slide16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6.xml"/><Relationship Id="rId4" Type="http://schemas.openxmlformats.org/officeDocument/2006/relationships/slideLayout" Target="../slideLayouts/slideLayout2.xml"/><Relationship Id="rId3" Type="http://schemas.openxmlformats.org/officeDocument/2006/relationships/tags" Target="../tags/tag66.xml"/><Relationship Id="rId2" Type="http://schemas.openxmlformats.org/officeDocument/2006/relationships/slide" Target="slide50.xml"/><Relationship Id="rId1" Type="http://schemas.openxmlformats.org/officeDocument/2006/relationships/slide" Target="slide3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7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6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8.xml"/><Relationship Id="rId2" Type="http://schemas.openxmlformats.org/officeDocument/2006/relationships/slideLayout" Target="../slideLayouts/slideLayout4.xml"/><Relationship Id="rId1" Type="http://schemas.openxmlformats.org/officeDocument/2006/relationships/tags" Target="../tags/tag68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9.xml"/><Relationship Id="rId2" Type="http://schemas.openxmlformats.org/officeDocument/2006/relationships/slideLayout" Target="../slideLayouts/slideLayout4.xml"/><Relationship Id="rId1" Type="http://schemas.openxmlformats.org/officeDocument/2006/relationships/tags" Target="../tags/tag69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0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70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1.xml"/><Relationship Id="rId2" Type="http://schemas.openxmlformats.org/officeDocument/2006/relationships/slideLayout" Target="../slideLayouts/slideLayout4.xml"/><Relationship Id="rId1" Type="http://schemas.openxmlformats.org/officeDocument/2006/relationships/tags" Target="../tags/tag7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2.xml"/><Relationship Id="rId2" Type="http://schemas.openxmlformats.org/officeDocument/2006/relationships/slideLayout" Target="../slideLayouts/slideLayout4.xml"/><Relationship Id="rId1" Type="http://schemas.openxmlformats.org/officeDocument/2006/relationships/tags" Target="../tags/tag72.xml"/></Relationships>
</file>

<file path=ppt/slides/_rels/slide2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3.xml"/><Relationship Id="rId3" Type="http://schemas.openxmlformats.org/officeDocument/2006/relationships/slideLayout" Target="../slideLayouts/slideLayout14.xml"/><Relationship Id="rId2" Type="http://schemas.openxmlformats.org/officeDocument/2006/relationships/themeOverride" Target="../theme/themeOverride1.xml"/><Relationship Id="rId1" Type="http://schemas.openxmlformats.org/officeDocument/2006/relationships/tags" Target="../tags/tag73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4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74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5.xml"/><Relationship Id="rId2" Type="http://schemas.openxmlformats.org/officeDocument/2006/relationships/slideLayout" Target="../slideLayouts/slideLayout5.xml"/><Relationship Id="rId1" Type="http://schemas.openxmlformats.org/officeDocument/2006/relationships/tags" Target="../tags/tag75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6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76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7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77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8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78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79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9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80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0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81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1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8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2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83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3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84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4.xml"/><Relationship Id="rId2" Type="http://schemas.openxmlformats.org/officeDocument/2006/relationships/slideLayout" Target="../slideLayouts/slideLayout5.xml"/><Relationship Id="rId1" Type="http://schemas.openxmlformats.org/officeDocument/2006/relationships/tags" Target="../tags/tag85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5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86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6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87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7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88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8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89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9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90.xml"/></Relationships>
</file>

<file path=ppt/slides/_rels/slide41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40.xml"/><Relationship Id="rId5" Type="http://schemas.openxmlformats.org/officeDocument/2006/relationships/vmlDrawing" Target="../drawings/vmlDrawing2.vml"/><Relationship Id="rId4" Type="http://schemas.openxmlformats.org/officeDocument/2006/relationships/slideLayout" Target="../slideLayouts/slideLayout2.xml"/><Relationship Id="rId3" Type="http://schemas.openxmlformats.org/officeDocument/2006/relationships/tags" Target="../tags/tag91.xml"/><Relationship Id="rId2" Type="http://schemas.openxmlformats.org/officeDocument/2006/relationships/image" Target="../media/image5.wmf"/><Relationship Id="rId1" Type="http://schemas.openxmlformats.org/officeDocument/2006/relationships/oleObject" Target="../embeddings/oleObject2.bin"/></Relationships>
</file>

<file path=ppt/slides/_rels/slide42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41.xml"/><Relationship Id="rId5" Type="http://schemas.openxmlformats.org/officeDocument/2006/relationships/vmlDrawing" Target="../drawings/vmlDrawing3.vml"/><Relationship Id="rId4" Type="http://schemas.openxmlformats.org/officeDocument/2006/relationships/slideLayout" Target="../slideLayouts/slideLayout2.xml"/><Relationship Id="rId3" Type="http://schemas.openxmlformats.org/officeDocument/2006/relationships/tags" Target="../tags/tag92.xml"/><Relationship Id="rId2" Type="http://schemas.openxmlformats.org/officeDocument/2006/relationships/image" Target="../media/image6.wmf"/><Relationship Id="rId1" Type="http://schemas.openxmlformats.org/officeDocument/2006/relationships/oleObject" Target="../embeddings/oleObject3.bin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2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93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3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94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4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95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5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96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6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97.xml"/></Relationships>
</file>

<file path=ppt/slides/_rels/slide48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47.xml"/><Relationship Id="rId7" Type="http://schemas.openxmlformats.org/officeDocument/2006/relationships/vmlDrawing" Target="../drawings/vmlDrawing4.vml"/><Relationship Id="rId6" Type="http://schemas.openxmlformats.org/officeDocument/2006/relationships/slideLayout" Target="../slideLayouts/slideLayout2.xml"/><Relationship Id="rId5" Type="http://schemas.openxmlformats.org/officeDocument/2006/relationships/tags" Target="../tags/tag98.xml"/><Relationship Id="rId4" Type="http://schemas.openxmlformats.org/officeDocument/2006/relationships/image" Target="../media/image8.wmf"/><Relationship Id="rId3" Type="http://schemas.openxmlformats.org/officeDocument/2006/relationships/oleObject" Target="../embeddings/oleObject5.bin"/><Relationship Id="rId2" Type="http://schemas.openxmlformats.org/officeDocument/2006/relationships/image" Target="../media/image7.wmf"/><Relationship Id="rId1" Type="http://schemas.openxmlformats.org/officeDocument/2006/relationships/oleObject" Target="../embeddings/oleObject4.bin"/></Relationships>
</file>

<file path=ppt/slides/_rels/slide49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48.xml"/><Relationship Id="rId3" Type="http://schemas.openxmlformats.org/officeDocument/2006/relationships/slideLayout" Target="../slideLayouts/slideLayout14.xml"/><Relationship Id="rId2" Type="http://schemas.openxmlformats.org/officeDocument/2006/relationships/themeOverride" Target="../theme/themeOverride2.xml"/><Relationship Id="rId1" Type="http://schemas.openxmlformats.org/officeDocument/2006/relationships/tags" Target="../tags/tag99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9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00.xml"/></Relationships>
</file>

<file path=ppt/slides/_rels/slide5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50.xml"/><Relationship Id="rId3" Type="http://schemas.openxmlformats.org/officeDocument/2006/relationships/slideLayout" Target="../slideLayouts/slideLayout2.xml"/><Relationship Id="rId2" Type="http://schemas.openxmlformats.org/officeDocument/2006/relationships/tags" Target="../tags/tag101.xml"/><Relationship Id="rId1" Type="http://schemas.openxmlformats.org/officeDocument/2006/relationships/image" Target="../media/image9.png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1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02.xml"/></Relationships>
</file>

<file path=ppt/slides/_rels/slide5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52.xml"/><Relationship Id="rId3" Type="http://schemas.openxmlformats.org/officeDocument/2006/relationships/slideLayout" Target="../slideLayouts/slideLayout2.xml"/><Relationship Id="rId2" Type="http://schemas.openxmlformats.org/officeDocument/2006/relationships/tags" Target="../tags/tag104.xml"/><Relationship Id="rId1" Type="http://schemas.openxmlformats.org/officeDocument/2006/relationships/tags" Target="../tags/tag103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3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05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4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06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5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07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6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08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7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09.xml"/></Relationships>
</file>

<file path=ppt/slides/_rels/slide59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58.xml"/><Relationship Id="rId5" Type="http://schemas.openxmlformats.org/officeDocument/2006/relationships/vmlDrawing" Target="../drawings/vmlDrawing5.vml"/><Relationship Id="rId4" Type="http://schemas.openxmlformats.org/officeDocument/2006/relationships/slideLayout" Target="../slideLayouts/slideLayout2.xml"/><Relationship Id="rId3" Type="http://schemas.openxmlformats.org/officeDocument/2006/relationships/tags" Target="../tags/tag110.xml"/><Relationship Id="rId2" Type="http://schemas.openxmlformats.org/officeDocument/2006/relationships/image" Target="../media/image10.wmf"/><Relationship Id="rId1" Type="http://schemas.openxmlformats.org/officeDocument/2006/relationships/oleObject" Target="../embeddings/oleObject6.bin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9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11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0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12.xm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1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13.xml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2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14.xml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3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15.xml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4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16.xml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5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17.xml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6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18.xml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7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19.xml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8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20.xml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9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21.xml"/></Relationships>
</file>

<file path=ppt/slides/_rels/slide7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70.xml"/><Relationship Id="rId3" Type="http://schemas.openxmlformats.org/officeDocument/2006/relationships/slideLayout" Target="../slideLayouts/slideLayout14.xml"/><Relationship Id="rId2" Type="http://schemas.openxmlformats.org/officeDocument/2006/relationships/themeOverride" Target="../theme/themeOverride3.xml"/><Relationship Id="rId1" Type="http://schemas.openxmlformats.org/officeDocument/2006/relationships/tags" Target="../tags/tag122.xml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1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23.xml"/></Relationships>
</file>

<file path=ppt/slides/_rels/slide73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72.xml"/><Relationship Id="rId6" Type="http://schemas.openxmlformats.org/officeDocument/2006/relationships/vmlDrawing" Target="../drawings/vmlDrawing6.vml"/><Relationship Id="rId5" Type="http://schemas.openxmlformats.org/officeDocument/2006/relationships/slideLayout" Target="../slideLayouts/slideLayout7.xml"/><Relationship Id="rId4" Type="http://schemas.openxmlformats.org/officeDocument/2006/relationships/tags" Target="../tags/tag124.xml"/><Relationship Id="rId3" Type="http://schemas.openxmlformats.org/officeDocument/2006/relationships/image" Target="../media/image12.jpeg"/><Relationship Id="rId2" Type="http://schemas.openxmlformats.org/officeDocument/2006/relationships/image" Target="../media/image11.wmf"/><Relationship Id="rId1" Type="http://schemas.openxmlformats.org/officeDocument/2006/relationships/oleObject" Target="../embeddings/oleObject7.bin"/></Relationships>
</file>

<file path=ppt/slides/_rels/slide7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73.xml"/><Relationship Id="rId3" Type="http://schemas.openxmlformats.org/officeDocument/2006/relationships/slideLayout" Target="../slideLayouts/slideLayout7.xml"/><Relationship Id="rId2" Type="http://schemas.openxmlformats.org/officeDocument/2006/relationships/tags" Target="../tags/tag125.xml"/><Relationship Id="rId1" Type="http://schemas.openxmlformats.org/officeDocument/2006/relationships/image" Target="../media/image12.jpeg"/></Relationships>
</file>

<file path=ppt/slides/_rels/slide7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74.xml"/><Relationship Id="rId3" Type="http://schemas.openxmlformats.org/officeDocument/2006/relationships/slideLayout" Target="../slideLayouts/slideLayout7.xml"/><Relationship Id="rId2" Type="http://schemas.openxmlformats.org/officeDocument/2006/relationships/tags" Target="../tags/tag126.xml"/><Relationship Id="rId1" Type="http://schemas.openxmlformats.org/officeDocument/2006/relationships/image" Target="../media/image12.jpeg"/></Relationships>
</file>

<file path=ppt/slides/_rels/slide76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75.xml"/><Relationship Id="rId3" Type="http://schemas.openxmlformats.org/officeDocument/2006/relationships/slideLayout" Target="../slideLayouts/slideLayout7.xml"/><Relationship Id="rId2" Type="http://schemas.openxmlformats.org/officeDocument/2006/relationships/tags" Target="../tags/tag127.xml"/><Relationship Id="rId1" Type="http://schemas.openxmlformats.org/officeDocument/2006/relationships/image" Target="../media/image12.jpeg"/></Relationships>
</file>

<file path=ppt/slides/_rels/slide77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76.xml"/><Relationship Id="rId4" Type="http://schemas.openxmlformats.org/officeDocument/2006/relationships/slideLayout" Target="../slideLayouts/slideLayout7.xml"/><Relationship Id="rId3" Type="http://schemas.openxmlformats.org/officeDocument/2006/relationships/tags" Target="../tags/tag128.xml"/><Relationship Id="rId2" Type="http://schemas.openxmlformats.org/officeDocument/2006/relationships/image" Target="../media/image14.jpeg"/><Relationship Id="rId1" Type="http://schemas.openxmlformats.org/officeDocument/2006/relationships/image" Target="../media/image13.jpeg"/></Relationships>
</file>

<file path=ppt/slides/_rels/slide78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77.xml"/><Relationship Id="rId3" Type="http://schemas.openxmlformats.org/officeDocument/2006/relationships/slideLayout" Target="../slideLayouts/slideLayout14.xml"/><Relationship Id="rId2" Type="http://schemas.openxmlformats.org/officeDocument/2006/relationships/themeOverride" Target="../theme/themeOverride4.xml"/><Relationship Id="rId1" Type="http://schemas.openxmlformats.org/officeDocument/2006/relationships/tags" Target="../tags/tag129.xml"/></Relationships>
</file>

<file path=ppt/slides/_rels/slide7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8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30.xml"/></Relationships>
</file>

<file path=ppt/slides/_rels/slide80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79.xml"/><Relationship Id="rId3" Type="http://schemas.openxmlformats.org/officeDocument/2006/relationships/slideLayout" Target="../slideLayouts/slideLayout2.xml"/><Relationship Id="rId2" Type="http://schemas.openxmlformats.org/officeDocument/2006/relationships/tags" Target="../tags/tag131.xml"/><Relationship Id="rId1" Type="http://schemas.openxmlformats.org/officeDocument/2006/relationships/image" Target="../media/image15.png"/></Relationships>
</file>

<file path=ppt/slides/_rels/slide8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80.xml"/><Relationship Id="rId3" Type="http://schemas.openxmlformats.org/officeDocument/2006/relationships/slideLayout" Target="../slideLayouts/slideLayout2.xml"/><Relationship Id="rId2" Type="http://schemas.openxmlformats.org/officeDocument/2006/relationships/tags" Target="../tags/tag132.xml"/><Relationship Id="rId1" Type="http://schemas.openxmlformats.org/officeDocument/2006/relationships/image" Target="../media/image16.png"/></Relationships>
</file>

<file path=ppt/slides/_rels/slide8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1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33.xml"/></Relationships>
</file>

<file path=ppt/slides/_rels/slide8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2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34.xml"/></Relationships>
</file>

<file path=ppt/slides/_rels/slide8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3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35.xml"/></Relationships>
</file>

<file path=ppt/slides/_rels/slide8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4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13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3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63" name="标题 10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>
          <a:xfrm>
            <a:off x="1143000" y="2609849"/>
            <a:ext cx="6858000" cy="1104902"/>
          </a:xfrm>
        </p:spPr>
        <p:txBody>
          <a:bodyPr/>
          <a:p>
            <a:pPr>
              <a:lnSpc>
                <a:spcPct val="120000"/>
              </a:lnSpc>
              <a:spcAft>
                <a:spcPts val="0"/>
              </a:spcAft>
            </a:pPr>
            <a:r>
              <a:rPr lang="zh-CN" altLang="en-US" dirty="0" smtClean="0"/>
              <a:t>数 据 结 构</a:t>
            </a:r>
            <a:endParaRPr lang="zh-CN" altLang="en-US" dirty="0" smtClean="0"/>
          </a:p>
        </p:txBody>
      </p:sp>
      <p:sp>
        <p:nvSpPr>
          <p:cNvPr id="1048664" name="副标题 11"/>
          <p:cNvSpPr>
            <a:spLocks noGrp="1"/>
          </p:cNvSpPr>
          <p:nvPr>
            <p:ph type="subTitle" idx="1"/>
            <p:custDataLst>
              <p:tags r:id="rId2"/>
            </p:custDataLst>
          </p:nvPr>
        </p:nvSpPr>
        <p:spPr/>
        <p:txBody>
          <a:bodyPr/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mtClean="0">
                <a:sym typeface="+mn-lt"/>
              </a:rPr>
              <a:t>软件学院  刘明铭</a:t>
            </a:r>
            <a:endParaRPr lang="zh-CN" altLang="en-US" smtClean="0">
              <a:sym typeface="+mn-lt"/>
            </a:endParaRPr>
          </a:p>
        </p:txBody>
      </p:sp>
    </p:spTree>
    <p:custDataLst>
      <p:tags r:id="rId3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700"/>
    </mc:Choice>
    <mc:Fallback>
      <p:transition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4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68" name="矩形 3"/>
          <p:cNvSpPr>
            <a:spLocks noChangeArrowheads="1"/>
          </p:cNvSpPr>
          <p:nvPr/>
        </p:nvSpPr>
        <p:spPr bwMode="auto">
          <a:xfrm>
            <a:off x="654135" y="2985711"/>
            <a:ext cx="2951480" cy="114808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p>
            <a:pPr>
              <a:spcAft>
                <a:spcPts val="0"/>
              </a:spcAft>
            </a:pPr>
            <a:r>
              <a:rPr lang="zh-CN" altLang="en-US" sz="5145" b="1" spc="3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课程说明</a:t>
            </a:r>
            <a:endParaRPr lang="zh-CN" altLang="en-US" sz="5145" b="1" spc="3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  <a:p>
            <a:pPr>
              <a:spcBef>
                <a:spcPts val="0"/>
              </a:spcBef>
            </a:pPr>
            <a:r>
              <a:rPr lang="zh-CN" altLang="en-US" sz="1715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课程安排及学时分配</a:t>
            </a:r>
            <a:endParaRPr lang="zh-CN" altLang="en-US" sz="1715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700"/>
    </mc:Choice>
    <mc:Fallback>
      <p:transition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4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72" name="标题 1"/>
          <p:cNvSpPr>
            <a:spLocks noGrp="1" noChangeArrowheads="1"/>
          </p:cNvSpPr>
          <p:nvPr>
            <p:ph type="title"/>
          </p:nvPr>
        </p:nvSpPr>
        <p:spPr/>
        <p:txBody>
          <a:bodyPr/>
          <a:p>
            <a:pPr>
              <a:spcAft>
                <a:spcPts val="0"/>
              </a:spcAft>
            </a:pP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课程安排</a:t>
            </a:r>
            <a:endParaRPr lang="zh-CN" altLang="en-US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48673" name="内容占位符 2"/>
          <p:cNvSpPr>
            <a:spLocks noGrp="1" noChangeArrowheads="1"/>
          </p:cNvSpPr>
          <p:nvPr>
            <p:ph idx="1"/>
          </p:nvPr>
        </p:nvSpPr>
        <p:spPr>
          <a:xfrm>
            <a:off x="342902" y="1489788"/>
            <a:ext cx="8653953" cy="5067464"/>
          </a:xfrm>
        </p:spPr>
        <p:txBody>
          <a:bodyPr>
            <a:normAutofit fontScale="92500"/>
          </a:bodyPr>
          <a:p>
            <a:pPr>
              <a:spcAft>
                <a:spcPts val="0"/>
              </a:spcAft>
            </a:pP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成绩比例</a:t>
            </a:r>
            <a:endParaRPr lang="en-US" altLang="zh-CN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spcBef>
                <a:spcPts val="375"/>
              </a:spcBef>
              <a:spcAft>
                <a:spcPts val="0"/>
              </a:spcAft>
            </a:pP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期末笔试成绩（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60%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endParaRPr lang="en-US" altLang="zh-CN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spcBef>
                <a:spcPts val="375"/>
              </a:spcBef>
              <a:spcAft>
                <a:spcPts val="0"/>
              </a:spcAft>
            </a:pP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上机成绩（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15%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endParaRPr lang="zh-CN" altLang="en-US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2">
              <a:spcBef>
                <a:spcPts val="375"/>
              </a:spcBef>
              <a:spcAft>
                <a:spcPts val="0"/>
              </a:spcAft>
            </a:pP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http://10.134.1.2，账号：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nkcs</a:t>
            </a:r>
            <a:r>
              <a:rPr lang="en-US" altLang="zh-CN" dirty="0" smtClean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[</a:t>
            </a:r>
            <a:r>
              <a:rPr lang="zh-CN" altLang="en-US" dirty="0" smtClean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学号</a:t>
            </a:r>
            <a:r>
              <a:rPr lang="en-US" altLang="zh-CN" dirty="0" smtClean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]</a:t>
            </a:r>
            <a:r>
              <a:rPr lang="zh-CN" altLang="en-US" dirty="0" smtClean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默认密码：</a:t>
            </a:r>
            <a:r>
              <a:rPr lang="zh-CN" altLang="en-US" dirty="0" smtClean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nkuojpw123</a:t>
            </a:r>
            <a:endParaRPr lang="zh-CN" altLang="en-US" dirty="0" smtClean="0">
              <a:solidFill>
                <a:srgbClr val="00B0F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spcBef>
                <a:spcPts val="375"/>
              </a:spcBef>
              <a:spcAft>
                <a:spcPts val="0"/>
              </a:spcAft>
            </a:pP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平时成绩（包括出勤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5%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、课堂检测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[</a:t>
            </a:r>
            <a:r>
              <a:rPr lang="zh-CN" altLang="zh-CN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雨课堂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]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、作业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报告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[OJ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]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等，共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25%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endParaRPr lang="en-US" altLang="zh-CN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spcBef>
                <a:spcPts val="750"/>
              </a:spcBef>
              <a:spcAft>
                <a:spcPts val="0"/>
              </a:spcAft>
            </a:pP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教材</a:t>
            </a:r>
            <a:endParaRPr lang="en-US" altLang="zh-CN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spcBef>
                <a:spcPts val="375"/>
              </a:spcBef>
              <a:spcAft>
                <a:spcPts val="0"/>
              </a:spcAft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数据结构、算法与应用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----C++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语言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描述    </a:t>
            </a:r>
            <a:r>
              <a:rPr lang="en-US" altLang="zh-CN" dirty="0" err="1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Sartaj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dirty="0" err="1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Sahni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著</a:t>
            </a:r>
            <a:endParaRPr lang="en-US" altLang="zh-CN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spcBef>
                <a:spcPts val="750"/>
              </a:spcBef>
              <a:spcAft>
                <a:spcPts val="0"/>
              </a:spcAft>
            </a:pP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参考教材</a:t>
            </a:r>
            <a:endParaRPr lang="en-US" altLang="zh-CN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spcBef>
                <a:spcPts val="375"/>
              </a:spcBef>
              <a:spcAft>
                <a:spcPts val="0"/>
              </a:spcAft>
            </a:pPr>
            <a:r>
              <a:rPr lang="zh-CN" altLang="en-US" dirty="0" smtClean="0"/>
              <a:t>数据结构（</a:t>
            </a:r>
            <a:r>
              <a:rPr lang="en-US" altLang="zh-CN" dirty="0" smtClean="0"/>
              <a:t>C++</a:t>
            </a:r>
            <a:r>
              <a:rPr lang="zh-CN" altLang="en-US" dirty="0" smtClean="0"/>
              <a:t>语言版）（第三版）                     邓俊辉</a:t>
            </a:r>
            <a:r>
              <a:rPr lang="zh-CN" altLang="en-US" dirty="0" smtClean="0">
                <a:sym typeface="+mn-ea"/>
              </a:rPr>
              <a:t>著</a:t>
            </a:r>
            <a:endParaRPr lang="zh-CN" altLang="en-US" dirty="0" smtClean="0"/>
          </a:p>
          <a:p>
            <a:pPr lvl="1">
              <a:spcBef>
                <a:spcPts val="375"/>
              </a:spcBef>
              <a:spcAft>
                <a:spcPts val="0"/>
              </a:spcAft>
            </a:pPr>
            <a:r>
              <a:rPr lang="zh-CN" altLang="en-US" dirty="0" smtClean="0"/>
              <a:t>数据结构与算法分析</a:t>
            </a:r>
            <a:r>
              <a:rPr lang="en-US" altLang="zh-CN" dirty="0" smtClean="0"/>
              <a:t>-c</a:t>
            </a:r>
            <a:r>
              <a:rPr lang="zh-CN" altLang="en-US" dirty="0" smtClean="0"/>
              <a:t>语言描述            </a:t>
            </a:r>
            <a:r>
              <a:rPr lang="en-US" altLang="zh-CN" dirty="0" smtClean="0"/>
              <a:t>Mark Allen Weiss</a:t>
            </a:r>
            <a:r>
              <a:rPr lang="zh-CN" altLang="en-US" dirty="0" smtClean="0"/>
              <a:t>著</a:t>
            </a:r>
            <a:endParaRPr lang="en-US" altLang="zh-CN" dirty="0" smtClean="0"/>
          </a:p>
          <a:p>
            <a:pPr lvl="1">
              <a:spcBef>
                <a:spcPts val="375"/>
              </a:spcBef>
              <a:spcAft>
                <a:spcPts val="0"/>
              </a:spcAft>
            </a:pPr>
            <a:r>
              <a:rPr lang="zh-CN" altLang="en-US" dirty="0" smtClean="0"/>
              <a:t>数据结构</a:t>
            </a:r>
            <a:r>
              <a:rPr lang="zh-CN" altLang="en-US" dirty="0"/>
              <a:t>（</a:t>
            </a:r>
            <a:r>
              <a:rPr lang="en-US" altLang="zh-CN" dirty="0"/>
              <a:t>C</a:t>
            </a:r>
            <a:r>
              <a:rPr lang="zh-CN" altLang="en-US" dirty="0"/>
              <a:t>语言版 第</a:t>
            </a:r>
            <a:r>
              <a:rPr lang="en-US" altLang="zh-CN" dirty="0"/>
              <a:t>2</a:t>
            </a:r>
            <a:r>
              <a:rPr lang="zh-CN" altLang="en-US" dirty="0"/>
              <a:t>版），严蔚敏，李冬梅，吴伟民 </a:t>
            </a:r>
            <a:r>
              <a:rPr lang="zh-CN" altLang="en-US" dirty="0" smtClean="0"/>
              <a:t>著</a:t>
            </a:r>
            <a:endParaRPr lang="en-US" altLang="zh-CN" dirty="0" smtClean="0"/>
          </a:p>
          <a:p>
            <a:pPr lvl="1">
              <a:spcBef>
                <a:spcPts val="375"/>
              </a:spcBef>
            </a:pP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大话数据结构                                                        程杰 著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zh-CN" altLang="en-US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48674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rtl="0">
              <a:spcAft>
                <a:spcPts val="0"/>
              </a:spcAft>
            </a:pPr>
            <a:fld id="{71B7BAC7-FE87-40F6-AA24-4F4685D1B022}" type="slidenum">
              <a:rPr lang="en-US" altLang="zh-CN" noProof="0" smtClean="0"/>
            </a:fld>
            <a:endParaRPr lang="zh-CN" altLang="en-US" noProof="0" dirty="0"/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700"/>
    </mc:Choice>
    <mc:Fallback>
      <p:transition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4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78" name="标题 1"/>
          <p:cNvSpPr>
            <a:spLocks noGrp="1" noChangeArrowheads="1"/>
          </p:cNvSpPr>
          <p:nvPr>
            <p:ph type="title"/>
          </p:nvPr>
        </p:nvSpPr>
        <p:spPr/>
        <p:txBody>
          <a:bodyPr/>
          <a:p>
            <a:pPr>
              <a:spcAft>
                <a:spcPts val="0"/>
              </a:spcAft>
            </a:pP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学时分配</a:t>
            </a:r>
            <a:endParaRPr lang="zh-CN" altLang="en-US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48679" name="内容占位符 2"/>
          <p:cNvSpPr>
            <a:spLocks noGrp="1" noChangeArrowheads="1"/>
          </p:cNvSpPr>
          <p:nvPr>
            <p:ph idx="1"/>
          </p:nvPr>
        </p:nvSpPr>
        <p:spPr/>
        <p:txBody>
          <a:bodyPr>
            <a:normAutofit fontScale="82500"/>
          </a:bodyPr>
          <a:p>
            <a:pPr>
              <a:spcAft>
                <a:spcPts val="0"/>
              </a:spcAft>
            </a:pP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绪论 （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*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课时）</a:t>
            </a:r>
            <a:endParaRPr lang="en-US" altLang="zh-CN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spcBef>
                <a:spcPts val="375"/>
              </a:spcBef>
              <a:spcAft>
                <a:spcPts val="0"/>
              </a:spcAft>
            </a:pPr>
            <a:r>
              <a:rPr lang="zh-CN" altLang="en-US" dirty="0"/>
              <a:t>算法分析</a:t>
            </a:r>
            <a:r>
              <a:rPr lang="zh-CN" altLang="en-US" dirty="0" smtClean="0"/>
              <a:t>及基本概念</a:t>
            </a:r>
            <a:endParaRPr lang="en-US" altLang="zh-CN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spcBef>
                <a:spcPts val="750"/>
              </a:spcBef>
              <a:spcAft>
                <a:spcPts val="0"/>
              </a:spcAft>
            </a:pP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第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部分 线性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数据结构（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4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*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课时）</a:t>
            </a:r>
            <a:endParaRPr lang="en-US" altLang="zh-CN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spcBef>
                <a:spcPts val="375"/>
              </a:spcBef>
              <a:spcAft>
                <a:spcPts val="0"/>
              </a:spcAft>
            </a:pPr>
            <a:r>
              <a:rPr lang="zh-CN" altLang="en-US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顺序表，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链表，栈，队列等的实现分析和应用</a:t>
            </a:r>
            <a:endParaRPr lang="en-US" altLang="zh-CN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spcBef>
                <a:spcPts val="750"/>
              </a:spcBef>
              <a:spcAft>
                <a:spcPts val="0"/>
              </a:spcAft>
            </a:pP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第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部分 二叉树与其它树（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4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*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课时）</a:t>
            </a:r>
            <a:endParaRPr lang="zh-CN" altLang="en-US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spcBef>
                <a:spcPts val="375"/>
              </a:spcBef>
              <a:spcAft>
                <a:spcPts val="0"/>
              </a:spcAft>
            </a:pPr>
            <a:r>
              <a:rPr lang="zh-CN" altLang="en-US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树、搜索树、平衡搜索树、</a:t>
            </a:r>
            <a:r>
              <a:rPr lang="en-US" altLang="zh-CN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B</a:t>
            </a:r>
            <a:r>
              <a:rPr lang="zh-CN" altLang="en-US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树</a:t>
            </a:r>
            <a:endParaRPr lang="en-US" altLang="zh-CN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spcBef>
                <a:spcPts val="750"/>
              </a:spcBef>
              <a:spcAft>
                <a:spcPts val="0"/>
              </a:spcAft>
            </a:pP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第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部分 图（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*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课时）</a:t>
            </a:r>
            <a:endParaRPr lang="en-US" altLang="zh-CN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spcBef>
                <a:spcPts val="375"/>
              </a:spcBef>
              <a:spcAft>
                <a:spcPts val="0"/>
              </a:spcAft>
            </a:pP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图的类型和定义</a:t>
            </a:r>
            <a:endParaRPr lang="en-US" altLang="zh-CN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spcBef>
                <a:spcPts val="375"/>
              </a:spcBef>
              <a:spcAft>
                <a:spcPts val="0"/>
              </a:spcAft>
            </a:pP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遍历，最小生成树，关键路径等</a:t>
            </a:r>
            <a:endParaRPr lang="en-US" altLang="zh-CN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spcBef>
                <a:spcPts val="750"/>
              </a:spcBef>
              <a:spcAft>
                <a:spcPts val="0"/>
              </a:spcAft>
            </a:pP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第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4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部分 应用（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*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课时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endParaRPr lang="en-US" altLang="zh-CN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spcBef>
                <a:spcPts val="375"/>
              </a:spcBef>
            </a:pP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排序和查找：基本算法分析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zh-CN" altLang="en-US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zh-CN" altLang="en-US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48680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rtl="0">
              <a:spcAft>
                <a:spcPts val="0"/>
              </a:spcAft>
            </a:pPr>
            <a:fld id="{71B7BAC7-FE87-40F6-AA24-4F4685D1B022}" type="slidenum">
              <a:rPr lang="en-US" altLang="zh-CN" noProof="0" smtClean="0"/>
            </a:fld>
            <a:endParaRPr lang="zh-CN" altLang="en-US" noProof="0" dirty="0"/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700"/>
    </mc:Choice>
    <mc:Fallback>
      <p:transition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4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84" name="标题 1"/>
          <p:cNvSpPr>
            <a:spLocks noGrp="1" noChangeArrowheads="1"/>
          </p:cNvSpPr>
          <p:nvPr>
            <p:ph type="title"/>
          </p:nvPr>
        </p:nvSpPr>
        <p:spPr/>
        <p:txBody>
          <a:bodyPr/>
          <a:p>
            <a:pPr>
              <a:spcAft>
                <a:spcPts val="0"/>
              </a:spcAft>
            </a:pP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联系方式</a:t>
            </a:r>
            <a:endParaRPr lang="zh-CN" altLang="en-US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48685" name="内容占位符 2"/>
          <p:cNvSpPr>
            <a:spLocks noGrp="1" noChangeArrowheads="1"/>
          </p:cNvSpPr>
          <p:nvPr>
            <p:ph idx="1"/>
          </p:nvPr>
        </p:nvSpPr>
        <p:spPr/>
        <p:txBody>
          <a:bodyPr/>
          <a:p>
            <a:pPr>
              <a:spcAft>
                <a:spcPts val="0"/>
              </a:spcAft>
            </a:pP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Email</a:t>
            </a:r>
            <a:endParaRPr lang="en-US" altLang="zh-CN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spcBef>
                <a:spcPts val="375"/>
              </a:spcBef>
              <a:spcAft>
                <a:spcPts val="0"/>
              </a:spcAft>
            </a:pP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liumingming@nankai.edu.cn</a:t>
            </a:r>
            <a:endParaRPr lang="en-US" altLang="zh-CN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en-US" altLang="zh-CN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spcBef>
                <a:spcPts val="750"/>
              </a:spcBef>
              <a:spcAft>
                <a:spcPts val="0"/>
              </a:spcAft>
            </a:pP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工作地点</a:t>
            </a:r>
            <a:endParaRPr lang="en-US" altLang="zh-CN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spcBef>
                <a:spcPts val="375"/>
              </a:spcBef>
              <a:spcAft>
                <a:spcPts val="0"/>
              </a:spcAft>
            </a:pP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津南软件楼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406</a:t>
            </a:r>
            <a:endParaRPr lang="en-US" altLang="zh-CN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/>
            <a:endParaRPr lang="en-US" altLang="zh-CN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0">
              <a:spcBef>
                <a:spcPts val="750"/>
              </a:spcBef>
              <a:spcAft>
                <a:spcPts val="0"/>
              </a:spcAft>
            </a:pP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课件</a:t>
            </a:r>
            <a:endParaRPr lang="zh-CN" altLang="en-US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spcBef>
                <a:spcPts val="375"/>
              </a:spcBef>
              <a:spcAft>
                <a:spcPts val="0"/>
              </a:spcAft>
            </a:pP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http://10.134.1.2</a:t>
            </a:r>
            <a:endParaRPr lang="zh-CN" altLang="en-US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spcBef>
                <a:spcPts val="375"/>
              </a:spcBef>
            </a:pP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雨课堂</a:t>
            </a:r>
            <a:endParaRPr lang="zh-CN" altLang="en-US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48686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rtl="0">
              <a:spcAft>
                <a:spcPts val="0"/>
              </a:spcAft>
            </a:pPr>
            <a:fld id="{71B7BAC7-FE87-40F6-AA24-4F4685D1B022}" type="slidenum">
              <a:rPr lang="en-US" altLang="zh-CN" noProof="0" smtClean="0"/>
            </a:fld>
            <a:endParaRPr lang="zh-CN" altLang="en-US" noProof="0" dirty="0"/>
          </a:p>
        </p:txBody>
      </p:sp>
      <p:pic>
        <p:nvPicPr>
          <p:cNvPr id="3" name="图片 2" descr="南开飞书20230831-131532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5329555" y="1490345"/>
            <a:ext cx="3491230" cy="3786505"/>
          </a:xfrm>
          <a:prstGeom prst="rect">
            <a:avLst/>
          </a:prstGeom>
        </p:spPr>
      </p:pic>
    </p:spTree>
    <p:custDataLst>
      <p:tags r:id="rId3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700"/>
    </mc:Choice>
    <mc:Fallback>
      <p:transition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5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96" name="标题 1"/>
          <p:cNvSpPr>
            <a:spLocks noGrp="1"/>
          </p:cNvSpPr>
          <p:nvPr>
            <p:ph type="title"/>
          </p:nvPr>
        </p:nvSpPr>
        <p:spPr/>
        <p:txBody>
          <a:bodyPr rtlCol="0"/>
          <a:p>
            <a:pPr rtl="0">
              <a:spcAft>
                <a:spcPts val="0"/>
              </a:spcAft>
            </a:pPr>
            <a:r>
              <a:rPr lang="zh-CN" altLang="en-US" dirty="0" smtClean="0"/>
              <a:t>绪论</a:t>
            </a:r>
            <a:endParaRPr lang="zh-CN" dirty="0"/>
          </a:p>
        </p:txBody>
      </p:sp>
      <p:sp>
        <p:nvSpPr>
          <p:cNvPr id="1048697" name="文本占位符 2"/>
          <p:cNvSpPr>
            <a:spLocks noGrp="1"/>
          </p:cNvSpPr>
          <p:nvPr>
            <p:ph type="body" sz="quarter" idx="13"/>
          </p:nvPr>
        </p:nvSpPr>
        <p:spPr/>
        <p:txBody>
          <a:bodyPr rtlCol="0"/>
          <a:p>
            <a:pPr rtl="0">
              <a:spcAft>
                <a:spcPts val="0"/>
              </a:spcAft>
            </a:pPr>
            <a:r>
              <a:rPr lang="zh-CN" altLang="en-US" dirty="0" smtClean="0"/>
              <a:t>算法分析及基本概念</a:t>
            </a:r>
            <a:endParaRPr lang="en-US" dirty="0"/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700"/>
    </mc:Choice>
    <mc:Fallback>
      <p:transition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5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01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pPr>
              <a:spcAft>
                <a:spcPts val="0"/>
              </a:spcAft>
            </a:pPr>
            <a:r>
              <a:rPr lang="zh-CN" altLang="en-US" smtClean="0"/>
              <a:t>主要内容</a:t>
            </a:r>
            <a:endParaRPr lang="zh-CN" altLang="en-US" smtClean="0"/>
          </a:p>
        </p:txBody>
      </p:sp>
      <p:sp>
        <p:nvSpPr>
          <p:cNvPr id="1048702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pPr>
              <a:spcAft>
                <a:spcPts val="0"/>
              </a:spcAft>
            </a:pPr>
            <a:r>
              <a:rPr lang="zh-CN" altLang="en-US" dirty="0" smtClean="0"/>
              <a:t>基本概念和术语</a:t>
            </a:r>
            <a:endParaRPr lang="en-US" altLang="zh-CN" dirty="0" smtClean="0"/>
          </a:p>
          <a:p>
            <a:pPr>
              <a:spcBef>
                <a:spcPts val="750"/>
              </a:spcBef>
              <a:spcAft>
                <a:spcPts val="0"/>
              </a:spcAft>
            </a:pPr>
            <a:r>
              <a:rPr lang="zh-CN" altLang="en-US" dirty="0" smtClean="0"/>
              <a:t>算法定义</a:t>
            </a:r>
            <a:endParaRPr lang="en-US" altLang="zh-CN" dirty="0" smtClean="0"/>
          </a:p>
          <a:p>
            <a:pPr lvl="1">
              <a:spcBef>
                <a:spcPts val="375"/>
              </a:spcBef>
              <a:spcAft>
                <a:spcPts val="0"/>
              </a:spcAft>
            </a:pPr>
            <a:r>
              <a:rPr lang="zh-CN" altLang="en-US" dirty="0" smtClean="0"/>
              <a:t>算法特性</a:t>
            </a:r>
            <a:endParaRPr lang="en-US" altLang="zh-CN" dirty="0" smtClean="0"/>
          </a:p>
          <a:p>
            <a:pPr lvl="1">
              <a:spcBef>
                <a:spcPts val="375"/>
              </a:spcBef>
              <a:spcAft>
                <a:spcPts val="0"/>
              </a:spcAft>
            </a:pPr>
            <a:r>
              <a:rPr lang="zh-CN" altLang="en-US" dirty="0" smtClean="0"/>
              <a:t>算法效率度量</a:t>
            </a:r>
            <a:endParaRPr lang="en-US" altLang="zh-CN" dirty="0" smtClean="0"/>
          </a:p>
          <a:p>
            <a:pPr lvl="2">
              <a:spcBef>
                <a:spcPts val="375"/>
              </a:spcBef>
              <a:spcAft>
                <a:spcPts val="0"/>
              </a:spcAft>
            </a:pPr>
            <a:r>
              <a:rPr lang="zh-CN" altLang="en-US" dirty="0" smtClean="0"/>
              <a:t>算法复杂度渐进符号（</a:t>
            </a:r>
            <a:r>
              <a:rPr lang="en-US" altLang="zh-CN" dirty="0" smtClean="0"/>
              <a:t>Ο</a:t>
            </a:r>
            <a:r>
              <a:rPr lang="zh-CN" altLang="en-US" dirty="0" smtClean="0"/>
              <a:t>、</a:t>
            </a:r>
            <a:r>
              <a:rPr lang="en-US" altLang="zh-CN" dirty="0" smtClean="0"/>
              <a:t>Ω</a:t>
            </a:r>
            <a:r>
              <a:rPr lang="zh-CN" altLang="en-US" dirty="0" smtClean="0"/>
              <a:t>、</a:t>
            </a:r>
            <a:r>
              <a:rPr lang="en-US" altLang="zh-CN" dirty="0" smtClean="0"/>
              <a:t>Θ</a:t>
            </a:r>
            <a:r>
              <a:rPr lang="zh-CN" altLang="en-US" dirty="0" smtClean="0"/>
              <a:t>、</a:t>
            </a:r>
            <a:r>
              <a:rPr lang="en-US" altLang="zh-CN" dirty="0" smtClean="0"/>
              <a:t>ο</a:t>
            </a:r>
            <a:r>
              <a:rPr lang="zh-CN" altLang="en-US" dirty="0" smtClean="0"/>
              <a:t>）</a:t>
            </a:r>
            <a:endParaRPr lang="en-US" altLang="zh-CN" dirty="0" smtClean="0"/>
          </a:p>
          <a:p>
            <a:pPr lvl="2">
              <a:spcBef>
                <a:spcPts val="375"/>
              </a:spcBef>
              <a:spcAft>
                <a:spcPts val="0"/>
              </a:spcAft>
            </a:pPr>
            <a:r>
              <a:rPr lang="zh-CN" altLang="en-US" dirty="0" smtClean="0"/>
              <a:t>算法空间复杂度</a:t>
            </a:r>
            <a:endParaRPr lang="en-US" altLang="zh-CN" dirty="0" smtClean="0"/>
          </a:p>
          <a:p>
            <a:pPr>
              <a:spcBef>
                <a:spcPts val="750"/>
              </a:spcBef>
            </a:pPr>
            <a:r>
              <a:rPr lang="zh-CN" altLang="en-US" dirty="0" smtClean="0"/>
              <a:t>性能测量方法</a:t>
            </a:r>
            <a:endParaRPr lang="zh-CN" altLang="en-US" dirty="0" smtClean="0"/>
          </a:p>
        </p:txBody>
      </p:sp>
      <p:sp>
        <p:nvSpPr>
          <p:cNvPr id="104870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rtl="0">
              <a:spcAft>
                <a:spcPts val="0"/>
              </a:spcAft>
            </a:pPr>
            <a:fld id="{71B7BAC7-FE87-40F6-AA24-4F4685D1B022}" type="slidenum">
              <a:rPr lang="en-US" altLang="zh-CN" noProof="0" smtClean="0"/>
            </a:fld>
            <a:endParaRPr lang="zh-CN" altLang="en-US" noProof="0" dirty="0"/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700"/>
    </mc:Choice>
    <mc:Fallback>
      <p:transition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5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07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pPr>
              <a:spcAft>
                <a:spcPts val="0"/>
              </a:spcAft>
            </a:pPr>
            <a:r>
              <a:rPr lang="zh-CN" altLang="en-US" dirty="0" smtClean="0"/>
              <a:t>学习目标</a:t>
            </a:r>
            <a:endParaRPr lang="zh-CN" altLang="en-US" dirty="0"/>
          </a:p>
        </p:txBody>
      </p:sp>
      <p:sp>
        <p:nvSpPr>
          <p:cNvPr id="1048708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pPr marR="4445">
              <a:spcAft>
                <a:spcPts val="0"/>
              </a:spcAft>
            </a:pPr>
            <a:r>
              <a:rPr lang="zh-CN" altLang="en-US" dirty="0"/>
              <a:t>了解数据结构的</a:t>
            </a:r>
            <a:r>
              <a:rPr lang="zh-CN" altLang="en-US" dirty="0">
                <a:solidFill>
                  <a:srgbClr val="00B0F0"/>
                </a:solidFill>
              </a:rPr>
              <a:t>基本概念</a:t>
            </a:r>
            <a:r>
              <a:rPr lang="zh-CN" altLang="en-US" dirty="0"/>
              <a:t>、</a:t>
            </a:r>
            <a:r>
              <a:rPr lang="zh-CN" altLang="en-US" dirty="0">
                <a:solidFill>
                  <a:srgbClr val="00B0F0"/>
                </a:solidFill>
              </a:rPr>
              <a:t>研究对象</a:t>
            </a:r>
            <a:r>
              <a:rPr lang="zh-CN" altLang="en-US" dirty="0"/>
              <a:t>以及数据结构课程的发 展历史，对数据结构与算法课程有一个宏观的认识</a:t>
            </a:r>
            <a:endParaRPr lang="zh-CN" altLang="en-US" dirty="0"/>
          </a:p>
          <a:p>
            <a:pPr marR="96520">
              <a:spcBef>
                <a:spcPts val="750"/>
              </a:spcBef>
              <a:spcAft>
                <a:spcPts val="0"/>
              </a:spcAft>
            </a:pPr>
            <a:r>
              <a:rPr lang="zh-CN" altLang="en-US" dirty="0"/>
              <a:t>掌握贯穿全书的重要概念</a:t>
            </a:r>
            <a:r>
              <a:rPr lang="en-US" altLang="zh-CN" dirty="0"/>
              <a:t>-----</a:t>
            </a:r>
            <a:r>
              <a:rPr lang="zh-CN" altLang="en-US" dirty="0">
                <a:solidFill>
                  <a:srgbClr val="00B0F0"/>
                </a:solidFill>
              </a:rPr>
              <a:t>抽象数据型</a:t>
            </a:r>
            <a:r>
              <a:rPr lang="zh-CN" altLang="en-US" dirty="0"/>
              <a:t>，包括其概念的</a:t>
            </a:r>
            <a:r>
              <a:rPr lang="zh-CN" altLang="en-US" dirty="0" smtClean="0"/>
              <a:t>定义</a:t>
            </a:r>
            <a:r>
              <a:rPr lang="zh-CN" altLang="en-US" dirty="0"/>
              <a:t>和实现方法，初步掌握抽象技术方法</a:t>
            </a:r>
            <a:endParaRPr lang="zh-CN" altLang="en-US" dirty="0"/>
          </a:p>
          <a:p>
            <a:pPr>
              <a:spcBef>
                <a:spcPts val="750"/>
              </a:spcBef>
              <a:spcAft>
                <a:spcPts val="0"/>
              </a:spcAft>
            </a:pPr>
            <a:r>
              <a:rPr lang="zh-CN" altLang="en-US" dirty="0"/>
              <a:t>了解算法、算法复杂性，掌握算法</a:t>
            </a:r>
            <a:r>
              <a:rPr lang="zh-CN" altLang="en-US" dirty="0">
                <a:solidFill>
                  <a:srgbClr val="00B0F0"/>
                </a:solidFill>
              </a:rPr>
              <a:t>性能的评价方法</a:t>
            </a:r>
            <a:endParaRPr lang="zh-CN" altLang="en-US" dirty="0">
              <a:solidFill>
                <a:srgbClr val="00B0F0"/>
              </a:solidFill>
            </a:endParaRPr>
          </a:p>
          <a:p>
            <a:pPr marR="4445">
              <a:spcBef>
                <a:spcPts val="750"/>
              </a:spcBef>
            </a:pPr>
            <a:r>
              <a:rPr lang="zh-CN" altLang="en-US" dirty="0"/>
              <a:t>了解解决问题的一般过程和算法的</a:t>
            </a:r>
            <a:r>
              <a:rPr lang="zh-CN" altLang="en-US" dirty="0">
                <a:solidFill>
                  <a:srgbClr val="00B0F0"/>
                </a:solidFill>
              </a:rPr>
              <a:t>逐步求精</a:t>
            </a:r>
            <a:r>
              <a:rPr lang="zh-CN" altLang="en-US" dirty="0"/>
              <a:t>方法，掌握问题 </a:t>
            </a:r>
            <a:r>
              <a:rPr lang="zh-CN" altLang="en-US" dirty="0">
                <a:solidFill>
                  <a:srgbClr val="00B0F0"/>
                </a:solidFill>
              </a:rPr>
              <a:t>求解的基本过程和方法</a:t>
            </a:r>
            <a:endParaRPr lang="zh-CN" altLang="en-US" dirty="0">
              <a:solidFill>
                <a:srgbClr val="00B0F0"/>
              </a:solidFill>
            </a:endParaRPr>
          </a:p>
          <a:p>
            <a:endParaRPr lang="zh-CN" altLang="en-US" dirty="0"/>
          </a:p>
        </p:txBody>
      </p:sp>
      <p:sp>
        <p:nvSpPr>
          <p:cNvPr id="1048709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rtl="0">
              <a:spcAft>
                <a:spcPts val="0"/>
              </a:spcAft>
            </a:pPr>
            <a:fld id="{71B7BAC7-FE87-40F6-AA24-4F4685D1B022}" type="slidenum">
              <a:rPr lang="en-US" altLang="zh-CN" noProof="0" smtClean="0"/>
            </a:fld>
            <a:endParaRPr lang="zh-CN" altLang="en-US" noProof="0" dirty="0"/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700"/>
    </mc:Choice>
    <mc:Fallback>
      <p:transition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6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17" name="标题 13"/>
          <p:cNvSpPr>
            <a:spLocks noGrp="1"/>
          </p:cNvSpPr>
          <p:nvPr>
            <p:ph type="title"/>
          </p:nvPr>
        </p:nvSpPr>
        <p:spPr>
          <a:xfrm>
            <a:off x="1171574" y="457200"/>
            <a:ext cx="3894411" cy="1600200"/>
          </a:xfrm>
        </p:spPr>
        <p:txBody>
          <a:bodyPr vert="horz" lIns="91440" tIns="45720" rIns="91440" bIns="45720" rtlCol="0" anchor="ctr">
            <a:normAutofit/>
          </a:bodyPr>
          <a:p>
            <a:pPr algn="r">
              <a:spcAft>
                <a:spcPts val="0"/>
              </a:spcAft>
            </a:pPr>
            <a:r>
              <a:rPr lang="zh-CN" altLang="en-US" sz="3600" dirty="0"/>
              <a:t>数据结构的创始人</a:t>
            </a:r>
            <a:br>
              <a:rPr lang="en-US" altLang="zh-CN" dirty="0" smtClean="0"/>
            </a:br>
            <a:r>
              <a:rPr lang="en-US" altLang="zh-CN" sz="2800" dirty="0"/>
              <a:t>—Donald. E. Knuth</a:t>
            </a:r>
            <a:endParaRPr lang="zh-CN" altLang="en-US" dirty="0"/>
          </a:p>
        </p:txBody>
      </p:sp>
      <p:pic>
        <p:nvPicPr>
          <p:cNvPr id="2097157" name="图片占位符 19"/>
          <p:cNvPicPr>
            <a:picLocks noGrp="1" noChangeAspect="1"/>
          </p:cNvPicPr>
          <p:nvPr>
            <p:ph type="pic" idx="1"/>
          </p:nvPr>
        </p:nvPicPr>
        <p:blipFill>
          <a:blip r:embed="rId1"/>
          <a:srcRect t="81" b="81"/>
          <a:stretch>
            <a:fillRect/>
          </a:stretch>
        </p:blipFill>
        <p:spPr>
          <a:xfrm>
            <a:off x="5103811" y="1629194"/>
            <a:ext cx="3584045" cy="4231865"/>
          </a:xfrm>
        </p:spPr>
      </p:pic>
      <p:sp>
        <p:nvSpPr>
          <p:cNvPr id="1048718" name="文本占位符 16"/>
          <p:cNvSpPr>
            <a:spLocks noGrp="1"/>
          </p:cNvSpPr>
          <p:nvPr>
            <p:ph type="body" sz="half" idx="2"/>
          </p:nvPr>
        </p:nvSpPr>
        <p:spPr>
          <a:xfrm>
            <a:off x="336332" y="1887539"/>
            <a:ext cx="4443312" cy="3972983"/>
          </a:xfrm>
        </p:spPr>
        <p:txBody>
          <a:bodyPr>
            <a:noAutofit/>
          </a:bodyPr>
          <a:p>
            <a:pPr marL="11430" marR="62865" algn="just">
              <a:lnSpc>
                <a:spcPct val="101000"/>
              </a:lnSpc>
              <a:spcAft>
                <a:spcPts val="0"/>
              </a:spcAft>
            </a:pP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193</a:t>
            </a:r>
            <a:r>
              <a:rPr lang="en-US" altLang="zh-CN" sz="1400" spc="5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8</a:t>
            </a:r>
            <a:r>
              <a:rPr lang="zh-CN" altLang="en-US" sz="1400" spc="-23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年出生</a:t>
            </a:r>
            <a:r>
              <a:rPr lang="zh-CN" altLang="en-US" sz="1400" spc="-19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</a:t>
            </a:r>
            <a:r>
              <a:rPr lang="en-US" altLang="zh-CN" sz="1400" spc="-5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25</a:t>
            </a:r>
            <a:r>
              <a:rPr lang="zh-CN" altLang="en-US" sz="1400" spc="-23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岁毕业于加州理工学院数学系，博士毕业后留校任教</a:t>
            </a:r>
            <a:r>
              <a:rPr lang="zh-CN" altLang="en-US" sz="1400" spc="-19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</a:t>
            </a:r>
            <a:r>
              <a:rPr lang="en-US" altLang="zh-CN" sz="1400" spc="-5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28</a:t>
            </a:r>
            <a:r>
              <a:rPr lang="zh-CN" altLang="en-US" sz="1400" spc="-23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岁任副教授</a:t>
            </a:r>
            <a:r>
              <a:rPr lang="zh-CN" altLang="en-US" sz="1400" spc="-19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。</a:t>
            </a:r>
            <a:r>
              <a:rPr lang="en-US" altLang="zh-CN" sz="1400" spc="-5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30</a:t>
            </a:r>
            <a:r>
              <a:rPr lang="zh-CN" altLang="en-US" sz="1400" spc="-23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岁时，加盟斯坦福大学计算机系，任教授。</a:t>
            </a:r>
            <a:r>
              <a:rPr lang="zh-CN" altLang="en-US" sz="1400" spc="-19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从</a:t>
            </a:r>
            <a:r>
              <a:rPr lang="en-US" altLang="zh-CN" sz="1400" spc="-5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3</a:t>
            </a: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1</a:t>
            </a:r>
            <a:r>
              <a:rPr lang="zh-CN" altLang="en-US" sz="1400" spc="-23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岁起，开始出版他的历史性经典巨著：</a:t>
            </a:r>
            <a:endParaRPr lang="en-US" altLang="zh-CN" sz="1400" spc="-23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11430" marR="62865" algn="just">
              <a:lnSpc>
                <a:spcPct val="101000"/>
              </a:lnSpc>
              <a:spcAft>
                <a:spcPts val="0"/>
              </a:spcAft>
            </a:pPr>
            <a:r>
              <a:rPr lang="en-US" altLang="zh-CN" sz="1400" i="1" spc="-5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Th</a:t>
            </a:r>
            <a:r>
              <a:rPr lang="en-US" altLang="zh-CN" sz="1400" i="1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e</a:t>
            </a:r>
            <a:r>
              <a:rPr lang="zh-CN" altLang="en-US" sz="1400" i="1" spc="-5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</a:t>
            </a:r>
            <a:r>
              <a:rPr lang="en-US" altLang="zh-CN" sz="1400" i="1" spc="-5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Ar</a:t>
            </a:r>
            <a:r>
              <a:rPr lang="en-US" altLang="zh-CN" sz="1400" i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t</a:t>
            </a:r>
            <a:r>
              <a:rPr lang="zh-CN" altLang="en-US" sz="1400" i="1" spc="-5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</a:t>
            </a:r>
            <a:r>
              <a:rPr lang="en-US" altLang="zh-CN" sz="1400" i="1" spc="-5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o</a:t>
            </a:r>
            <a:r>
              <a:rPr lang="en-US" altLang="zh-CN" sz="1400" i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f</a:t>
            </a:r>
            <a:r>
              <a:rPr lang="zh-CN" altLang="en-US" sz="1400" i="1" spc="-5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</a:t>
            </a:r>
            <a:r>
              <a:rPr lang="en-US" altLang="zh-CN" sz="1400" i="1" spc="-5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Compute</a:t>
            </a:r>
            <a:r>
              <a:rPr lang="en-US" altLang="zh-CN" sz="1400" i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r</a:t>
            </a:r>
            <a:r>
              <a:rPr lang="zh-CN" altLang="en-US" sz="1400" i="1" spc="-5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</a:t>
            </a:r>
            <a:r>
              <a:rPr lang="en-US" altLang="zh-CN" sz="1400" i="1" spc="-5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Programming</a:t>
            </a:r>
            <a:endParaRPr lang="en-US" altLang="zh-CN" sz="1400" i="1" spc="-5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11430" marR="62865" algn="just">
              <a:lnSpc>
                <a:spcPct val="101000"/>
              </a:lnSpc>
              <a:spcAft>
                <a:spcPts val="0"/>
              </a:spcAft>
            </a:pP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第一卷</a:t>
            </a:r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《</a:t>
            </a: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基本算法</a:t>
            </a:r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》       1968</a:t>
            </a: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年出版</a:t>
            </a:r>
            <a:endParaRPr lang="en-US" altLang="zh-CN" sz="18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11430" marR="4445">
              <a:lnSpc>
                <a:spcPct val="101000"/>
              </a:lnSpc>
              <a:spcBef>
                <a:spcPts val="875"/>
              </a:spcBef>
              <a:spcAft>
                <a:spcPts val="0"/>
              </a:spcAft>
            </a:pP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第二卷</a:t>
            </a:r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《</a:t>
            </a: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半数字化算法</a:t>
            </a:r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》</a:t>
            </a: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</a:t>
            </a:r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1969</a:t>
            </a: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年出版</a:t>
            </a:r>
            <a:endParaRPr lang="en-US" altLang="zh-CN" sz="18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11430" marR="4445">
              <a:lnSpc>
                <a:spcPct val="101000"/>
              </a:lnSpc>
              <a:spcBef>
                <a:spcPts val="875"/>
              </a:spcBef>
              <a:spcAft>
                <a:spcPts val="0"/>
              </a:spcAft>
            </a:pP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第三卷</a:t>
            </a:r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《</a:t>
            </a: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排序与搜索</a:t>
            </a:r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》</a:t>
            </a: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</a:t>
            </a:r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1973</a:t>
            </a: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年出版</a:t>
            </a:r>
            <a:endParaRPr lang="en-US" altLang="zh-CN" sz="18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11430" marR="4445">
              <a:lnSpc>
                <a:spcPct val="101000"/>
              </a:lnSpc>
              <a:spcBef>
                <a:spcPts val="875"/>
              </a:spcBef>
            </a:pP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第四卷</a:t>
            </a:r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A《</a:t>
            </a: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组合算法</a:t>
            </a:r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》</a:t>
            </a: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 </a:t>
            </a:r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2011</a:t>
            </a: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年出版</a:t>
            </a:r>
            <a:endParaRPr lang="zh-CN" altLang="en-US" sz="18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048719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rtl="0">
              <a:spcAft>
                <a:spcPts val="0"/>
              </a:spcAft>
            </a:pPr>
            <a:fld id="{71B7BAC7-FE87-40F6-AA24-4F4685D1B022}" type="slidenum">
              <a:rPr lang="en-US" smtClean="0"/>
            </a:fld>
            <a:endParaRPr lang="en-US"/>
          </a:p>
        </p:txBody>
      </p:sp>
    </p:spTree>
    <p:custDataLst>
      <p:tags r:id="rId2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700"/>
    </mc:Choice>
    <mc:Fallback>
      <p:transition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6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21" name="标题 4"/>
          <p:cNvSpPr>
            <a:spLocks noGrp="1"/>
          </p:cNvSpPr>
          <p:nvPr>
            <p:ph type="title"/>
          </p:nvPr>
        </p:nvSpPr>
        <p:spPr/>
        <p:txBody>
          <a:bodyPr/>
          <a:p>
            <a:pPr>
              <a:spcAft>
                <a:spcPts val="0"/>
              </a:spcAft>
            </a:pPr>
            <a:r>
              <a:rPr lang="zh-CN" altLang="en-US" dirty="0" smtClean="0"/>
              <a:t>计算机程序的发展</a:t>
            </a:r>
            <a:endParaRPr lang="zh-CN" altLang="en-US" dirty="0"/>
          </a:p>
        </p:txBody>
      </p:sp>
      <p:sp>
        <p:nvSpPr>
          <p:cNvPr id="1048722" name="内容占位符 5"/>
          <p:cNvSpPr>
            <a:spLocks noGrp="1"/>
          </p:cNvSpPr>
          <p:nvPr>
            <p:ph idx="1"/>
          </p:nvPr>
        </p:nvSpPr>
        <p:spPr/>
        <p:txBody>
          <a:bodyPr/>
          <a:p>
            <a:pPr>
              <a:spcAft>
                <a:spcPts val="0"/>
              </a:spcAft>
            </a:pPr>
            <a:r>
              <a:rPr lang="zh-CN" altLang="en-US" dirty="0"/>
              <a:t>程序设计的实质是什么</a:t>
            </a:r>
            <a:r>
              <a:rPr lang="en-US" altLang="zh-CN" b="1" dirty="0"/>
              <a:t>?</a:t>
            </a:r>
            <a:endParaRPr lang="en-US" altLang="zh-CN" b="1" dirty="0"/>
          </a:p>
          <a:p>
            <a:pPr lvl="1">
              <a:spcBef>
                <a:spcPts val="375"/>
              </a:spcBef>
              <a:spcAft>
                <a:spcPts val="0"/>
              </a:spcAft>
            </a:pPr>
            <a:r>
              <a:rPr lang="zh-CN" altLang="en-US" dirty="0"/>
              <a:t>数据表示：将数据存储在计算机中</a:t>
            </a:r>
            <a:endParaRPr lang="zh-CN" altLang="en-US" dirty="0"/>
          </a:p>
          <a:p>
            <a:pPr lvl="1">
              <a:spcBef>
                <a:spcPts val="375"/>
              </a:spcBef>
              <a:spcAft>
                <a:spcPts val="0"/>
              </a:spcAft>
            </a:pPr>
            <a:r>
              <a:rPr lang="zh-CN" altLang="en-US" dirty="0"/>
              <a:t>数据处理：处理数据，求解问题</a:t>
            </a:r>
            <a:endParaRPr lang="zh-CN" altLang="en-US" dirty="0"/>
          </a:p>
          <a:p>
            <a:pPr lvl="1">
              <a:spcBef>
                <a:spcPts val="375"/>
              </a:spcBef>
              <a:spcAft>
                <a:spcPts val="0"/>
              </a:spcAft>
            </a:pPr>
            <a:r>
              <a:rPr lang="zh-CN" altLang="en-US" dirty="0"/>
              <a:t>数据结构问题起源于程序设计</a:t>
            </a:r>
            <a:endParaRPr lang="zh-CN" altLang="en-US" dirty="0"/>
          </a:p>
          <a:p>
            <a:pPr>
              <a:spcBef>
                <a:spcPts val="750"/>
              </a:spcBef>
              <a:spcAft>
                <a:spcPts val="0"/>
              </a:spcAft>
            </a:pPr>
            <a:r>
              <a:rPr lang="zh-CN" altLang="en-US" dirty="0"/>
              <a:t>数据结构随着程序设计的发展而发展</a:t>
            </a:r>
            <a:endParaRPr lang="zh-CN" altLang="en-US" dirty="0"/>
          </a:p>
          <a:p>
            <a:pPr lvl="1">
              <a:spcBef>
                <a:spcPts val="375"/>
              </a:spcBef>
              <a:spcAft>
                <a:spcPts val="0"/>
              </a:spcAft>
            </a:pPr>
            <a:r>
              <a:rPr lang="en-US" altLang="zh-CN" b="1" dirty="0"/>
              <a:t>1. </a:t>
            </a:r>
            <a:r>
              <a:rPr lang="zh-CN" altLang="en-US" dirty="0"/>
              <a:t>无结构阶段：在简单数据上作复杂运算</a:t>
            </a:r>
            <a:endParaRPr lang="zh-CN" altLang="en-US" dirty="0"/>
          </a:p>
          <a:p>
            <a:pPr lvl="1">
              <a:spcBef>
                <a:spcPts val="375"/>
              </a:spcBef>
              <a:spcAft>
                <a:spcPts val="0"/>
              </a:spcAft>
            </a:pPr>
            <a:r>
              <a:rPr lang="en-US" altLang="zh-CN" b="1" dirty="0"/>
              <a:t>2. </a:t>
            </a:r>
            <a:r>
              <a:rPr lang="zh-CN" altLang="en-US" dirty="0"/>
              <a:t>结构化阶段：数据结构＋算法＝程序</a:t>
            </a:r>
            <a:endParaRPr lang="zh-CN" altLang="en-US" dirty="0"/>
          </a:p>
          <a:p>
            <a:pPr lvl="1">
              <a:spcBef>
                <a:spcPts val="375"/>
              </a:spcBef>
            </a:pPr>
            <a:r>
              <a:rPr lang="en-US" altLang="zh-CN" b="1" dirty="0"/>
              <a:t>3. </a:t>
            </a:r>
            <a:r>
              <a:rPr lang="zh-CN" altLang="en-US" dirty="0"/>
              <a:t>面向对象阶段： （对象＋行为）＝程序</a:t>
            </a:r>
            <a:endParaRPr lang="zh-CN" altLang="en-US" dirty="0"/>
          </a:p>
        </p:txBody>
      </p:sp>
      <p:sp>
        <p:nvSpPr>
          <p:cNvPr id="104872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rtl="0">
              <a:spcAft>
                <a:spcPts val="0"/>
              </a:spcAft>
            </a:pPr>
            <a:fld id="{71B7BAC7-FE87-40F6-AA24-4F4685D1B022}" type="slidenum">
              <a:rPr lang="en-US" altLang="zh-CN" noProof="0" smtClean="0"/>
            </a:fld>
            <a:endParaRPr lang="zh-CN" altLang="en-US" noProof="0" dirty="0"/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700"/>
    </mc:Choice>
    <mc:Fallback>
      <p:transition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6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27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pPr>
              <a:spcAft>
                <a:spcPts val="0"/>
              </a:spcAft>
            </a:pPr>
            <a:r>
              <a:rPr lang="zh-CN" altLang="en-US" dirty="0"/>
              <a:t>数据结构 研究</a:t>
            </a:r>
            <a:r>
              <a:rPr lang="zh-CN" altLang="en-US" dirty="0" smtClean="0"/>
              <a:t>内容</a:t>
            </a:r>
            <a:r>
              <a:rPr lang="zh-CN" altLang="en-US" dirty="0"/>
              <a:t>（</a:t>
            </a:r>
            <a:r>
              <a:rPr lang="en-US" altLang="zh-CN" dirty="0"/>
              <a:t>Cont.</a:t>
            </a:r>
            <a:r>
              <a:rPr lang="zh-CN" altLang="en-US" dirty="0"/>
              <a:t>）</a:t>
            </a:r>
            <a:endParaRPr lang="zh-CN" altLang="en-US" dirty="0"/>
          </a:p>
        </p:txBody>
      </p:sp>
      <p:sp>
        <p:nvSpPr>
          <p:cNvPr id="1048728" name="Rectangle 1026"/>
          <p:cNvSpPr>
            <a:spLocks noGrp="1" noChangeArrowheads="1"/>
          </p:cNvSpPr>
          <p:nvPr>
            <p:ph idx="1"/>
          </p:nvPr>
        </p:nvSpPr>
        <p:spPr>
          <a:noFill/>
        </p:spPr>
        <p:txBody>
          <a:bodyPr/>
          <a:p>
            <a:pPr>
              <a:spcAft>
                <a:spcPts val="0"/>
              </a:spcAft>
            </a:pPr>
            <a:r>
              <a:rPr lang="zh-CN" altLang="en-US" dirty="0"/>
              <a:t>求解非数值计算的问题：</a:t>
            </a:r>
            <a:endParaRPr lang="zh-CN" altLang="en-US" dirty="0"/>
          </a:p>
          <a:p>
            <a:pPr lvl="1">
              <a:spcBef>
                <a:spcPts val="375"/>
              </a:spcBef>
              <a:spcAft>
                <a:spcPts val="0"/>
              </a:spcAft>
            </a:pPr>
            <a:r>
              <a:rPr lang="zh-CN" altLang="en-US" dirty="0" smtClean="0"/>
              <a:t>设计</a:t>
            </a:r>
            <a:r>
              <a:rPr lang="zh-CN" altLang="en-US" dirty="0"/>
              <a:t>出合适的数据结构及相应的</a:t>
            </a:r>
            <a:r>
              <a:rPr lang="zh-CN" altLang="en-US" dirty="0" smtClean="0"/>
              <a:t>算法</a:t>
            </a:r>
            <a:r>
              <a:rPr lang="en-US" altLang="zh-CN" dirty="0" smtClean="0"/>
              <a:t>:</a:t>
            </a:r>
            <a:br>
              <a:rPr lang="en-US" altLang="zh-CN" dirty="0" smtClean="0"/>
            </a:br>
            <a:r>
              <a:rPr lang="zh-CN" altLang="en-US" dirty="0" smtClean="0"/>
              <a:t>首先</a:t>
            </a:r>
            <a:r>
              <a:rPr lang="zh-CN" altLang="en-US" dirty="0"/>
              <a:t>要考虑对相关的各种信息如何表示、组织和存储？</a:t>
            </a:r>
            <a:endParaRPr lang="zh-CN" altLang="en-US" dirty="0"/>
          </a:p>
          <a:p>
            <a:pPr>
              <a:buFontTx/>
              <a:buChar char=" "/>
            </a:pPr>
            <a:endParaRPr lang="zh-CN" altLang="en-US" b="1" u="sng" dirty="0">
              <a:solidFill>
                <a:srgbClr val="000066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>
              <a:spcBef>
                <a:spcPts val="750"/>
              </a:spcBef>
              <a:spcAft>
                <a:spcPts val="0"/>
              </a:spcAft>
              <a:buFontTx/>
              <a:buChar char=" "/>
            </a:pPr>
            <a:r>
              <a:rPr lang="zh-CN" altLang="en-US" dirty="0" smtClean="0">
                <a:solidFill>
                  <a:srgbClr val="FF0000"/>
                </a:solidFill>
              </a:rPr>
              <a:t>数据结构的研究内容为：</a:t>
            </a:r>
            <a:endParaRPr lang="zh-CN" altLang="en-US" dirty="0" smtClean="0">
              <a:solidFill>
                <a:srgbClr val="FF0000"/>
              </a:solidFill>
            </a:endParaRPr>
          </a:p>
          <a:p>
            <a:pPr lvl="1">
              <a:spcBef>
                <a:spcPts val="375"/>
              </a:spcBef>
              <a:buFontTx/>
              <a:buChar char=" "/>
            </a:pPr>
            <a:r>
              <a:rPr lang="zh-CN" altLang="en-US" dirty="0" smtClean="0"/>
              <a:t>研究非数值计算的程序设计问题中计算机的</a:t>
            </a:r>
            <a:r>
              <a:rPr lang="zh-CN" altLang="en-US" dirty="0">
                <a:solidFill>
                  <a:srgbClr val="CC00CC"/>
                </a:solidFill>
              </a:rPr>
              <a:t>操作对象</a:t>
            </a:r>
            <a:r>
              <a:rPr lang="zh-CN" altLang="en-US" dirty="0" smtClean="0"/>
              <a:t>以及它们之间的</a:t>
            </a:r>
            <a:r>
              <a:rPr lang="zh-CN" altLang="en-US" dirty="0" smtClean="0">
                <a:solidFill>
                  <a:srgbClr val="CC00CC"/>
                </a:solidFill>
              </a:rPr>
              <a:t>关系和操作</a:t>
            </a:r>
            <a:r>
              <a:rPr lang="zh-CN" altLang="en-US" dirty="0" smtClean="0">
                <a:solidFill>
                  <a:srgbClr val="000066"/>
                </a:solidFill>
              </a:rPr>
              <a:t>。</a:t>
            </a:r>
            <a:endParaRPr lang="zh-CN" altLang="en-US" dirty="0" smtClean="0">
              <a:solidFill>
                <a:srgbClr val="000066"/>
              </a:solidFill>
            </a:endParaRPr>
          </a:p>
          <a:p>
            <a:pPr>
              <a:lnSpc>
                <a:spcPct val="130000"/>
              </a:lnSpc>
              <a:buFont typeface="Wingdings" panose="05000000000000000000" pitchFamily="2" charset="2"/>
              <a:buChar char="&amp;"/>
            </a:pPr>
            <a:endParaRPr lang="zh-CN" altLang="en-US" b="1" u="sng" dirty="0">
              <a:solidFill>
                <a:srgbClr val="000066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>
              <a:lnSpc>
                <a:spcPct val="130000"/>
              </a:lnSpc>
              <a:buFont typeface="Wingdings" panose="05000000000000000000" pitchFamily="2" charset="2"/>
              <a:buChar char="&amp;"/>
            </a:pPr>
            <a:endParaRPr lang="zh-CN" altLang="en-US" sz="4200" b="1" u="sng" dirty="0">
              <a:solidFill>
                <a:srgbClr val="000066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>
              <a:buFontTx/>
              <a:buChar char=" "/>
            </a:pPr>
            <a:endParaRPr lang="en-US" altLang="zh-CN" sz="4200" b="1" u="sng" dirty="0">
              <a:solidFill>
                <a:srgbClr val="000066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1048729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rtl="0">
              <a:spcAft>
                <a:spcPts val="0"/>
              </a:spcAft>
            </a:pPr>
            <a:fld id="{71B7BAC7-FE87-40F6-AA24-4F4685D1B022}" type="slidenum">
              <a:rPr lang="en-US" altLang="zh-CN" noProof="0" smtClean="0"/>
            </a:fld>
            <a:endParaRPr lang="zh-CN" altLang="en-US" noProof="0" dirty="0"/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700"/>
    </mc:Choice>
    <mc:Fallback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7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0487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72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104872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72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104872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72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104872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48728" grpId="0" autoUpdateAnimBg="0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7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39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pPr>
              <a:spcAft>
                <a:spcPts val="0"/>
              </a:spcAft>
            </a:pPr>
            <a:r>
              <a:rPr lang="zh-CN" altLang="en-US" dirty="0" smtClean="0"/>
              <a:t>数据结构 研究内容</a:t>
            </a:r>
            <a:endParaRPr lang="zh-CN" altLang="en-US" dirty="0"/>
          </a:p>
        </p:txBody>
      </p:sp>
      <p:sp>
        <p:nvSpPr>
          <p:cNvPr id="1048740" name="内容占位符 2"/>
          <p:cNvSpPr>
            <a:spLocks noGrp="1"/>
          </p:cNvSpPr>
          <p:nvPr>
            <p:ph sz="half" idx="1"/>
          </p:nvPr>
        </p:nvSpPr>
        <p:spPr>
          <a:xfrm>
            <a:off x="856603" y="1588775"/>
            <a:ext cx="5601567" cy="4351339"/>
          </a:xfrm>
        </p:spPr>
        <p:txBody>
          <a:bodyPr/>
          <a:p>
            <a:pPr>
              <a:spcAft>
                <a:spcPts val="0"/>
              </a:spcAft>
            </a:pPr>
            <a:r>
              <a:rPr lang="zh-CN" altLang="en-US" dirty="0" smtClean="0"/>
              <a:t>信息管理</a:t>
            </a:r>
            <a:endParaRPr lang="en-US" altLang="zh-CN" dirty="0" smtClean="0"/>
          </a:p>
          <a:p>
            <a:pPr lvl="1">
              <a:spcAft>
                <a:spcPts val="0"/>
              </a:spcAft>
            </a:pPr>
            <a:r>
              <a:rPr lang="zh-CN" altLang="en-US" dirty="0" smtClean="0"/>
              <a:t>数据检索、信息统计等</a:t>
            </a:r>
            <a:endParaRPr lang="en-US" altLang="zh-CN" dirty="0" smtClean="0"/>
          </a:p>
          <a:p>
            <a:pPr>
              <a:spcAft>
                <a:spcPts val="0"/>
              </a:spcAft>
            </a:pPr>
            <a:r>
              <a:rPr lang="zh-CN" altLang="en-US" dirty="0" smtClean="0"/>
              <a:t>人机对弈</a:t>
            </a:r>
            <a:endParaRPr lang="en-US" altLang="zh-CN" dirty="0" smtClean="0"/>
          </a:p>
          <a:p>
            <a:pPr lvl="1">
              <a:spcAft>
                <a:spcPts val="0"/>
              </a:spcAft>
            </a:pPr>
            <a:r>
              <a:rPr lang="zh-CN" altLang="en-US" dirty="0" smtClean="0"/>
              <a:t>从不同选项中，选择前景最好的</a:t>
            </a:r>
            <a:endParaRPr lang="en-US" altLang="zh-CN" dirty="0" smtClean="0"/>
          </a:p>
          <a:p>
            <a:pPr>
              <a:spcAft>
                <a:spcPts val="0"/>
              </a:spcAft>
            </a:pPr>
            <a:r>
              <a:rPr lang="zh-CN" altLang="en-US" dirty="0" smtClean="0"/>
              <a:t>最短路径</a:t>
            </a:r>
            <a:endParaRPr lang="en-US" altLang="zh-CN" dirty="0" smtClean="0"/>
          </a:p>
          <a:p>
            <a:pPr lvl="1">
              <a:spcAft>
                <a:spcPts val="0"/>
              </a:spcAft>
            </a:pPr>
            <a:r>
              <a:rPr lang="zh-CN" altLang="en-US" dirty="0" smtClean="0"/>
              <a:t>选择</a:t>
            </a:r>
            <a:r>
              <a:rPr lang="en-US" altLang="zh-CN" dirty="0" smtClean="0"/>
              <a:t>cost</a:t>
            </a:r>
            <a:r>
              <a:rPr lang="zh-CN" altLang="en-US" dirty="0" smtClean="0"/>
              <a:t>最低的路径</a:t>
            </a:r>
            <a:endParaRPr lang="en-US" altLang="zh-CN" dirty="0" smtClean="0"/>
          </a:p>
          <a:p>
            <a:pPr lvl="1"/>
            <a:r>
              <a:rPr lang="en-US" altLang="zh-CN" dirty="0" smtClean="0"/>
              <a:t>	……</a:t>
            </a:r>
            <a:endParaRPr lang="zh-CN" altLang="en-US" dirty="0"/>
          </a:p>
        </p:txBody>
      </p:sp>
      <p:sp>
        <p:nvSpPr>
          <p:cNvPr id="1048741" name="内容占位符 6"/>
          <p:cNvSpPr>
            <a:spLocks noGrp="1"/>
          </p:cNvSpPr>
          <p:nvPr>
            <p:ph sz="half" idx="2"/>
          </p:nvPr>
        </p:nvSpPr>
        <p:spPr>
          <a:xfrm>
            <a:off x="6499225" y="1354455"/>
            <a:ext cx="2117090" cy="4351655"/>
          </a:xfrm>
        </p:spPr>
        <p:txBody>
          <a:bodyPr/>
          <a:p>
            <a:endParaRPr lang="en-US" altLang="zh-CN" dirty="0" smtClean="0"/>
          </a:p>
          <a:p>
            <a:pPr>
              <a:spcAft>
                <a:spcPts val="0"/>
              </a:spcAft>
            </a:pPr>
            <a:r>
              <a:rPr lang="zh-CN" altLang="en-US" dirty="0" smtClean="0"/>
              <a:t>链表</a:t>
            </a:r>
            <a:endParaRPr lang="en-US" altLang="zh-CN" dirty="0" smtClean="0"/>
          </a:p>
          <a:p>
            <a:pPr lvl="1"/>
            <a:endParaRPr lang="en-US" altLang="zh-CN" dirty="0" smtClean="0"/>
          </a:p>
          <a:p>
            <a:pPr>
              <a:spcAft>
                <a:spcPts val="0"/>
              </a:spcAft>
            </a:pPr>
            <a:r>
              <a:rPr lang="zh-CN" altLang="en-US" dirty="0" smtClean="0"/>
              <a:t>树</a:t>
            </a:r>
            <a:endParaRPr lang="en-US" altLang="zh-CN" dirty="0" smtClean="0"/>
          </a:p>
          <a:p>
            <a:endParaRPr lang="en-US" altLang="zh-CN" dirty="0"/>
          </a:p>
          <a:p>
            <a:r>
              <a:rPr lang="zh-CN" altLang="en-US" dirty="0" smtClean="0"/>
              <a:t>图</a:t>
            </a:r>
            <a:endParaRPr lang="zh-CN" altLang="en-US" dirty="0"/>
          </a:p>
        </p:txBody>
      </p:sp>
      <p:sp>
        <p:nvSpPr>
          <p:cNvPr id="1048742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rtl="0">
              <a:spcAft>
                <a:spcPts val="0"/>
              </a:spcAft>
            </a:pPr>
            <a:fld id="{71B7BAC7-FE87-40F6-AA24-4F4685D1B022}" type="slidenum">
              <a:rPr lang="en-US" smtClean="0"/>
            </a:fld>
            <a:endParaRPr lang="en-US"/>
          </a:p>
        </p:txBody>
      </p:sp>
      <p:sp>
        <p:nvSpPr>
          <p:cNvPr id="1048743" name="右箭头 3"/>
          <p:cNvSpPr/>
          <p:nvPr/>
        </p:nvSpPr>
        <p:spPr>
          <a:xfrm>
            <a:off x="5562607" y="2054362"/>
            <a:ext cx="914399" cy="313267"/>
          </a:xfrm>
          <a:prstGeom prst="rightArrow">
            <a:avLst/>
          </a:prstGeom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dirty="0"/>
          </a:p>
        </p:txBody>
      </p:sp>
      <p:sp>
        <p:nvSpPr>
          <p:cNvPr id="1048744" name="右箭头 7"/>
          <p:cNvSpPr/>
          <p:nvPr/>
        </p:nvSpPr>
        <p:spPr>
          <a:xfrm>
            <a:off x="5562607" y="2988606"/>
            <a:ext cx="914399" cy="313267"/>
          </a:xfrm>
          <a:prstGeom prst="rightArrow">
            <a:avLst/>
          </a:prstGeom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dirty="0"/>
          </a:p>
        </p:txBody>
      </p:sp>
      <p:sp>
        <p:nvSpPr>
          <p:cNvPr id="1048745" name="右箭头 8"/>
          <p:cNvSpPr/>
          <p:nvPr/>
        </p:nvSpPr>
        <p:spPr>
          <a:xfrm>
            <a:off x="5584806" y="4034215"/>
            <a:ext cx="914399" cy="313267"/>
          </a:xfrm>
          <a:prstGeom prst="rightArrow">
            <a:avLst/>
          </a:prstGeom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dirty="0"/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700"/>
    </mc:Choice>
    <mc:Fallback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7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487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487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74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04874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04874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7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0487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0487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74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04874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04874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7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0487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0487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74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04874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04874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48743" grpId="0" bldLvl="0" animBg="1"/>
      <p:bldP spid="1048744" grpId="0" bldLvl="0" animBg="1"/>
      <p:bldP spid="1048745" grpId="0" bldLvl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7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194305" name="Object 6"/>
          <p:cNvGraphicFramePr>
            <a:graphicFrameLocks noChangeAspect="1"/>
          </p:cNvGraphicFramePr>
          <p:nvPr/>
        </p:nvGraphicFramePr>
        <p:xfrm>
          <a:off x="533400" y="1778008"/>
          <a:ext cx="8077200" cy="393964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78" name="Visio" showAsIcon="1" r:id="rId1" imgW="7239000" imgH="3454400" progId="Visio.Drawing.11">
                  <p:embed/>
                </p:oleObj>
              </mc:Choice>
              <mc:Fallback>
                <p:oleObj name="Visio" showAsIcon="1" r:id="rId1" imgW="7239000" imgH="3454400" progId="Visio.Drawing.11">
                  <p:embed/>
                  <p:pic>
                    <p:nvPicPr>
                      <p:cNvPr id="0" name="图片 1026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3400" y="1778008"/>
                        <a:ext cx="8077200" cy="393964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48749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pPr>
              <a:spcAft>
                <a:spcPts val="0"/>
              </a:spcAft>
            </a:pPr>
            <a:r>
              <a:rPr lang="zh-CN" altLang="en-US" dirty="0" smtClean="0"/>
              <a:t>数据结构与计算学科</a:t>
            </a:r>
            <a:endParaRPr lang="zh-CN" altLang="en-US" dirty="0"/>
          </a:p>
        </p:txBody>
      </p:sp>
      <p:sp>
        <p:nvSpPr>
          <p:cNvPr id="1048750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rtl="0">
              <a:spcAft>
                <a:spcPts val="0"/>
              </a:spcAft>
            </a:pPr>
            <a:fld id="{71B7BAC7-FE87-40F6-AA24-4F4685D1B022}" type="slidenum">
              <a:rPr lang="en-US" altLang="zh-CN" noProof="0" smtClean="0"/>
            </a:fld>
            <a:endParaRPr lang="zh-CN" altLang="en-US" noProof="0" dirty="0"/>
          </a:p>
        </p:txBody>
      </p:sp>
    </p:spTree>
    <p:custDataLst>
      <p:tags r:id="rId3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700"/>
    </mc:Choice>
    <mc:Fallback>
      <p:transition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8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62" name="标题 3"/>
          <p:cNvSpPr>
            <a:spLocks noGrp="1"/>
          </p:cNvSpPr>
          <p:nvPr>
            <p:ph type="title"/>
          </p:nvPr>
        </p:nvSpPr>
        <p:spPr/>
        <p:txBody>
          <a:bodyPr/>
          <a:p>
            <a:pPr>
              <a:spcAft>
                <a:spcPts val="0"/>
              </a:spcAft>
            </a:pPr>
            <a:r>
              <a:rPr lang="zh-CN" altLang="en-US" dirty="0" smtClean="0"/>
              <a:t>数据结构定义</a:t>
            </a:r>
            <a:endParaRPr lang="zh-CN" altLang="en-US" dirty="0"/>
          </a:p>
        </p:txBody>
      </p:sp>
      <p:sp>
        <p:nvSpPr>
          <p:cNvPr id="1048763" name="文本占位符 4"/>
          <p:cNvSpPr>
            <a:spLocks noGrp="1"/>
          </p:cNvSpPr>
          <p:nvPr>
            <p:ph type="body" idx="1"/>
          </p:nvPr>
        </p:nvSpPr>
        <p:spPr/>
        <p:txBody>
          <a:bodyPr/>
          <a:p>
            <a:pPr>
              <a:spcAft>
                <a:spcPts val="0"/>
              </a:spcAft>
            </a:pPr>
            <a:r>
              <a:rPr lang="zh-CN" altLang="en-US" dirty="0" smtClean="0"/>
              <a:t>基本概念及术语</a:t>
            </a:r>
            <a:endParaRPr lang="zh-CN" altLang="en-US" dirty="0"/>
          </a:p>
        </p:txBody>
      </p:sp>
      <p:sp>
        <p:nvSpPr>
          <p:cNvPr id="1048764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rtl="0">
              <a:spcAft>
                <a:spcPts val="0"/>
              </a:spcAft>
            </a:pPr>
            <a:fld id="{71B7BAC7-FE87-40F6-AA24-4F4685D1B022}" type="slidenum">
              <a:rPr lang="en-US" altLang="zh-CN" noProof="0" smtClean="0"/>
            </a:fld>
            <a:endParaRPr lang="zh-CN" altLang="en-US" noProof="0" dirty="0"/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700"/>
    </mc:Choice>
    <mc:Fallback>
      <p:transition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8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68" name="标题 4"/>
          <p:cNvSpPr>
            <a:spLocks noGrp="1"/>
          </p:cNvSpPr>
          <p:nvPr>
            <p:ph type="title"/>
          </p:nvPr>
        </p:nvSpPr>
        <p:spPr/>
        <p:txBody>
          <a:bodyPr/>
          <a:p>
            <a:pPr>
              <a:spcAft>
                <a:spcPts val="0"/>
              </a:spcAft>
            </a:pPr>
            <a:r>
              <a:rPr lang="zh-CN" altLang="en-US" dirty="0" smtClean="0"/>
              <a:t>基本概念和术语</a:t>
            </a:r>
            <a:endParaRPr lang="zh-CN" altLang="en-US" dirty="0"/>
          </a:p>
        </p:txBody>
      </p:sp>
      <p:sp>
        <p:nvSpPr>
          <p:cNvPr id="1048769" name="内容占位符 5"/>
          <p:cNvSpPr>
            <a:spLocks noGrp="1"/>
          </p:cNvSpPr>
          <p:nvPr>
            <p:ph idx="1"/>
          </p:nvPr>
        </p:nvSpPr>
        <p:spPr>
          <a:xfrm>
            <a:off x="38108" y="1825630"/>
            <a:ext cx="10104967" cy="4351339"/>
          </a:xfrm>
        </p:spPr>
        <p:txBody>
          <a:bodyPr>
            <a:normAutofit fontScale="80000" lnSpcReduction="20000"/>
          </a:bodyPr>
          <a:p>
            <a:pPr marL="412115" marR="5080">
              <a:lnSpc>
                <a:spcPct val="145000"/>
              </a:lnSpc>
              <a:spcBef>
                <a:spcPts val="1045"/>
              </a:spcBef>
              <a:spcAft>
                <a:spcPts val="0"/>
              </a:spcAft>
            </a:pPr>
            <a:r>
              <a:rPr lang="zh-CN" altLang="en-US" dirty="0" smtClean="0">
                <a:solidFill>
                  <a:srgbClr val="FF0000"/>
                </a:solidFill>
                <a:latin typeface="Microsoft JhengHei" panose="020B0604030504040204" charset="-120"/>
                <a:cs typeface="Microsoft JhengHei" panose="020B0604030504040204" charset="-120"/>
              </a:rPr>
              <a:t>数据（</a:t>
            </a:r>
            <a:r>
              <a:rPr lang="en-US" altLang="zh-CN" dirty="0" smtClean="0">
                <a:solidFill>
                  <a:srgbClr val="FF0000"/>
                </a:solidFill>
                <a:latin typeface="Microsoft JhengHei" panose="020B0604030504040204" charset="-120"/>
                <a:cs typeface="Microsoft JhengHei" panose="020B0604030504040204" charset="-120"/>
              </a:rPr>
              <a:t>Data</a:t>
            </a:r>
            <a:r>
              <a:rPr lang="zh-CN" altLang="en-US" dirty="0" smtClean="0">
                <a:solidFill>
                  <a:srgbClr val="FF0000"/>
                </a:solidFill>
                <a:latin typeface="Microsoft JhengHei" panose="020B0604030504040204" charset="-120"/>
                <a:cs typeface="Microsoft JhengHei" panose="020B0604030504040204" charset="-120"/>
              </a:rPr>
              <a:t>）</a:t>
            </a:r>
            <a:r>
              <a:rPr lang="zh-CN" altLang="en-US" dirty="0" smtClean="0">
                <a:latin typeface="Microsoft JhengHei" panose="020B0604030504040204" charset="-120"/>
                <a:cs typeface="Microsoft JhengHei" panose="020B0604030504040204" charset="-120"/>
              </a:rPr>
              <a:t>：</a:t>
            </a:r>
            <a:br>
              <a:rPr lang="en-US" altLang="zh-CN" dirty="0" smtClean="0">
                <a:latin typeface="Microsoft JhengHei" panose="020B0604030504040204" charset="-120"/>
                <a:cs typeface="Microsoft JhengHei" panose="020B0604030504040204" charset="-120"/>
              </a:rPr>
            </a:br>
            <a:r>
              <a:rPr lang="zh-CN" altLang="en-US" dirty="0" smtClean="0">
                <a:latin typeface="Microsoft JhengHei" panose="020B0604030504040204" charset="-120"/>
                <a:cs typeface="Microsoft JhengHei" panose="020B0604030504040204" charset="-120"/>
              </a:rPr>
              <a:t>一切</a:t>
            </a:r>
            <a:r>
              <a:rPr lang="zh-CN" altLang="en-US" spc="-25" dirty="0">
                <a:latin typeface="宋体" panose="02010600030101010101" pitchFamily="2" charset="-122"/>
                <a:cs typeface="宋体" panose="02010600030101010101" pitchFamily="2" charset="-122"/>
              </a:rPr>
              <a:t>能</a:t>
            </a:r>
            <a:r>
              <a:rPr lang="zh-CN" altLang="en-US" spc="-25" dirty="0">
                <a:solidFill>
                  <a:srgbClr val="FF33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输入</a:t>
            </a:r>
            <a:r>
              <a:rPr lang="zh-CN" altLang="en-US" spc="-25" dirty="0">
                <a:latin typeface="宋体" panose="02010600030101010101" pitchFamily="2" charset="-122"/>
                <a:cs typeface="宋体" panose="02010600030101010101" pitchFamily="2" charset="-122"/>
              </a:rPr>
              <a:t>到计算机中并能被计算机程序</a:t>
            </a:r>
            <a:r>
              <a:rPr lang="zh-CN" altLang="en-US" spc="-25" dirty="0">
                <a:solidFill>
                  <a:srgbClr val="FF33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识别和</a:t>
            </a:r>
            <a:r>
              <a:rPr lang="zh-CN" altLang="en-US" spc="-20" dirty="0">
                <a:solidFill>
                  <a:srgbClr val="FF33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处理</a:t>
            </a:r>
            <a:r>
              <a:rPr lang="zh-CN" altLang="en-US" spc="-25" dirty="0">
                <a:latin typeface="宋体" panose="02010600030101010101" pitchFamily="2" charset="-122"/>
                <a:cs typeface="宋体" panose="02010600030101010101" pitchFamily="2" charset="-122"/>
              </a:rPr>
              <a:t>的符号集合。</a:t>
            </a:r>
            <a:endParaRPr lang="zh-CN" altLang="en-US" dirty="0"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marL="755015" marR="1491615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pc="-25" dirty="0">
                <a:latin typeface="宋体" panose="02010600030101010101" pitchFamily="2" charset="-122"/>
                <a:cs typeface="宋体" panose="02010600030101010101" pitchFamily="2" charset="-122"/>
              </a:rPr>
              <a:t>数值数据：整数、实数等</a:t>
            </a:r>
            <a:endParaRPr lang="en-US" altLang="zh-CN" spc="-25" dirty="0"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marL="755015" marR="1491615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pc="-25" dirty="0">
                <a:latin typeface="宋体" panose="02010600030101010101" pitchFamily="2" charset="-122"/>
                <a:cs typeface="宋体" panose="02010600030101010101" pitchFamily="2" charset="-122"/>
              </a:rPr>
              <a:t>非数值数据：图形、图象、声音、文字等</a:t>
            </a:r>
            <a:endParaRPr lang="zh-CN" altLang="en-US" dirty="0"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marL="412115" marR="5080">
              <a:lnSpc>
                <a:spcPct val="135000"/>
              </a:lnSpc>
              <a:spcBef>
                <a:spcPts val="805"/>
              </a:spcBef>
              <a:spcAft>
                <a:spcPts val="0"/>
              </a:spcAft>
            </a:pPr>
            <a:r>
              <a:rPr lang="zh-CN" altLang="en-US" dirty="0">
                <a:solidFill>
                  <a:srgbClr val="FF0000"/>
                </a:solidFill>
                <a:latin typeface="Microsoft JhengHei" panose="020B0604030504040204" charset="-120"/>
                <a:cs typeface="Microsoft JhengHei" panose="020B0604030504040204" charset="-120"/>
              </a:rPr>
              <a:t>数据</a:t>
            </a:r>
            <a:r>
              <a:rPr lang="zh-CN" altLang="en-US" dirty="0" smtClean="0">
                <a:solidFill>
                  <a:srgbClr val="FF0000"/>
                </a:solidFill>
                <a:latin typeface="Microsoft JhengHei" panose="020B0604030504040204" charset="-120"/>
                <a:cs typeface="Microsoft JhengHei" panose="020B0604030504040204" charset="-120"/>
              </a:rPr>
              <a:t>元素</a:t>
            </a:r>
            <a:r>
              <a:rPr lang="en-US" altLang="zh-CN" dirty="0" smtClean="0">
                <a:solidFill>
                  <a:srgbClr val="FF0000"/>
                </a:solidFill>
                <a:latin typeface="Microsoft JhengHei" panose="020B0604030504040204" charset="-120"/>
                <a:cs typeface="Microsoft JhengHei" panose="020B0604030504040204" charset="-120"/>
              </a:rPr>
              <a:t>(Data Element)</a:t>
            </a:r>
            <a:r>
              <a:rPr lang="zh-CN" altLang="en-US" dirty="0" smtClean="0">
                <a:latin typeface="Microsoft JhengHei" panose="020B0604030504040204" charset="-120"/>
                <a:cs typeface="Microsoft JhengHei" panose="020B0604030504040204" charset="-120"/>
              </a:rPr>
              <a:t>：</a:t>
            </a:r>
            <a:br>
              <a:rPr lang="en-US" altLang="zh-CN" dirty="0" smtClean="0">
                <a:latin typeface="Microsoft JhengHei" panose="020B0604030504040204" charset="-120"/>
                <a:cs typeface="Microsoft JhengHei" panose="020B0604030504040204" charset="-120"/>
              </a:rPr>
            </a:br>
            <a:r>
              <a:rPr lang="zh-CN" altLang="en-US" spc="-25" dirty="0">
                <a:latin typeface="宋体" panose="02010600030101010101" pitchFamily="2" charset="-122"/>
                <a:cs typeface="宋体" panose="02010600030101010101" pitchFamily="2" charset="-122"/>
              </a:rPr>
              <a:t>数据的</a:t>
            </a:r>
            <a:r>
              <a:rPr lang="zh-CN" altLang="en-US" spc="-25" dirty="0">
                <a:solidFill>
                  <a:srgbClr val="FF33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基本</a:t>
            </a:r>
            <a:r>
              <a:rPr lang="zh-CN" altLang="en-US" spc="-25" dirty="0">
                <a:latin typeface="宋体" panose="02010600030101010101" pitchFamily="2" charset="-122"/>
                <a:cs typeface="宋体" panose="02010600030101010101" pitchFamily="2" charset="-122"/>
              </a:rPr>
              <a:t>单位，在程序中通常作为</a:t>
            </a:r>
            <a:r>
              <a:rPr lang="zh-CN" altLang="en-US" spc="-20" dirty="0">
                <a:latin typeface="宋体" panose="02010600030101010101" pitchFamily="2" charset="-122"/>
                <a:cs typeface="宋体" panose="02010600030101010101" pitchFamily="2" charset="-122"/>
              </a:rPr>
              <a:t>一个</a:t>
            </a:r>
            <a:r>
              <a:rPr lang="zh-CN" altLang="en-US" spc="-25" dirty="0">
                <a:solidFill>
                  <a:srgbClr val="FF33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整体</a:t>
            </a:r>
            <a:r>
              <a:rPr lang="zh-CN" altLang="en-US" spc="-25" dirty="0">
                <a:latin typeface="宋体" panose="02010600030101010101" pitchFamily="2" charset="-122"/>
                <a:cs typeface="宋体" panose="02010600030101010101" pitchFamily="2" charset="-122"/>
              </a:rPr>
              <a:t>进行考虑和处理</a:t>
            </a:r>
            <a:r>
              <a:rPr lang="zh-CN" altLang="en-US" sz="2900" dirty="0">
                <a:latin typeface="Microsoft JhengHei" panose="020B0604030504040204" charset="-120"/>
                <a:cs typeface="Microsoft JhengHei" panose="020B0604030504040204" charset="-120"/>
              </a:rPr>
              <a:t>（</a:t>
            </a:r>
            <a:r>
              <a:rPr lang="en-US" altLang="zh-CN" sz="2900" dirty="0">
                <a:latin typeface="Microsoft JhengHei" panose="020B0604030504040204" charset="-120"/>
                <a:cs typeface="Microsoft JhengHei" panose="020B0604030504040204" charset="-120"/>
              </a:rPr>
              <a:t>Node, Record</a:t>
            </a:r>
            <a:r>
              <a:rPr lang="zh-CN" altLang="en-US" sz="2900" dirty="0">
                <a:latin typeface="Microsoft JhengHei" panose="020B0604030504040204" charset="-120"/>
                <a:cs typeface="Microsoft JhengHei" panose="020B0604030504040204" charset="-120"/>
              </a:rPr>
              <a:t>）</a:t>
            </a:r>
            <a:r>
              <a:rPr lang="zh-CN" altLang="en-US" spc="-25" dirty="0">
                <a:latin typeface="宋体" panose="02010600030101010101" pitchFamily="2" charset="-122"/>
                <a:cs typeface="宋体" panose="02010600030101010101" pitchFamily="2" charset="-122"/>
              </a:rPr>
              <a:t>。</a:t>
            </a:r>
            <a:endParaRPr lang="zh-CN" altLang="en-US" dirty="0"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marL="412115" marR="920115">
              <a:lnSpc>
                <a:spcPct val="145000"/>
              </a:lnSpc>
              <a:spcBef>
                <a:spcPts val="30"/>
              </a:spcBef>
              <a:spcAft>
                <a:spcPts val="0"/>
              </a:spcAft>
            </a:pPr>
            <a:r>
              <a:rPr lang="zh-CN" altLang="en-US" dirty="0" smtClean="0">
                <a:solidFill>
                  <a:srgbClr val="FF0000"/>
                </a:solidFill>
                <a:latin typeface="Microsoft JhengHei" panose="020B0604030504040204" charset="-120"/>
                <a:cs typeface="Microsoft JhengHei" panose="020B0604030504040204" charset="-120"/>
              </a:rPr>
              <a:t>数据项</a:t>
            </a:r>
            <a:r>
              <a:rPr lang="en-US" altLang="zh-CN" dirty="0" smtClean="0">
                <a:solidFill>
                  <a:srgbClr val="FF0000"/>
                </a:solidFill>
                <a:latin typeface="Microsoft JhengHei" panose="020B0604030504040204" charset="-120"/>
                <a:cs typeface="Microsoft JhengHei" panose="020B0604030504040204" charset="-120"/>
              </a:rPr>
              <a:t>(Data Item)</a:t>
            </a:r>
            <a:r>
              <a:rPr lang="zh-CN" altLang="en-US" dirty="0" smtClean="0">
                <a:latin typeface="Microsoft JhengHei" panose="020B0604030504040204" charset="-120"/>
                <a:cs typeface="Microsoft JhengHei" panose="020B0604030504040204" charset="-120"/>
              </a:rPr>
              <a:t>：</a:t>
            </a:r>
            <a:br>
              <a:rPr lang="en-US" altLang="zh-CN" dirty="0" smtClean="0">
                <a:latin typeface="Microsoft JhengHei" panose="020B0604030504040204" charset="-120"/>
                <a:cs typeface="Microsoft JhengHei" panose="020B0604030504040204" charset="-120"/>
              </a:rPr>
            </a:br>
            <a:r>
              <a:rPr lang="zh-CN" altLang="en-US" spc="-25" dirty="0">
                <a:latin typeface="宋体" panose="02010600030101010101" pitchFamily="2" charset="-122"/>
                <a:cs typeface="宋体" panose="02010600030101010101" pitchFamily="2" charset="-122"/>
              </a:rPr>
              <a:t>构成数据元素的不可分割的最小单位</a:t>
            </a:r>
            <a:r>
              <a:rPr lang="en-US" altLang="zh-CN" sz="2900" dirty="0">
                <a:latin typeface="Microsoft JhengHei" panose="020B0604030504040204" charset="-120"/>
                <a:cs typeface="Microsoft JhengHei" panose="020B0604030504040204" charset="-120"/>
              </a:rPr>
              <a:t>(Field)</a:t>
            </a:r>
            <a:r>
              <a:rPr lang="zh-CN" altLang="en-US" spc="-25" dirty="0">
                <a:latin typeface="宋体" panose="02010600030101010101" pitchFamily="2" charset="-122"/>
                <a:cs typeface="宋体" panose="02010600030101010101" pitchFamily="2" charset="-122"/>
              </a:rPr>
              <a:t>。</a:t>
            </a:r>
            <a:endParaRPr lang="en-US" altLang="zh-CN" spc="-25" dirty="0"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marL="412115" marR="920115">
              <a:lnSpc>
                <a:spcPct val="145000"/>
              </a:lnSpc>
              <a:spcBef>
                <a:spcPts val="30"/>
              </a:spcBef>
            </a:pPr>
            <a:r>
              <a:rPr lang="zh-CN" altLang="en-US" spc="-25" dirty="0">
                <a:solidFill>
                  <a:srgbClr val="FF0000"/>
                </a:solidFill>
                <a:latin typeface="Microsoft JhengHei" panose="020B0604030504040204" charset="-120"/>
                <a:cs typeface="Microsoft JhengHei" panose="020B0604030504040204" charset="-120"/>
              </a:rPr>
              <a:t>数据对象</a:t>
            </a:r>
            <a:r>
              <a:rPr lang="en-US" altLang="zh-CN" spc="-25" dirty="0">
                <a:solidFill>
                  <a:srgbClr val="FF0000"/>
                </a:solidFill>
                <a:latin typeface="Microsoft JhengHei" panose="020B0604030504040204" charset="-120"/>
                <a:cs typeface="Microsoft JhengHei" panose="020B0604030504040204" charset="-120"/>
              </a:rPr>
              <a:t>(Data Object)</a:t>
            </a:r>
            <a:r>
              <a:rPr lang="zh-CN" altLang="en-US" dirty="0" smtClean="0">
                <a:latin typeface="Microsoft JhengHei" panose="020B0604030504040204" charset="-120"/>
                <a:cs typeface="Microsoft JhengHei" panose="020B0604030504040204" charset="-120"/>
              </a:rPr>
              <a:t>：</a:t>
            </a:r>
            <a:br>
              <a:rPr lang="en-US" altLang="zh-CN" dirty="0" smtClean="0">
                <a:latin typeface="Microsoft JhengHei" panose="020B0604030504040204" charset="-120"/>
                <a:cs typeface="Microsoft JhengHei" panose="020B0604030504040204" charset="-120"/>
              </a:rPr>
            </a:br>
            <a:r>
              <a:rPr lang="zh-CN" altLang="en-US" spc="-25" dirty="0">
                <a:latin typeface="宋体" panose="02010600030101010101" pitchFamily="2" charset="-122"/>
                <a:cs typeface="宋体" panose="02010600030101010101" pitchFamily="2" charset="-122"/>
              </a:rPr>
              <a:t>具有相同</a:t>
            </a:r>
            <a:r>
              <a:rPr lang="zh-CN" altLang="en-US" spc="-25" dirty="0">
                <a:solidFill>
                  <a:srgbClr val="FF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性质</a:t>
            </a:r>
            <a:r>
              <a:rPr lang="zh-CN" altLang="en-US" spc="-25" dirty="0">
                <a:latin typeface="宋体" panose="02010600030101010101" pitchFamily="2" charset="-122"/>
                <a:cs typeface="宋体" panose="02010600030101010101" pitchFamily="2" charset="-122"/>
              </a:rPr>
              <a:t>的数据元素的集合，是数据的子集。</a:t>
            </a:r>
            <a:endParaRPr lang="zh-CN" altLang="en-US" dirty="0"/>
          </a:p>
        </p:txBody>
      </p:sp>
      <p:sp>
        <p:nvSpPr>
          <p:cNvPr id="1048770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rtl="0">
              <a:spcAft>
                <a:spcPts val="0"/>
              </a:spcAft>
            </a:pPr>
            <a:fld id="{71B7BAC7-FE87-40F6-AA24-4F4685D1B022}" type="slidenum">
              <a:rPr lang="en-US" altLang="zh-CN" noProof="0" smtClean="0"/>
            </a:fld>
            <a:endParaRPr lang="zh-CN" altLang="en-US" noProof="0" dirty="0"/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700"/>
    </mc:Choice>
    <mc:Fallback>
      <p:transition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8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74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pPr>
              <a:spcAft>
                <a:spcPts val="0"/>
              </a:spcAft>
            </a:pPr>
            <a:r>
              <a:rPr lang="zh-CN" altLang="en-US" dirty="0" smtClean="0"/>
              <a:t>数据结构概念</a:t>
            </a:r>
            <a:endParaRPr lang="zh-CN" altLang="en-US" dirty="0"/>
          </a:p>
        </p:txBody>
      </p:sp>
      <p:sp>
        <p:nvSpPr>
          <p:cNvPr id="1048775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p>
            <a:pPr>
              <a:spcAft>
                <a:spcPts val="0"/>
              </a:spcAft>
            </a:pPr>
            <a:r>
              <a:rPr lang="zh-CN" altLang="en-US" dirty="0" smtClean="0">
                <a:solidFill>
                  <a:srgbClr val="FF0000"/>
                </a:solidFill>
                <a:latin typeface="Microsoft JhengHei" panose="020B0604030504040204" charset="-120"/>
                <a:cs typeface="Microsoft JhengHei" panose="020B0604030504040204" charset="-120"/>
              </a:rPr>
              <a:t>数据结构：</a:t>
            </a:r>
            <a:r>
              <a:rPr lang="zh-CN" altLang="en-US" spc="-25" dirty="0">
                <a:latin typeface="宋体" panose="02010600030101010101" pitchFamily="2" charset="-122"/>
                <a:cs typeface="宋体" panose="02010600030101010101" pitchFamily="2" charset="-122"/>
              </a:rPr>
              <a:t>数据元素及其相互间的关系的</a:t>
            </a:r>
            <a:r>
              <a:rPr lang="zh-CN" altLang="en-US" spc="-25" dirty="0">
                <a:solidFill>
                  <a:srgbClr val="FF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数学描述</a:t>
            </a:r>
            <a:r>
              <a:rPr lang="zh-CN" altLang="en-US" spc="-25" dirty="0">
                <a:latin typeface="宋体" panose="02010600030101010101" pitchFamily="2" charset="-122"/>
                <a:cs typeface="宋体" panose="02010600030101010101" pitchFamily="2" charset="-122"/>
              </a:rPr>
              <a:t>。数据结构是带“结构”的数据元素的集合，“结构”就是指数据元素之间存在的关系。</a:t>
            </a:r>
            <a:endParaRPr lang="en-US" altLang="zh-CN" spc="-25" dirty="0"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</a:pPr>
            <a:r>
              <a:rPr lang="zh-CN" altLang="en-US" dirty="0">
                <a:latin typeface="Microsoft JhengHei" panose="020B0604030504040204" charset="-120"/>
                <a:cs typeface="Microsoft JhengHei" panose="020B0604030504040204" charset="-120"/>
              </a:rPr>
              <a:t>数据结构的两个层次：</a:t>
            </a:r>
            <a:endParaRPr lang="zh-CN" altLang="en-US" dirty="0">
              <a:latin typeface="Microsoft JhengHei" panose="020B0604030504040204" charset="-120"/>
              <a:cs typeface="Microsoft JhengHei" panose="020B0604030504040204" charset="-120"/>
            </a:endParaRPr>
          </a:p>
          <a:p>
            <a:pPr marL="685800" lvl="2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</a:pPr>
            <a:r>
              <a:rPr lang="zh-CN" altLang="en-US" dirty="0">
                <a:solidFill>
                  <a:srgbClr val="FF0000"/>
                </a:solidFill>
                <a:latin typeface="Microsoft JhengHei" panose="020B0604030504040204" charset="-120"/>
                <a:cs typeface="Microsoft JhengHei" panose="020B0604030504040204" charset="-120"/>
                <a:hlinkClick r:id="rId1" action="ppaction://hlinksldjump"/>
              </a:rPr>
              <a:t>逻辑结构</a:t>
            </a:r>
            <a:r>
              <a:rPr lang="en-US" altLang="zh-CN" dirty="0" smtClean="0">
                <a:solidFill>
                  <a:srgbClr val="FF0000"/>
                </a:solidFill>
                <a:latin typeface="Microsoft JhengHei" panose="020B0604030504040204" charset="-120"/>
                <a:cs typeface="Microsoft JhengHei" panose="020B0604030504040204" charset="-120"/>
                <a:hlinkClick r:id="rId1" action="ppaction://hlinksldjump"/>
              </a:rPr>
              <a:t>---</a:t>
            </a:r>
            <a:br>
              <a:rPr lang="en-US" altLang="zh-CN" dirty="0" smtClean="0">
                <a:solidFill>
                  <a:srgbClr val="FF0000"/>
                </a:solidFill>
                <a:latin typeface="Microsoft JhengHei" panose="020B0604030504040204" charset="-120"/>
                <a:cs typeface="Microsoft JhengHei" panose="020B0604030504040204" charset="-120"/>
              </a:rPr>
            </a:br>
            <a:r>
              <a:rPr lang="zh-CN" altLang="en-US" spc="-25" dirty="0">
                <a:latin typeface="宋体" panose="02010600030101010101" pitchFamily="2" charset="-122"/>
                <a:cs typeface="宋体" panose="02010600030101010101" pitchFamily="2" charset="-122"/>
              </a:rPr>
              <a:t>数据元素间抽象化的相互关系，与数据的存储无关，独立于计算机，它是从具体问题抽象出来的数学模型。</a:t>
            </a:r>
            <a:endParaRPr lang="zh-CN" altLang="en-US" spc="-25" dirty="0"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marL="685800" lvl="2">
              <a:lnSpc>
                <a:spcPct val="100000"/>
              </a:lnSpc>
              <a:spcBef>
                <a:spcPts val="375"/>
              </a:spcBef>
            </a:pPr>
            <a:r>
              <a:rPr lang="zh-CN" altLang="en-US" dirty="0">
                <a:solidFill>
                  <a:srgbClr val="FF0000"/>
                </a:solidFill>
                <a:latin typeface="Microsoft JhengHei" panose="020B0604030504040204" charset="-120"/>
                <a:cs typeface="Microsoft JhengHei" panose="020B0604030504040204" charset="-120"/>
                <a:hlinkClick r:id="rId2" action="ppaction://hlinksldjump"/>
              </a:rPr>
              <a:t>存储结构（物理结构）</a:t>
            </a:r>
            <a:r>
              <a:rPr lang="en-US" altLang="zh-CN" dirty="0" smtClean="0">
                <a:solidFill>
                  <a:srgbClr val="FF0000"/>
                </a:solidFill>
                <a:latin typeface="Microsoft JhengHei" panose="020B0604030504040204" charset="-120"/>
                <a:cs typeface="Microsoft JhengHei" panose="020B0604030504040204" charset="-120"/>
                <a:hlinkClick r:id="rId2" action="ppaction://hlinksldjump"/>
              </a:rPr>
              <a:t>----</a:t>
            </a:r>
            <a:br>
              <a:rPr lang="en-US" altLang="zh-CN" dirty="0" smtClean="0">
                <a:solidFill>
                  <a:srgbClr val="FF0000"/>
                </a:solidFill>
                <a:latin typeface="Microsoft JhengHei" panose="020B0604030504040204" charset="-120"/>
                <a:cs typeface="Microsoft JhengHei" panose="020B0604030504040204" charset="-120"/>
              </a:rPr>
            </a:br>
            <a:r>
              <a:rPr lang="zh-CN" altLang="en-US" spc="-25" dirty="0">
                <a:latin typeface="宋体" panose="02010600030101010101" pitchFamily="2" charset="-122"/>
                <a:cs typeface="宋体" panose="02010600030101010101" pitchFamily="2" charset="-122"/>
              </a:rPr>
              <a:t>数据元素及其关系在计算机存储器中的存储方式。</a:t>
            </a:r>
            <a:endParaRPr lang="zh-CN" altLang="en-US" spc="-25" dirty="0"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endParaRPr lang="zh-CN" altLang="en-US" spc="-25" dirty="0"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endParaRPr lang="zh-CN" altLang="en-US" dirty="0">
              <a:latin typeface="Microsoft JhengHei" panose="020B0604030504040204" charset="-120"/>
              <a:cs typeface="Microsoft JhengHei" panose="020B0604030504040204" charset="-120"/>
            </a:endParaRPr>
          </a:p>
          <a:p>
            <a:endParaRPr lang="zh-CN" altLang="en-US" dirty="0"/>
          </a:p>
        </p:txBody>
      </p:sp>
      <p:sp>
        <p:nvSpPr>
          <p:cNvPr id="1048776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rtl="0">
              <a:spcAft>
                <a:spcPts val="0"/>
              </a:spcAft>
            </a:pPr>
            <a:fld id="{71B7BAC7-FE87-40F6-AA24-4F4685D1B022}" type="slidenum">
              <a:rPr lang="en-US" altLang="zh-CN" noProof="0" smtClean="0"/>
            </a:fld>
            <a:endParaRPr lang="zh-CN" altLang="en-US" noProof="0" dirty="0"/>
          </a:p>
        </p:txBody>
      </p:sp>
    </p:spTree>
    <p:custDataLst>
      <p:tags r:id="rId3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700"/>
    </mc:Choice>
    <mc:Fallback>
      <p:transition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8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80" name="Rectangle 2"/>
          <p:cNvSpPr>
            <a:spLocks noChangeArrowheads="1"/>
          </p:cNvSpPr>
          <p:nvPr/>
        </p:nvSpPr>
        <p:spPr bwMode="auto">
          <a:xfrm>
            <a:off x="284174" y="776290"/>
            <a:ext cx="7947025" cy="4686300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 marL="342900" indent="-3429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1pPr>
            <a:lvl2pPr marL="742950" indent="-28575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2pPr>
            <a:lvl3pPr marL="11430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3pPr>
            <a:lvl4pPr marL="16002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4pPr>
            <a:lvl5pPr marL="20574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9pPr>
          </a:lstStyle>
          <a:p>
            <a:pPr>
              <a:buFontTx/>
              <a:buChar char=" "/>
            </a:pPr>
            <a:endParaRPr lang="en-US" altLang="zh-CN" b="1" dirty="0">
              <a:solidFill>
                <a:srgbClr val="000066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1048781" name="标题 3"/>
          <p:cNvSpPr>
            <a:spLocks noGrp="1"/>
          </p:cNvSpPr>
          <p:nvPr>
            <p:ph type="title"/>
          </p:nvPr>
        </p:nvSpPr>
        <p:spPr/>
        <p:txBody>
          <a:bodyPr/>
          <a:p>
            <a:pPr>
              <a:spcAft>
                <a:spcPts val="0"/>
              </a:spcAft>
            </a:pPr>
            <a:r>
              <a:rPr lang="zh-CN" altLang="en-US" dirty="0" smtClean="0"/>
              <a:t>逻辑结构（</a:t>
            </a:r>
            <a:r>
              <a:rPr lang="en-US" altLang="zh-CN" dirty="0" smtClean="0"/>
              <a:t>Cont.</a:t>
            </a:r>
            <a:r>
              <a:rPr lang="zh-CN" altLang="en-US" dirty="0" smtClean="0"/>
              <a:t>）</a:t>
            </a:r>
            <a:endParaRPr lang="zh-CN" altLang="en-US" dirty="0"/>
          </a:p>
        </p:txBody>
      </p:sp>
      <p:sp>
        <p:nvSpPr>
          <p:cNvPr id="1048782" name="内容占位符 4"/>
          <p:cNvSpPr>
            <a:spLocks noGrp="1"/>
          </p:cNvSpPr>
          <p:nvPr>
            <p:ph idx="1"/>
          </p:nvPr>
        </p:nvSpPr>
        <p:spPr/>
        <p:txBody>
          <a:bodyPr/>
          <a:p>
            <a:pPr>
              <a:spcAft>
                <a:spcPts val="0"/>
              </a:spcAft>
            </a:pPr>
            <a:r>
              <a:rPr lang="zh-CN" altLang="en-US" dirty="0"/>
              <a:t>划分方法一</a:t>
            </a:r>
            <a:endParaRPr lang="zh-CN" altLang="en-US" dirty="0"/>
          </a:p>
          <a:p>
            <a:pPr lvl="1">
              <a:spcBef>
                <a:spcPts val="375"/>
              </a:spcBef>
              <a:spcAft>
                <a:spcPts val="0"/>
              </a:spcAft>
            </a:pPr>
            <a:r>
              <a:rPr lang="zh-CN" altLang="en-US" dirty="0"/>
              <a:t>（</a:t>
            </a:r>
            <a:r>
              <a:rPr lang="en-US" altLang="zh-CN" dirty="0"/>
              <a:t>1</a:t>
            </a:r>
            <a:r>
              <a:rPr lang="zh-CN" altLang="en-US" dirty="0"/>
              <a:t>）线性结构</a:t>
            </a:r>
            <a:r>
              <a:rPr lang="en-US" altLang="zh-CN" dirty="0"/>
              <a:t>----</a:t>
            </a:r>
            <a:endParaRPr lang="en-US" altLang="zh-CN" dirty="0"/>
          </a:p>
          <a:p>
            <a:pPr lvl="2">
              <a:spcBef>
                <a:spcPts val="375"/>
              </a:spcBef>
              <a:spcAft>
                <a:spcPts val="0"/>
              </a:spcAft>
            </a:pPr>
            <a:r>
              <a:rPr lang="zh-CN" altLang="en-US" dirty="0"/>
              <a:t>有且仅有一个开始和一个终端结点，并且所有结点都最多只有一个直接前趋和一个后继。</a:t>
            </a:r>
            <a:endParaRPr lang="zh-CN" altLang="en-US" dirty="0"/>
          </a:p>
          <a:p>
            <a:pPr lvl="2">
              <a:spcBef>
                <a:spcPts val="375"/>
              </a:spcBef>
              <a:spcAft>
                <a:spcPts val="0"/>
              </a:spcAft>
            </a:pPr>
            <a:r>
              <a:rPr lang="zh-CN" altLang="en-US" dirty="0"/>
              <a:t>例如：线性表、栈、队列、串</a:t>
            </a:r>
            <a:endParaRPr lang="zh-CN" altLang="en-US" dirty="0"/>
          </a:p>
          <a:p>
            <a:pPr lvl="1">
              <a:spcBef>
                <a:spcPts val="375"/>
              </a:spcBef>
              <a:spcAft>
                <a:spcPts val="0"/>
              </a:spcAft>
            </a:pPr>
            <a:r>
              <a:rPr lang="zh-CN" altLang="en-US" dirty="0"/>
              <a:t>（</a:t>
            </a:r>
            <a:r>
              <a:rPr lang="en-US" altLang="zh-CN" dirty="0"/>
              <a:t>2</a:t>
            </a:r>
            <a:r>
              <a:rPr lang="zh-CN" altLang="en-US" dirty="0"/>
              <a:t>）非线性结构</a:t>
            </a:r>
            <a:r>
              <a:rPr lang="en-US" altLang="zh-CN" dirty="0"/>
              <a:t>----</a:t>
            </a:r>
            <a:endParaRPr lang="en-US" altLang="zh-CN" dirty="0"/>
          </a:p>
          <a:p>
            <a:pPr lvl="2">
              <a:spcBef>
                <a:spcPts val="375"/>
              </a:spcBef>
              <a:spcAft>
                <a:spcPts val="0"/>
              </a:spcAft>
            </a:pPr>
            <a:r>
              <a:rPr lang="zh-CN" altLang="en-US" dirty="0"/>
              <a:t>一个结点可能有多个直接前趋和直接后继。</a:t>
            </a:r>
            <a:endParaRPr lang="zh-CN" altLang="en-US" dirty="0"/>
          </a:p>
          <a:p>
            <a:pPr lvl="2">
              <a:spcBef>
                <a:spcPts val="375"/>
              </a:spcBef>
            </a:pPr>
            <a:r>
              <a:rPr lang="zh-CN" altLang="en-US" dirty="0"/>
              <a:t>例如：树、图</a:t>
            </a:r>
            <a:endParaRPr lang="zh-CN" altLang="en-US" dirty="0"/>
          </a:p>
          <a:p>
            <a:endParaRPr lang="zh-CN" altLang="en-US" dirty="0"/>
          </a:p>
        </p:txBody>
      </p:sp>
      <p:sp>
        <p:nvSpPr>
          <p:cNvPr id="104878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rtl="0">
              <a:spcAft>
                <a:spcPts val="0"/>
              </a:spcAft>
            </a:pPr>
            <a:fld id="{71B7BAC7-FE87-40F6-AA24-4F4685D1B022}" type="slidenum">
              <a:rPr lang="en-US" altLang="zh-CN" noProof="0" smtClean="0"/>
            </a:fld>
            <a:endParaRPr lang="zh-CN" altLang="en-US" noProof="0" dirty="0"/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700"/>
    </mc:Choice>
    <mc:Fallback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78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04878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48780" grpId="0" autoUpdateAnimBg="0" build="p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9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87" name="Rectangle 2"/>
          <p:cNvSpPr>
            <a:spLocks noChangeArrowheads="1"/>
          </p:cNvSpPr>
          <p:nvPr/>
        </p:nvSpPr>
        <p:spPr bwMode="auto">
          <a:xfrm>
            <a:off x="284174" y="776290"/>
            <a:ext cx="7947025" cy="4686300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 marL="342900" indent="-3429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1pPr>
            <a:lvl2pPr marL="742950" indent="-28575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2pPr>
            <a:lvl3pPr marL="11430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3pPr>
            <a:lvl4pPr marL="16002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4pPr>
            <a:lvl5pPr marL="20574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9pPr>
          </a:lstStyle>
          <a:p>
            <a:pPr>
              <a:buFontTx/>
              <a:buChar char=" "/>
            </a:pPr>
            <a:endParaRPr lang="en-US" altLang="zh-CN" b="1" dirty="0">
              <a:solidFill>
                <a:srgbClr val="000066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1048788" name="标题 3"/>
          <p:cNvSpPr>
            <a:spLocks noGrp="1"/>
          </p:cNvSpPr>
          <p:nvPr>
            <p:ph type="title"/>
          </p:nvPr>
        </p:nvSpPr>
        <p:spPr/>
        <p:txBody>
          <a:bodyPr/>
          <a:p>
            <a:pPr>
              <a:spcAft>
                <a:spcPts val="0"/>
              </a:spcAft>
            </a:pPr>
            <a:r>
              <a:rPr lang="zh-CN" altLang="en-US" dirty="0" smtClean="0"/>
              <a:t>逻辑结构</a:t>
            </a:r>
            <a:endParaRPr lang="zh-CN" altLang="en-US" dirty="0"/>
          </a:p>
        </p:txBody>
      </p:sp>
      <p:sp>
        <p:nvSpPr>
          <p:cNvPr id="1048789" name="内容占位符 4"/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p>
            <a:pPr>
              <a:spcAft>
                <a:spcPts val="0"/>
              </a:spcAft>
            </a:pPr>
            <a:r>
              <a:rPr lang="zh-CN" altLang="en-US" dirty="0"/>
              <a:t>划分</a:t>
            </a:r>
            <a:r>
              <a:rPr lang="zh-CN" altLang="en-US" dirty="0" smtClean="0"/>
              <a:t>方法二</a:t>
            </a:r>
            <a:endParaRPr lang="zh-CN" altLang="en-US" dirty="0"/>
          </a:p>
          <a:p>
            <a:pPr lvl="1">
              <a:spcBef>
                <a:spcPts val="1200"/>
              </a:spcBef>
              <a:spcAft>
                <a:spcPts val="0"/>
              </a:spcAft>
            </a:pPr>
            <a:r>
              <a:rPr lang="zh-CN" altLang="en-US" dirty="0">
                <a:solidFill>
                  <a:srgbClr val="FF0000"/>
                </a:solidFill>
              </a:rPr>
              <a:t>集合</a:t>
            </a:r>
            <a:r>
              <a:rPr lang="zh-CN" altLang="en-US" dirty="0"/>
              <a:t>：数据元素之间就是 “属 于同一个集合” ；</a:t>
            </a:r>
            <a:endParaRPr lang="zh-CN" altLang="en-US" dirty="0"/>
          </a:p>
          <a:p>
            <a:pPr lvl="1">
              <a:spcBef>
                <a:spcPts val="1200"/>
              </a:spcBef>
              <a:spcAft>
                <a:spcPts val="0"/>
              </a:spcAft>
            </a:pPr>
            <a:r>
              <a:rPr lang="zh-CN" altLang="en-US" dirty="0">
                <a:solidFill>
                  <a:srgbClr val="FF0000"/>
                </a:solidFill>
              </a:rPr>
              <a:t>数据线性结构</a:t>
            </a:r>
            <a:r>
              <a:rPr lang="zh-CN" altLang="en-US" dirty="0"/>
              <a:t>：数据元素之间 存在着一对一的线性关系；</a:t>
            </a:r>
            <a:endParaRPr lang="zh-CN" altLang="en-US" dirty="0"/>
          </a:p>
          <a:p>
            <a:pPr lvl="1">
              <a:spcBef>
                <a:spcPts val="1200"/>
              </a:spcBef>
              <a:spcAft>
                <a:spcPts val="0"/>
              </a:spcAft>
            </a:pPr>
            <a:r>
              <a:rPr lang="zh-CN" altLang="en-US" dirty="0">
                <a:solidFill>
                  <a:srgbClr val="FF0000"/>
                </a:solidFill>
              </a:rPr>
              <a:t>树型结构</a:t>
            </a:r>
            <a:r>
              <a:rPr lang="zh-CN" altLang="en-US" dirty="0"/>
              <a:t>：数据元素之间存在 着一对多的层次关系；</a:t>
            </a:r>
            <a:endParaRPr lang="zh-CN" altLang="en-US" dirty="0"/>
          </a:p>
          <a:p>
            <a:pPr lvl="1">
              <a:spcBef>
                <a:spcPts val="1200"/>
              </a:spcBef>
            </a:pPr>
            <a:r>
              <a:rPr lang="zh-CN" altLang="en-US" dirty="0">
                <a:solidFill>
                  <a:srgbClr val="FF0000"/>
                </a:solidFill>
              </a:rPr>
              <a:t>图结构</a:t>
            </a:r>
            <a:r>
              <a:rPr lang="zh-CN" altLang="en-US" dirty="0"/>
              <a:t>：数据元素之间存在着 多对多的任意关系。</a:t>
            </a:r>
            <a:endParaRPr lang="zh-CN" altLang="en-US" dirty="0"/>
          </a:p>
        </p:txBody>
      </p:sp>
      <p:sp>
        <p:nvSpPr>
          <p:cNvPr id="1048790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rtl="0">
              <a:spcAft>
                <a:spcPts val="0"/>
              </a:spcAft>
            </a:pPr>
            <a:fld id="{71B7BAC7-FE87-40F6-AA24-4F4685D1B022}" type="slidenum">
              <a:rPr lang="en-US" smtClean="0"/>
            </a:fld>
            <a:endParaRPr lang="en-US"/>
          </a:p>
        </p:txBody>
      </p:sp>
      <p:grpSp>
        <p:nvGrpSpPr>
          <p:cNvPr id="193" name="组合 15"/>
          <p:cNvGrpSpPr/>
          <p:nvPr/>
        </p:nvGrpSpPr>
        <p:grpSpPr>
          <a:xfrm>
            <a:off x="5528470" y="2344215"/>
            <a:ext cx="1592007" cy="1262588"/>
            <a:chOff x="6291707" y="2103120"/>
            <a:chExt cx="3360438" cy="3333750"/>
          </a:xfrm>
        </p:grpSpPr>
        <p:sp>
          <p:nvSpPr>
            <p:cNvPr id="1048791" name="object 12"/>
            <p:cNvSpPr/>
            <p:nvPr/>
          </p:nvSpPr>
          <p:spPr>
            <a:xfrm>
              <a:off x="6291707" y="2103120"/>
              <a:ext cx="3105150" cy="2089785"/>
            </a:xfrm>
            <a:custGeom>
              <a:avLst/>
              <a:gdLst/>
              <a:ahLst/>
              <a:cxnLst/>
              <a:rect l="l" t="t" r="r" b="b"/>
              <a:pathLst>
                <a:path w="3105150" h="2089785">
                  <a:moveTo>
                    <a:pt x="1552194" y="0"/>
                  </a:moveTo>
                  <a:lnTo>
                    <a:pt x="1424890" y="3464"/>
                  </a:lnTo>
                  <a:lnTo>
                    <a:pt x="1300420" y="13677"/>
                  </a:lnTo>
                  <a:lnTo>
                    <a:pt x="1179184" y="30369"/>
                  </a:lnTo>
                  <a:lnTo>
                    <a:pt x="1061581" y="53272"/>
                  </a:lnTo>
                  <a:lnTo>
                    <a:pt x="948011" y="82117"/>
                  </a:lnTo>
                  <a:lnTo>
                    <a:pt x="838872" y="116634"/>
                  </a:lnTo>
                  <a:lnTo>
                    <a:pt x="734565" y="156553"/>
                  </a:lnTo>
                  <a:lnTo>
                    <a:pt x="635489" y="201606"/>
                  </a:lnTo>
                  <a:lnTo>
                    <a:pt x="542044" y="251524"/>
                  </a:lnTo>
                  <a:lnTo>
                    <a:pt x="454628" y="306038"/>
                  </a:lnTo>
                  <a:lnTo>
                    <a:pt x="373641" y="364877"/>
                  </a:lnTo>
                  <a:lnTo>
                    <a:pt x="299484" y="427774"/>
                  </a:lnTo>
                  <a:lnTo>
                    <a:pt x="232555" y="494459"/>
                  </a:lnTo>
                  <a:lnTo>
                    <a:pt x="173253" y="564662"/>
                  </a:lnTo>
                  <a:lnTo>
                    <a:pt x="121979" y="638115"/>
                  </a:lnTo>
                  <a:lnTo>
                    <a:pt x="79132" y="714548"/>
                  </a:lnTo>
                  <a:lnTo>
                    <a:pt x="45111" y="793693"/>
                  </a:lnTo>
                  <a:lnTo>
                    <a:pt x="20315" y="875279"/>
                  </a:lnTo>
                  <a:lnTo>
                    <a:pt x="5145" y="959039"/>
                  </a:lnTo>
                  <a:lnTo>
                    <a:pt x="0" y="1044702"/>
                  </a:lnTo>
                  <a:lnTo>
                    <a:pt x="5145" y="1130364"/>
                  </a:lnTo>
                  <a:lnTo>
                    <a:pt x="20315" y="1214124"/>
                  </a:lnTo>
                  <a:lnTo>
                    <a:pt x="45111" y="1295710"/>
                  </a:lnTo>
                  <a:lnTo>
                    <a:pt x="79132" y="1374855"/>
                  </a:lnTo>
                  <a:lnTo>
                    <a:pt x="121979" y="1451288"/>
                  </a:lnTo>
                  <a:lnTo>
                    <a:pt x="173253" y="1524741"/>
                  </a:lnTo>
                  <a:lnTo>
                    <a:pt x="232555" y="1594944"/>
                  </a:lnTo>
                  <a:lnTo>
                    <a:pt x="299484" y="1661629"/>
                  </a:lnTo>
                  <a:lnTo>
                    <a:pt x="373641" y="1724526"/>
                  </a:lnTo>
                  <a:lnTo>
                    <a:pt x="454628" y="1783365"/>
                  </a:lnTo>
                  <a:lnTo>
                    <a:pt x="542044" y="1837879"/>
                  </a:lnTo>
                  <a:lnTo>
                    <a:pt x="635489" y="1887797"/>
                  </a:lnTo>
                  <a:lnTo>
                    <a:pt x="734565" y="1932850"/>
                  </a:lnTo>
                  <a:lnTo>
                    <a:pt x="838872" y="1972769"/>
                  </a:lnTo>
                  <a:lnTo>
                    <a:pt x="948011" y="2007286"/>
                  </a:lnTo>
                  <a:lnTo>
                    <a:pt x="1061581" y="2036131"/>
                  </a:lnTo>
                  <a:lnTo>
                    <a:pt x="1179184" y="2059034"/>
                  </a:lnTo>
                  <a:lnTo>
                    <a:pt x="1300420" y="2075726"/>
                  </a:lnTo>
                  <a:lnTo>
                    <a:pt x="1424890" y="2085939"/>
                  </a:lnTo>
                  <a:lnTo>
                    <a:pt x="1552194" y="2089404"/>
                  </a:lnTo>
                  <a:lnTo>
                    <a:pt x="1679503" y="2085939"/>
                  </a:lnTo>
                  <a:lnTo>
                    <a:pt x="1803988" y="2075726"/>
                  </a:lnTo>
                  <a:lnTo>
                    <a:pt x="1925249" y="2059034"/>
                  </a:lnTo>
                  <a:lnTo>
                    <a:pt x="2042885" y="2036131"/>
                  </a:lnTo>
                  <a:lnTo>
                    <a:pt x="2156495" y="2007286"/>
                  </a:lnTo>
                  <a:lnTo>
                    <a:pt x="2265679" y="1972769"/>
                  </a:lnTo>
                  <a:lnTo>
                    <a:pt x="2370036" y="1932850"/>
                  </a:lnTo>
                  <a:lnTo>
                    <a:pt x="2469166" y="1887797"/>
                  </a:lnTo>
                  <a:lnTo>
                    <a:pt x="2562668" y="1837879"/>
                  </a:lnTo>
                  <a:lnTo>
                    <a:pt x="2650140" y="1783365"/>
                  </a:lnTo>
                  <a:lnTo>
                    <a:pt x="2731184" y="1724526"/>
                  </a:lnTo>
                  <a:lnTo>
                    <a:pt x="2805397" y="1661629"/>
                  </a:lnTo>
                  <a:lnTo>
                    <a:pt x="2872380" y="1594944"/>
                  </a:lnTo>
                  <a:lnTo>
                    <a:pt x="2931731" y="1524741"/>
                  </a:lnTo>
                  <a:lnTo>
                    <a:pt x="2983051" y="1451288"/>
                  </a:lnTo>
                  <a:lnTo>
                    <a:pt x="3025938" y="1374855"/>
                  </a:lnTo>
                  <a:lnTo>
                    <a:pt x="3059992" y="1295710"/>
                  </a:lnTo>
                  <a:lnTo>
                    <a:pt x="3084812" y="1214124"/>
                  </a:lnTo>
                  <a:lnTo>
                    <a:pt x="3099998" y="1130364"/>
                  </a:lnTo>
                  <a:lnTo>
                    <a:pt x="3105150" y="1044701"/>
                  </a:lnTo>
                  <a:lnTo>
                    <a:pt x="3099998" y="959039"/>
                  </a:lnTo>
                  <a:lnTo>
                    <a:pt x="3084812" y="875279"/>
                  </a:lnTo>
                  <a:lnTo>
                    <a:pt x="3059992" y="793693"/>
                  </a:lnTo>
                  <a:lnTo>
                    <a:pt x="3025938" y="714548"/>
                  </a:lnTo>
                  <a:lnTo>
                    <a:pt x="2983051" y="638115"/>
                  </a:lnTo>
                  <a:lnTo>
                    <a:pt x="2931731" y="564662"/>
                  </a:lnTo>
                  <a:lnTo>
                    <a:pt x="2872380" y="494459"/>
                  </a:lnTo>
                  <a:lnTo>
                    <a:pt x="2805397" y="427774"/>
                  </a:lnTo>
                  <a:lnTo>
                    <a:pt x="2731184" y="364877"/>
                  </a:lnTo>
                  <a:lnTo>
                    <a:pt x="2650140" y="306038"/>
                  </a:lnTo>
                  <a:lnTo>
                    <a:pt x="2562668" y="251524"/>
                  </a:lnTo>
                  <a:lnTo>
                    <a:pt x="2469166" y="201606"/>
                  </a:lnTo>
                  <a:lnTo>
                    <a:pt x="2370036" y="156553"/>
                  </a:lnTo>
                  <a:lnTo>
                    <a:pt x="2265679" y="116634"/>
                  </a:lnTo>
                  <a:lnTo>
                    <a:pt x="2156495" y="82117"/>
                  </a:lnTo>
                  <a:lnTo>
                    <a:pt x="2042885" y="53272"/>
                  </a:lnTo>
                  <a:lnTo>
                    <a:pt x="1925249" y="30369"/>
                  </a:lnTo>
                  <a:lnTo>
                    <a:pt x="1803988" y="13677"/>
                  </a:lnTo>
                  <a:lnTo>
                    <a:pt x="1679503" y="3464"/>
                  </a:lnTo>
                  <a:lnTo>
                    <a:pt x="1552194" y="0"/>
                  </a:lnTo>
                  <a:close/>
                </a:path>
              </a:pathLst>
            </a:custGeom>
            <a:ln w="28575">
              <a:solidFill>
                <a:srgbClr val="000000"/>
              </a:solidFill>
            </a:ln>
          </p:spPr>
          <p:txBody>
            <a:bodyPr wrap="square" lIns="0" tIns="0" rIns="0" bIns="0" rtlCol="0"/>
            <a:p/>
          </p:txBody>
        </p:sp>
        <p:sp>
          <p:nvSpPr>
            <p:cNvPr id="1048792" name="object 13"/>
            <p:cNvSpPr/>
            <p:nvPr/>
          </p:nvSpPr>
          <p:spPr>
            <a:xfrm>
              <a:off x="7222889" y="2699766"/>
              <a:ext cx="144780" cy="144780"/>
            </a:xfrm>
            <a:custGeom>
              <a:avLst/>
              <a:gdLst/>
              <a:ahLst/>
              <a:cxnLst/>
              <a:rect l="l" t="t" r="r" b="b"/>
              <a:pathLst>
                <a:path w="144779" h="144780">
                  <a:moveTo>
                    <a:pt x="144740" y="74658"/>
                  </a:moveTo>
                  <a:lnTo>
                    <a:pt x="133044" y="33459"/>
                  </a:lnTo>
                  <a:lnTo>
                    <a:pt x="102533" y="6577"/>
                  </a:lnTo>
                  <a:lnTo>
                    <a:pt x="72384" y="0"/>
                  </a:lnTo>
                  <a:lnTo>
                    <a:pt x="58003" y="1463"/>
                  </a:lnTo>
                  <a:lnTo>
                    <a:pt x="21629" y="21038"/>
                  </a:lnTo>
                  <a:lnTo>
                    <a:pt x="1638" y="57159"/>
                  </a:lnTo>
                  <a:lnTo>
                    <a:pt x="0" y="71491"/>
                  </a:lnTo>
                  <a:lnTo>
                    <a:pt x="1443" y="86294"/>
                  </a:lnTo>
                  <a:lnTo>
                    <a:pt x="20791" y="123071"/>
                  </a:lnTo>
                  <a:lnTo>
                    <a:pt x="56548" y="143035"/>
                  </a:lnTo>
                  <a:lnTo>
                    <a:pt x="70754" y="144761"/>
                  </a:lnTo>
                  <a:lnTo>
                    <a:pt x="85721" y="143367"/>
                  </a:lnTo>
                  <a:lnTo>
                    <a:pt x="122767" y="124457"/>
                  </a:lnTo>
                  <a:lnTo>
                    <a:pt x="142915" y="88957"/>
                  </a:lnTo>
                  <a:lnTo>
                    <a:pt x="144740" y="74658"/>
                  </a:lnTo>
                  <a:close/>
                </a:path>
              </a:pathLst>
            </a:custGeom>
            <a:solidFill>
              <a:srgbClr val="4D4D4D"/>
            </a:solidFill>
          </p:spPr>
          <p:txBody>
            <a:bodyPr wrap="square" lIns="0" tIns="0" rIns="0" bIns="0" rtlCol="0"/>
            <a:p/>
          </p:txBody>
        </p:sp>
        <p:sp>
          <p:nvSpPr>
            <p:cNvPr id="1048793" name="object 16"/>
            <p:cNvSpPr/>
            <p:nvPr/>
          </p:nvSpPr>
          <p:spPr>
            <a:xfrm>
              <a:off x="8102994" y="2585466"/>
              <a:ext cx="144145" cy="144780"/>
            </a:xfrm>
            <a:custGeom>
              <a:avLst/>
              <a:gdLst/>
              <a:ahLst/>
              <a:cxnLst/>
              <a:rect l="l" t="t" r="r" b="b"/>
              <a:pathLst>
                <a:path w="144145" h="144780">
                  <a:moveTo>
                    <a:pt x="71627" y="0"/>
                  </a:moveTo>
                  <a:lnTo>
                    <a:pt x="31631" y="12402"/>
                  </a:lnTo>
                  <a:lnTo>
                    <a:pt x="5695" y="44181"/>
                  </a:lnTo>
                  <a:lnTo>
                    <a:pt x="0" y="72112"/>
                  </a:lnTo>
                  <a:lnTo>
                    <a:pt x="1440" y="86849"/>
                  </a:lnTo>
                  <a:lnTo>
                    <a:pt x="20789" y="123527"/>
                  </a:lnTo>
                  <a:lnTo>
                    <a:pt x="56755" y="143238"/>
                  </a:lnTo>
                  <a:lnTo>
                    <a:pt x="71121" y="144778"/>
                  </a:lnTo>
                  <a:lnTo>
                    <a:pt x="85835" y="143356"/>
                  </a:lnTo>
                  <a:lnTo>
                    <a:pt x="122467" y="124160"/>
                  </a:lnTo>
                  <a:lnTo>
                    <a:pt x="142332" y="88192"/>
                  </a:lnTo>
                  <a:lnTo>
                    <a:pt x="144005" y="73725"/>
                  </a:lnTo>
                  <a:lnTo>
                    <a:pt x="142603" y="59039"/>
                  </a:lnTo>
                  <a:lnTo>
                    <a:pt x="123617" y="22176"/>
                  </a:lnTo>
                  <a:lnTo>
                    <a:pt x="87993" y="1850"/>
                  </a:lnTo>
                  <a:lnTo>
                    <a:pt x="71627" y="0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p/>
          </p:txBody>
        </p:sp>
        <p:sp>
          <p:nvSpPr>
            <p:cNvPr id="1048794" name="object 17"/>
            <p:cNvSpPr/>
            <p:nvPr/>
          </p:nvSpPr>
          <p:spPr>
            <a:xfrm>
              <a:off x="7015619" y="3595143"/>
              <a:ext cx="144145" cy="144780"/>
            </a:xfrm>
            <a:custGeom>
              <a:avLst/>
              <a:gdLst/>
              <a:ahLst/>
              <a:cxnLst/>
              <a:rect l="l" t="t" r="r" b="b"/>
              <a:pathLst>
                <a:path w="144145" h="144779">
                  <a:moveTo>
                    <a:pt x="144005" y="73697"/>
                  </a:moveTo>
                  <a:lnTo>
                    <a:pt x="132145" y="32964"/>
                  </a:lnTo>
                  <a:lnTo>
                    <a:pt x="101278" y="6304"/>
                  </a:lnTo>
                  <a:lnTo>
                    <a:pt x="73650" y="0"/>
                  </a:lnTo>
                  <a:lnTo>
                    <a:pt x="71121" y="24"/>
                  </a:lnTo>
                  <a:lnTo>
                    <a:pt x="31631" y="12374"/>
                  </a:lnTo>
                  <a:lnTo>
                    <a:pt x="5695" y="44153"/>
                  </a:lnTo>
                  <a:lnTo>
                    <a:pt x="0" y="72085"/>
                  </a:lnTo>
                  <a:lnTo>
                    <a:pt x="1440" y="86821"/>
                  </a:lnTo>
                  <a:lnTo>
                    <a:pt x="20789" y="123499"/>
                  </a:lnTo>
                  <a:lnTo>
                    <a:pt x="56755" y="143211"/>
                  </a:lnTo>
                  <a:lnTo>
                    <a:pt x="71121" y="144750"/>
                  </a:lnTo>
                  <a:lnTo>
                    <a:pt x="85835" y="143328"/>
                  </a:lnTo>
                  <a:lnTo>
                    <a:pt x="122467" y="124132"/>
                  </a:lnTo>
                  <a:lnTo>
                    <a:pt x="142332" y="88164"/>
                  </a:lnTo>
                  <a:lnTo>
                    <a:pt x="144005" y="73697"/>
                  </a:lnTo>
                  <a:close/>
                </a:path>
              </a:pathLst>
            </a:custGeom>
            <a:solidFill>
              <a:srgbClr val="4D4D4D"/>
            </a:solidFill>
          </p:spPr>
          <p:txBody>
            <a:bodyPr wrap="square" lIns="0" tIns="0" rIns="0" bIns="0" rtlCol="0"/>
            <a:p/>
          </p:txBody>
        </p:sp>
        <p:sp>
          <p:nvSpPr>
            <p:cNvPr id="1048795" name="object 19"/>
            <p:cNvSpPr/>
            <p:nvPr/>
          </p:nvSpPr>
          <p:spPr>
            <a:xfrm>
              <a:off x="8102994" y="3595143"/>
              <a:ext cx="144145" cy="144780"/>
            </a:xfrm>
            <a:custGeom>
              <a:avLst/>
              <a:gdLst/>
              <a:ahLst/>
              <a:cxnLst/>
              <a:rect l="l" t="t" r="r" b="b"/>
              <a:pathLst>
                <a:path w="144145" h="144779">
                  <a:moveTo>
                    <a:pt x="144005" y="73697"/>
                  </a:moveTo>
                  <a:lnTo>
                    <a:pt x="132145" y="32964"/>
                  </a:lnTo>
                  <a:lnTo>
                    <a:pt x="101278" y="6304"/>
                  </a:lnTo>
                  <a:lnTo>
                    <a:pt x="73650" y="0"/>
                  </a:lnTo>
                  <a:lnTo>
                    <a:pt x="71121" y="24"/>
                  </a:lnTo>
                  <a:lnTo>
                    <a:pt x="31631" y="12374"/>
                  </a:lnTo>
                  <a:lnTo>
                    <a:pt x="5695" y="44153"/>
                  </a:lnTo>
                  <a:lnTo>
                    <a:pt x="0" y="72085"/>
                  </a:lnTo>
                  <a:lnTo>
                    <a:pt x="1440" y="86821"/>
                  </a:lnTo>
                  <a:lnTo>
                    <a:pt x="20789" y="123499"/>
                  </a:lnTo>
                  <a:lnTo>
                    <a:pt x="56755" y="143211"/>
                  </a:lnTo>
                  <a:lnTo>
                    <a:pt x="71121" y="144750"/>
                  </a:lnTo>
                  <a:lnTo>
                    <a:pt x="85835" y="143328"/>
                  </a:lnTo>
                  <a:lnTo>
                    <a:pt x="122467" y="124132"/>
                  </a:lnTo>
                  <a:lnTo>
                    <a:pt x="142332" y="88164"/>
                  </a:lnTo>
                  <a:lnTo>
                    <a:pt x="144005" y="73697"/>
                  </a:lnTo>
                  <a:close/>
                </a:path>
              </a:pathLst>
            </a:custGeom>
            <a:solidFill>
              <a:srgbClr val="4D4D4D"/>
            </a:solidFill>
          </p:spPr>
          <p:txBody>
            <a:bodyPr wrap="square" lIns="0" tIns="0" rIns="0" bIns="0" rtlCol="0"/>
            <a:p/>
          </p:txBody>
        </p:sp>
        <p:sp>
          <p:nvSpPr>
            <p:cNvPr id="1048796" name="object 21"/>
            <p:cNvSpPr/>
            <p:nvPr/>
          </p:nvSpPr>
          <p:spPr>
            <a:xfrm>
              <a:off x="7653418" y="3240046"/>
              <a:ext cx="144780" cy="144145"/>
            </a:xfrm>
            <a:custGeom>
              <a:avLst/>
              <a:gdLst/>
              <a:ahLst/>
              <a:cxnLst/>
              <a:rect l="l" t="t" r="r" b="b"/>
              <a:pathLst>
                <a:path w="144779" h="144145">
                  <a:moveTo>
                    <a:pt x="144765" y="73511"/>
                  </a:moveTo>
                  <a:lnTo>
                    <a:pt x="132676" y="32538"/>
                  </a:lnTo>
                  <a:lnTo>
                    <a:pt x="101607" y="6144"/>
                  </a:lnTo>
                  <a:lnTo>
                    <a:pt x="74215" y="0"/>
                  </a:lnTo>
                  <a:lnTo>
                    <a:pt x="71337" y="79"/>
                  </a:lnTo>
                  <a:lnTo>
                    <a:pt x="31994" y="12057"/>
                  </a:lnTo>
                  <a:lnTo>
                    <a:pt x="5876" y="43428"/>
                  </a:lnTo>
                  <a:lnTo>
                    <a:pt x="0" y="71451"/>
                  </a:lnTo>
                  <a:lnTo>
                    <a:pt x="1427" y="86084"/>
                  </a:lnTo>
                  <a:lnTo>
                    <a:pt x="20707" y="122585"/>
                  </a:lnTo>
                  <a:lnTo>
                    <a:pt x="56818" y="142362"/>
                  </a:lnTo>
                  <a:lnTo>
                    <a:pt x="71337" y="143987"/>
                  </a:lnTo>
                  <a:lnTo>
                    <a:pt x="86031" y="142565"/>
                  </a:lnTo>
                  <a:lnTo>
                    <a:pt x="122921" y="123412"/>
                  </a:lnTo>
                  <a:lnTo>
                    <a:pt x="143083" y="87764"/>
                  </a:lnTo>
                  <a:lnTo>
                    <a:pt x="144765" y="73511"/>
                  </a:lnTo>
                  <a:close/>
                </a:path>
              </a:pathLst>
            </a:custGeom>
            <a:solidFill>
              <a:srgbClr val="4D4D4D"/>
            </a:solidFill>
          </p:spPr>
          <p:txBody>
            <a:bodyPr wrap="square" lIns="0" tIns="0" rIns="0" bIns="0" rtlCol="0"/>
            <a:p/>
          </p:txBody>
        </p:sp>
        <p:sp>
          <p:nvSpPr>
            <p:cNvPr id="1048797" name="object 24"/>
            <p:cNvSpPr/>
            <p:nvPr/>
          </p:nvSpPr>
          <p:spPr>
            <a:xfrm>
              <a:off x="8672969" y="3297173"/>
              <a:ext cx="143510" cy="142875"/>
            </a:xfrm>
            <a:custGeom>
              <a:avLst/>
              <a:gdLst/>
              <a:ahLst/>
              <a:cxnLst/>
              <a:rect l="l" t="t" r="r" b="b"/>
              <a:pathLst>
                <a:path w="143509" h="142875">
                  <a:moveTo>
                    <a:pt x="71627" y="0"/>
                  </a:moveTo>
                  <a:lnTo>
                    <a:pt x="31631" y="12201"/>
                  </a:lnTo>
                  <a:lnTo>
                    <a:pt x="5695" y="43859"/>
                  </a:lnTo>
                  <a:lnTo>
                    <a:pt x="0" y="72107"/>
                  </a:lnTo>
                  <a:lnTo>
                    <a:pt x="1455" y="86669"/>
                  </a:lnTo>
                  <a:lnTo>
                    <a:pt x="20993" y="123066"/>
                  </a:lnTo>
                  <a:lnTo>
                    <a:pt x="57272" y="142585"/>
                  </a:lnTo>
                  <a:lnTo>
                    <a:pt x="74793" y="141844"/>
                  </a:lnTo>
                  <a:lnTo>
                    <a:pt x="116312" y="126705"/>
                  </a:lnTo>
                  <a:lnTo>
                    <a:pt x="142986" y="84494"/>
                  </a:lnTo>
                  <a:lnTo>
                    <a:pt x="142097" y="67436"/>
                  </a:lnTo>
                  <a:lnTo>
                    <a:pt x="126283" y="26764"/>
                  </a:lnTo>
                  <a:lnTo>
                    <a:pt x="95282" y="3966"/>
                  </a:lnTo>
                  <a:lnTo>
                    <a:pt x="71627" y="0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p/>
          </p:txBody>
        </p:sp>
        <p:sp>
          <p:nvSpPr>
            <p:cNvPr id="1048798" name="object 25"/>
            <p:cNvSpPr/>
            <p:nvPr/>
          </p:nvSpPr>
          <p:spPr>
            <a:xfrm>
              <a:off x="6337445" y="5292090"/>
              <a:ext cx="144780" cy="144780"/>
            </a:xfrm>
            <a:custGeom>
              <a:avLst/>
              <a:gdLst/>
              <a:ahLst/>
              <a:cxnLst/>
              <a:rect l="l" t="t" r="r" b="b"/>
              <a:pathLst>
                <a:path w="144779" h="144779">
                  <a:moveTo>
                    <a:pt x="144739" y="74683"/>
                  </a:moveTo>
                  <a:lnTo>
                    <a:pt x="132854" y="33471"/>
                  </a:lnTo>
                  <a:lnTo>
                    <a:pt x="102218" y="6584"/>
                  </a:lnTo>
                  <a:lnTo>
                    <a:pt x="72384" y="0"/>
                  </a:lnTo>
                  <a:lnTo>
                    <a:pt x="57786" y="1463"/>
                  </a:lnTo>
                  <a:lnTo>
                    <a:pt x="21341" y="21038"/>
                  </a:lnTo>
                  <a:lnTo>
                    <a:pt x="1604" y="57159"/>
                  </a:lnTo>
                  <a:lnTo>
                    <a:pt x="0" y="71491"/>
                  </a:lnTo>
                  <a:lnTo>
                    <a:pt x="1413" y="86294"/>
                  </a:lnTo>
                  <a:lnTo>
                    <a:pt x="20510" y="123071"/>
                  </a:lnTo>
                  <a:lnTo>
                    <a:pt x="56315" y="143035"/>
                  </a:lnTo>
                  <a:lnTo>
                    <a:pt x="70723" y="144761"/>
                  </a:lnTo>
                  <a:lnTo>
                    <a:pt x="85482" y="143367"/>
                  </a:lnTo>
                  <a:lnTo>
                    <a:pt x="122463" y="124465"/>
                  </a:lnTo>
                  <a:lnTo>
                    <a:pt x="142871" y="88978"/>
                  </a:lnTo>
                  <a:lnTo>
                    <a:pt x="144739" y="74683"/>
                  </a:lnTo>
                  <a:close/>
                </a:path>
              </a:pathLst>
            </a:custGeom>
            <a:solidFill>
              <a:srgbClr val="4D4D4D"/>
            </a:solidFill>
          </p:spPr>
          <p:txBody>
            <a:bodyPr wrap="square" lIns="0" tIns="0" rIns="0" bIns="0" rtlCol="0"/>
            <a:p/>
          </p:txBody>
        </p:sp>
        <p:sp>
          <p:nvSpPr>
            <p:cNvPr id="1048799" name="object 26"/>
            <p:cNvSpPr/>
            <p:nvPr/>
          </p:nvSpPr>
          <p:spPr>
            <a:xfrm>
              <a:off x="7990223" y="5292090"/>
              <a:ext cx="144145" cy="144780"/>
            </a:xfrm>
            <a:custGeom>
              <a:avLst/>
              <a:gdLst/>
              <a:ahLst/>
              <a:cxnLst/>
              <a:rect l="l" t="t" r="r" b="b"/>
              <a:pathLst>
                <a:path w="144145" h="144779">
                  <a:moveTo>
                    <a:pt x="143994" y="74061"/>
                  </a:moveTo>
                  <a:lnTo>
                    <a:pt x="132114" y="32978"/>
                  </a:lnTo>
                  <a:lnTo>
                    <a:pt x="101369" y="6242"/>
                  </a:lnTo>
                  <a:lnTo>
                    <a:pt x="72384" y="0"/>
                  </a:lnTo>
                  <a:lnTo>
                    <a:pt x="57786" y="1463"/>
                  </a:lnTo>
                  <a:lnTo>
                    <a:pt x="21341" y="21038"/>
                  </a:lnTo>
                  <a:lnTo>
                    <a:pt x="1604" y="57159"/>
                  </a:lnTo>
                  <a:lnTo>
                    <a:pt x="0" y="71491"/>
                  </a:lnTo>
                  <a:lnTo>
                    <a:pt x="1413" y="86294"/>
                  </a:lnTo>
                  <a:lnTo>
                    <a:pt x="20510" y="123071"/>
                  </a:lnTo>
                  <a:lnTo>
                    <a:pt x="56315" y="143035"/>
                  </a:lnTo>
                  <a:lnTo>
                    <a:pt x="70723" y="144761"/>
                  </a:lnTo>
                  <a:lnTo>
                    <a:pt x="85525" y="143353"/>
                  </a:lnTo>
                  <a:lnTo>
                    <a:pt x="122300" y="124265"/>
                  </a:lnTo>
                  <a:lnTo>
                    <a:pt x="142266" y="88467"/>
                  </a:lnTo>
                  <a:lnTo>
                    <a:pt x="143994" y="74061"/>
                  </a:lnTo>
                  <a:close/>
                </a:path>
              </a:pathLst>
            </a:custGeom>
            <a:solidFill>
              <a:srgbClr val="4D4D4D"/>
            </a:solidFill>
          </p:spPr>
          <p:txBody>
            <a:bodyPr wrap="square" lIns="0" tIns="0" rIns="0" bIns="0" rtlCol="0"/>
            <a:p/>
          </p:txBody>
        </p:sp>
        <p:sp>
          <p:nvSpPr>
            <p:cNvPr id="1048800" name="object 27"/>
            <p:cNvSpPr/>
            <p:nvPr/>
          </p:nvSpPr>
          <p:spPr>
            <a:xfrm>
              <a:off x="8764415" y="5292090"/>
              <a:ext cx="144780" cy="144780"/>
            </a:xfrm>
            <a:custGeom>
              <a:avLst/>
              <a:gdLst/>
              <a:ahLst/>
              <a:cxnLst/>
              <a:rect l="l" t="t" r="r" b="b"/>
              <a:pathLst>
                <a:path w="144779" h="144779">
                  <a:moveTo>
                    <a:pt x="144740" y="74658"/>
                  </a:moveTo>
                  <a:lnTo>
                    <a:pt x="133044" y="33459"/>
                  </a:lnTo>
                  <a:lnTo>
                    <a:pt x="102533" y="6577"/>
                  </a:lnTo>
                  <a:lnTo>
                    <a:pt x="72384" y="0"/>
                  </a:lnTo>
                  <a:lnTo>
                    <a:pt x="58003" y="1463"/>
                  </a:lnTo>
                  <a:lnTo>
                    <a:pt x="21629" y="21038"/>
                  </a:lnTo>
                  <a:lnTo>
                    <a:pt x="1638" y="57159"/>
                  </a:lnTo>
                  <a:lnTo>
                    <a:pt x="0" y="71491"/>
                  </a:lnTo>
                  <a:lnTo>
                    <a:pt x="1443" y="86294"/>
                  </a:lnTo>
                  <a:lnTo>
                    <a:pt x="20791" y="123071"/>
                  </a:lnTo>
                  <a:lnTo>
                    <a:pt x="56548" y="143035"/>
                  </a:lnTo>
                  <a:lnTo>
                    <a:pt x="70754" y="144761"/>
                  </a:lnTo>
                  <a:lnTo>
                    <a:pt x="85721" y="143367"/>
                  </a:lnTo>
                  <a:lnTo>
                    <a:pt x="122767" y="124457"/>
                  </a:lnTo>
                  <a:lnTo>
                    <a:pt x="142915" y="88957"/>
                  </a:lnTo>
                  <a:lnTo>
                    <a:pt x="144740" y="74658"/>
                  </a:lnTo>
                  <a:close/>
                </a:path>
              </a:pathLst>
            </a:custGeom>
            <a:solidFill>
              <a:srgbClr val="4D4D4D"/>
            </a:solidFill>
          </p:spPr>
          <p:txBody>
            <a:bodyPr wrap="square" lIns="0" tIns="0" rIns="0" bIns="0" rtlCol="0"/>
            <a:p/>
          </p:txBody>
        </p:sp>
        <p:sp>
          <p:nvSpPr>
            <p:cNvPr id="1048801" name="object 28"/>
            <p:cNvSpPr/>
            <p:nvPr/>
          </p:nvSpPr>
          <p:spPr>
            <a:xfrm>
              <a:off x="7158118" y="5292090"/>
              <a:ext cx="144780" cy="144780"/>
            </a:xfrm>
            <a:custGeom>
              <a:avLst/>
              <a:gdLst/>
              <a:ahLst/>
              <a:cxnLst/>
              <a:rect l="l" t="t" r="r" b="b"/>
              <a:pathLst>
                <a:path w="144779" h="144779">
                  <a:moveTo>
                    <a:pt x="144739" y="74683"/>
                  </a:moveTo>
                  <a:lnTo>
                    <a:pt x="132854" y="33471"/>
                  </a:lnTo>
                  <a:lnTo>
                    <a:pt x="102218" y="6584"/>
                  </a:lnTo>
                  <a:lnTo>
                    <a:pt x="72384" y="0"/>
                  </a:lnTo>
                  <a:lnTo>
                    <a:pt x="57786" y="1463"/>
                  </a:lnTo>
                  <a:lnTo>
                    <a:pt x="21341" y="21038"/>
                  </a:lnTo>
                  <a:lnTo>
                    <a:pt x="1604" y="57159"/>
                  </a:lnTo>
                  <a:lnTo>
                    <a:pt x="0" y="71491"/>
                  </a:lnTo>
                  <a:lnTo>
                    <a:pt x="1413" y="86294"/>
                  </a:lnTo>
                  <a:lnTo>
                    <a:pt x="20510" y="123071"/>
                  </a:lnTo>
                  <a:lnTo>
                    <a:pt x="56315" y="143035"/>
                  </a:lnTo>
                  <a:lnTo>
                    <a:pt x="70723" y="144761"/>
                  </a:lnTo>
                  <a:lnTo>
                    <a:pt x="85482" y="143367"/>
                  </a:lnTo>
                  <a:lnTo>
                    <a:pt x="122463" y="124465"/>
                  </a:lnTo>
                  <a:lnTo>
                    <a:pt x="142871" y="88978"/>
                  </a:lnTo>
                  <a:lnTo>
                    <a:pt x="144739" y="74683"/>
                  </a:lnTo>
                  <a:close/>
                </a:path>
              </a:pathLst>
            </a:custGeom>
            <a:solidFill>
              <a:srgbClr val="4D4D4D"/>
            </a:solidFill>
          </p:spPr>
          <p:txBody>
            <a:bodyPr wrap="square" lIns="0" tIns="0" rIns="0" bIns="0" rtlCol="0"/>
            <a:p/>
          </p:txBody>
        </p:sp>
        <p:sp>
          <p:nvSpPr>
            <p:cNvPr id="1048802" name="object 29"/>
            <p:cNvSpPr/>
            <p:nvPr/>
          </p:nvSpPr>
          <p:spPr>
            <a:xfrm>
              <a:off x="9507365" y="5292090"/>
              <a:ext cx="144780" cy="144780"/>
            </a:xfrm>
            <a:custGeom>
              <a:avLst/>
              <a:gdLst/>
              <a:ahLst/>
              <a:cxnLst/>
              <a:rect l="l" t="t" r="r" b="b"/>
              <a:pathLst>
                <a:path w="144779" h="144779">
                  <a:moveTo>
                    <a:pt x="144740" y="74658"/>
                  </a:moveTo>
                  <a:lnTo>
                    <a:pt x="133044" y="33459"/>
                  </a:lnTo>
                  <a:lnTo>
                    <a:pt x="102533" y="6577"/>
                  </a:lnTo>
                  <a:lnTo>
                    <a:pt x="72384" y="0"/>
                  </a:lnTo>
                  <a:lnTo>
                    <a:pt x="58003" y="1463"/>
                  </a:lnTo>
                  <a:lnTo>
                    <a:pt x="21629" y="21038"/>
                  </a:lnTo>
                  <a:lnTo>
                    <a:pt x="1638" y="57159"/>
                  </a:lnTo>
                  <a:lnTo>
                    <a:pt x="0" y="71491"/>
                  </a:lnTo>
                  <a:lnTo>
                    <a:pt x="1443" y="86294"/>
                  </a:lnTo>
                  <a:lnTo>
                    <a:pt x="20791" y="123071"/>
                  </a:lnTo>
                  <a:lnTo>
                    <a:pt x="56548" y="143035"/>
                  </a:lnTo>
                  <a:lnTo>
                    <a:pt x="70754" y="144761"/>
                  </a:lnTo>
                  <a:lnTo>
                    <a:pt x="85721" y="143367"/>
                  </a:lnTo>
                  <a:lnTo>
                    <a:pt x="122767" y="124457"/>
                  </a:lnTo>
                  <a:lnTo>
                    <a:pt x="142915" y="88957"/>
                  </a:lnTo>
                  <a:lnTo>
                    <a:pt x="144740" y="74658"/>
                  </a:lnTo>
                  <a:close/>
                </a:path>
              </a:pathLst>
            </a:custGeom>
            <a:solidFill>
              <a:srgbClr val="4D4D4D"/>
            </a:solidFill>
          </p:spPr>
          <p:txBody>
            <a:bodyPr wrap="square" lIns="0" tIns="0" rIns="0" bIns="0" rtlCol="0"/>
            <a:p/>
          </p:txBody>
        </p:sp>
        <p:sp>
          <p:nvSpPr>
            <p:cNvPr id="1048803" name="object 30"/>
            <p:cNvSpPr/>
            <p:nvPr/>
          </p:nvSpPr>
          <p:spPr>
            <a:xfrm>
              <a:off x="6479921" y="5376671"/>
              <a:ext cx="678180" cy="0"/>
            </a:xfrm>
            <a:custGeom>
              <a:avLst/>
              <a:gdLst/>
              <a:ahLst/>
              <a:cxnLst/>
              <a:rect l="l" t="t" r="r" b="b"/>
              <a:pathLst>
                <a:path w="678179">
                  <a:moveTo>
                    <a:pt x="0" y="0"/>
                  </a:moveTo>
                  <a:lnTo>
                    <a:pt x="678180" y="0"/>
                  </a:lnTo>
                </a:path>
              </a:pathLst>
            </a:custGeom>
            <a:ln w="28575">
              <a:solidFill>
                <a:srgbClr val="003366"/>
              </a:solidFill>
            </a:ln>
          </p:spPr>
          <p:txBody>
            <a:bodyPr wrap="square" lIns="0" tIns="0" rIns="0" bIns="0" rtlCol="0"/>
            <a:p/>
          </p:txBody>
        </p:sp>
        <p:sp>
          <p:nvSpPr>
            <p:cNvPr id="1048804" name="object 31"/>
            <p:cNvSpPr/>
            <p:nvPr/>
          </p:nvSpPr>
          <p:spPr>
            <a:xfrm>
              <a:off x="7312025" y="5376671"/>
              <a:ext cx="678180" cy="0"/>
            </a:xfrm>
            <a:custGeom>
              <a:avLst/>
              <a:gdLst/>
              <a:ahLst/>
              <a:cxnLst/>
              <a:rect l="l" t="t" r="r" b="b"/>
              <a:pathLst>
                <a:path w="678179">
                  <a:moveTo>
                    <a:pt x="0" y="0"/>
                  </a:moveTo>
                  <a:lnTo>
                    <a:pt x="678180" y="0"/>
                  </a:lnTo>
                </a:path>
              </a:pathLst>
            </a:custGeom>
            <a:ln w="28575">
              <a:solidFill>
                <a:srgbClr val="003366"/>
              </a:solidFill>
            </a:ln>
          </p:spPr>
          <p:txBody>
            <a:bodyPr wrap="square" lIns="0" tIns="0" rIns="0" bIns="0" rtlCol="0"/>
            <a:p/>
          </p:txBody>
        </p:sp>
        <p:sp>
          <p:nvSpPr>
            <p:cNvPr id="1048805" name="object 32"/>
            <p:cNvSpPr/>
            <p:nvPr/>
          </p:nvSpPr>
          <p:spPr>
            <a:xfrm>
              <a:off x="8145653" y="5376671"/>
              <a:ext cx="614680" cy="0"/>
            </a:xfrm>
            <a:custGeom>
              <a:avLst/>
              <a:gdLst/>
              <a:ahLst/>
              <a:cxnLst/>
              <a:rect l="l" t="t" r="r" b="b"/>
              <a:pathLst>
                <a:path w="614679">
                  <a:moveTo>
                    <a:pt x="0" y="0"/>
                  </a:moveTo>
                  <a:lnTo>
                    <a:pt x="614172" y="0"/>
                  </a:lnTo>
                </a:path>
              </a:pathLst>
            </a:custGeom>
            <a:ln w="28575">
              <a:solidFill>
                <a:srgbClr val="003366"/>
              </a:solidFill>
            </a:ln>
          </p:spPr>
          <p:txBody>
            <a:bodyPr wrap="square" lIns="0" tIns="0" rIns="0" bIns="0" rtlCol="0"/>
            <a:p/>
          </p:txBody>
        </p:sp>
        <p:sp>
          <p:nvSpPr>
            <p:cNvPr id="1048806" name="object 33"/>
            <p:cNvSpPr/>
            <p:nvPr/>
          </p:nvSpPr>
          <p:spPr>
            <a:xfrm>
              <a:off x="8899270" y="5376671"/>
              <a:ext cx="615315" cy="0"/>
            </a:xfrm>
            <a:custGeom>
              <a:avLst/>
              <a:gdLst/>
              <a:ahLst/>
              <a:cxnLst/>
              <a:rect l="l" t="t" r="r" b="b"/>
              <a:pathLst>
                <a:path w="615315">
                  <a:moveTo>
                    <a:pt x="0" y="0"/>
                  </a:moveTo>
                  <a:lnTo>
                    <a:pt x="614934" y="0"/>
                  </a:lnTo>
                </a:path>
              </a:pathLst>
            </a:custGeom>
            <a:ln w="28575">
              <a:solidFill>
                <a:srgbClr val="003366"/>
              </a:solidFill>
            </a:ln>
          </p:spPr>
          <p:txBody>
            <a:bodyPr wrap="square" lIns="0" tIns="0" rIns="0" bIns="0" rtlCol="0"/>
            <a:p/>
          </p:txBody>
        </p:sp>
      </p:grpSp>
      <p:grpSp>
        <p:nvGrpSpPr>
          <p:cNvPr id="194" name="组合 2"/>
          <p:cNvGrpSpPr/>
          <p:nvPr/>
        </p:nvGrpSpPr>
        <p:grpSpPr>
          <a:xfrm>
            <a:off x="5744521" y="3907991"/>
            <a:ext cx="1038957" cy="1707740"/>
            <a:chOff x="7268513" y="3907990"/>
            <a:chExt cx="1038957" cy="1707740"/>
          </a:xfrm>
        </p:grpSpPr>
        <p:sp>
          <p:nvSpPr>
            <p:cNvPr id="1048807" name="object 14"/>
            <p:cNvSpPr/>
            <p:nvPr/>
          </p:nvSpPr>
          <p:spPr>
            <a:xfrm>
              <a:off x="7815026" y="3907990"/>
              <a:ext cx="60566" cy="59154"/>
            </a:xfrm>
            <a:custGeom>
              <a:avLst/>
              <a:gdLst/>
              <a:ahLst/>
              <a:cxnLst/>
              <a:rect l="l" t="t" r="r" b="b"/>
              <a:pathLst>
                <a:path w="144145" h="144780">
                  <a:moveTo>
                    <a:pt x="143993" y="74042"/>
                  </a:moveTo>
                  <a:lnTo>
                    <a:pt x="132111" y="32633"/>
                  </a:lnTo>
                  <a:lnTo>
                    <a:pt x="101359" y="6123"/>
                  </a:lnTo>
                  <a:lnTo>
                    <a:pt x="72384" y="0"/>
                  </a:lnTo>
                  <a:lnTo>
                    <a:pt x="57786" y="1432"/>
                  </a:lnTo>
                  <a:lnTo>
                    <a:pt x="21341" y="20754"/>
                  </a:lnTo>
                  <a:lnTo>
                    <a:pt x="1604" y="56932"/>
                  </a:lnTo>
                  <a:lnTo>
                    <a:pt x="0" y="71474"/>
                  </a:lnTo>
                  <a:lnTo>
                    <a:pt x="1412" y="86064"/>
                  </a:lnTo>
                  <a:lnTo>
                    <a:pt x="20505" y="122775"/>
                  </a:lnTo>
                  <a:lnTo>
                    <a:pt x="56303" y="142995"/>
                  </a:lnTo>
                  <a:lnTo>
                    <a:pt x="70709" y="144761"/>
                  </a:lnTo>
                  <a:lnTo>
                    <a:pt x="85514" y="143322"/>
                  </a:lnTo>
                  <a:lnTo>
                    <a:pt x="122294" y="123988"/>
                  </a:lnTo>
                  <a:lnTo>
                    <a:pt x="142264" y="88243"/>
                  </a:lnTo>
                  <a:lnTo>
                    <a:pt x="143993" y="74042"/>
                  </a:lnTo>
                  <a:close/>
                </a:path>
              </a:pathLst>
            </a:custGeom>
            <a:solidFill>
              <a:srgbClr val="4D4D4D"/>
            </a:solidFill>
          </p:spPr>
          <p:txBody>
            <a:bodyPr wrap="square" lIns="0" tIns="0" rIns="0" bIns="0" rtlCol="0"/>
            <a:p/>
          </p:txBody>
        </p:sp>
        <p:sp>
          <p:nvSpPr>
            <p:cNvPr id="1048808" name="object 15"/>
            <p:cNvSpPr/>
            <p:nvPr/>
          </p:nvSpPr>
          <p:spPr>
            <a:xfrm>
              <a:off x="7815026" y="3907990"/>
              <a:ext cx="60566" cy="59154"/>
            </a:xfrm>
            <a:custGeom>
              <a:avLst/>
              <a:gdLst/>
              <a:ahLst/>
              <a:cxnLst/>
              <a:rect l="l" t="t" r="r" b="b"/>
              <a:pathLst>
                <a:path w="144145" h="144780">
                  <a:moveTo>
                    <a:pt x="72384" y="0"/>
                  </a:moveTo>
                  <a:lnTo>
                    <a:pt x="31994" y="12080"/>
                  </a:lnTo>
                  <a:lnTo>
                    <a:pt x="5876" y="43451"/>
                  </a:lnTo>
                  <a:lnTo>
                    <a:pt x="0" y="71474"/>
                  </a:lnTo>
                  <a:lnTo>
                    <a:pt x="1412" y="86064"/>
                  </a:lnTo>
                  <a:lnTo>
                    <a:pt x="20505" y="122775"/>
                  </a:lnTo>
                  <a:lnTo>
                    <a:pt x="56303" y="142995"/>
                  </a:lnTo>
                  <a:lnTo>
                    <a:pt x="70709" y="144761"/>
                  </a:lnTo>
                  <a:lnTo>
                    <a:pt x="85514" y="143322"/>
                  </a:lnTo>
                  <a:lnTo>
                    <a:pt x="122294" y="123988"/>
                  </a:lnTo>
                  <a:lnTo>
                    <a:pt x="142264" y="88243"/>
                  </a:lnTo>
                  <a:lnTo>
                    <a:pt x="143993" y="74042"/>
                  </a:lnTo>
                  <a:lnTo>
                    <a:pt x="142586" y="58995"/>
                  </a:lnTo>
                  <a:lnTo>
                    <a:pt x="123592" y="21812"/>
                  </a:lnTo>
                  <a:lnTo>
                    <a:pt x="88195" y="1749"/>
                  </a:lnTo>
                  <a:lnTo>
                    <a:pt x="72384" y="0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p/>
          </p:txBody>
        </p:sp>
        <p:sp>
          <p:nvSpPr>
            <p:cNvPr id="1048809" name="object 16"/>
            <p:cNvSpPr/>
            <p:nvPr/>
          </p:nvSpPr>
          <p:spPr>
            <a:xfrm>
              <a:off x="7383474" y="4180409"/>
              <a:ext cx="60834" cy="59154"/>
            </a:xfrm>
            <a:custGeom>
              <a:avLst/>
              <a:gdLst/>
              <a:ahLst/>
              <a:cxnLst/>
              <a:rect l="l" t="t" r="r" b="b"/>
              <a:pathLst>
                <a:path w="144779" h="144779">
                  <a:moveTo>
                    <a:pt x="144739" y="74628"/>
                  </a:moveTo>
                  <a:lnTo>
                    <a:pt x="132845" y="33108"/>
                  </a:lnTo>
                  <a:lnTo>
                    <a:pt x="102190" y="6450"/>
                  </a:lnTo>
                  <a:lnTo>
                    <a:pt x="72384" y="0"/>
                  </a:lnTo>
                  <a:lnTo>
                    <a:pt x="58003" y="1432"/>
                  </a:lnTo>
                  <a:lnTo>
                    <a:pt x="21629" y="20754"/>
                  </a:lnTo>
                  <a:lnTo>
                    <a:pt x="1638" y="56932"/>
                  </a:lnTo>
                  <a:lnTo>
                    <a:pt x="0" y="71474"/>
                  </a:lnTo>
                  <a:lnTo>
                    <a:pt x="1443" y="86064"/>
                  </a:lnTo>
                  <a:lnTo>
                    <a:pt x="20787" y="122775"/>
                  </a:lnTo>
                  <a:lnTo>
                    <a:pt x="56537" y="142995"/>
                  </a:lnTo>
                  <a:lnTo>
                    <a:pt x="70740" y="144761"/>
                  </a:lnTo>
                  <a:lnTo>
                    <a:pt x="85495" y="143336"/>
                  </a:lnTo>
                  <a:lnTo>
                    <a:pt x="122470" y="124181"/>
                  </a:lnTo>
                  <a:lnTo>
                    <a:pt x="142874" y="88729"/>
                  </a:lnTo>
                  <a:lnTo>
                    <a:pt x="144739" y="74628"/>
                  </a:lnTo>
                  <a:close/>
                </a:path>
              </a:pathLst>
            </a:custGeom>
            <a:solidFill>
              <a:srgbClr val="4D4D4D"/>
            </a:solidFill>
          </p:spPr>
          <p:txBody>
            <a:bodyPr wrap="square" lIns="0" tIns="0" rIns="0" bIns="0" rtlCol="0"/>
            <a:p/>
          </p:txBody>
        </p:sp>
        <p:sp>
          <p:nvSpPr>
            <p:cNvPr id="1048810" name="object 17"/>
            <p:cNvSpPr/>
            <p:nvPr/>
          </p:nvSpPr>
          <p:spPr>
            <a:xfrm>
              <a:off x="7383474" y="4180409"/>
              <a:ext cx="60834" cy="59154"/>
            </a:xfrm>
            <a:custGeom>
              <a:avLst/>
              <a:gdLst/>
              <a:ahLst/>
              <a:cxnLst/>
              <a:rect l="l" t="t" r="r" b="b"/>
              <a:pathLst>
                <a:path w="144779" h="144779">
                  <a:moveTo>
                    <a:pt x="72384" y="0"/>
                  </a:moveTo>
                  <a:lnTo>
                    <a:pt x="32329" y="12080"/>
                  </a:lnTo>
                  <a:lnTo>
                    <a:pt x="5987" y="43451"/>
                  </a:lnTo>
                  <a:lnTo>
                    <a:pt x="0" y="71474"/>
                  </a:lnTo>
                  <a:lnTo>
                    <a:pt x="1443" y="86064"/>
                  </a:lnTo>
                  <a:lnTo>
                    <a:pt x="20787" y="122775"/>
                  </a:lnTo>
                  <a:lnTo>
                    <a:pt x="56537" y="142995"/>
                  </a:lnTo>
                  <a:lnTo>
                    <a:pt x="70740" y="144761"/>
                  </a:lnTo>
                  <a:lnTo>
                    <a:pt x="85495" y="143336"/>
                  </a:lnTo>
                  <a:lnTo>
                    <a:pt x="122470" y="124181"/>
                  </a:lnTo>
                  <a:lnTo>
                    <a:pt x="142874" y="88729"/>
                  </a:lnTo>
                  <a:lnTo>
                    <a:pt x="144739" y="74628"/>
                  </a:lnTo>
                  <a:lnTo>
                    <a:pt x="143331" y="59526"/>
                  </a:lnTo>
                  <a:lnTo>
                    <a:pt x="124333" y="22259"/>
                  </a:lnTo>
                  <a:lnTo>
                    <a:pt x="89125" y="1957"/>
                  </a:lnTo>
                  <a:lnTo>
                    <a:pt x="72384" y="0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p/>
          </p:txBody>
        </p:sp>
        <p:sp>
          <p:nvSpPr>
            <p:cNvPr id="1048811" name="object 18"/>
            <p:cNvSpPr/>
            <p:nvPr/>
          </p:nvSpPr>
          <p:spPr>
            <a:xfrm>
              <a:off x="7949082" y="4180409"/>
              <a:ext cx="60834" cy="59154"/>
            </a:xfrm>
            <a:custGeom>
              <a:avLst/>
              <a:gdLst/>
              <a:ahLst/>
              <a:cxnLst/>
              <a:rect l="l" t="t" r="r" b="b"/>
              <a:pathLst>
                <a:path w="144779" h="144779">
                  <a:moveTo>
                    <a:pt x="144739" y="74628"/>
                  </a:moveTo>
                  <a:lnTo>
                    <a:pt x="132845" y="33108"/>
                  </a:lnTo>
                  <a:lnTo>
                    <a:pt x="102190" y="6450"/>
                  </a:lnTo>
                  <a:lnTo>
                    <a:pt x="72384" y="0"/>
                  </a:lnTo>
                  <a:lnTo>
                    <a:pt x="58003" y="1432"/>
                  </a:lnTo>
                  <a:lnTo>
                    <a:pt x="21629" y="20754"/>
                  </a:lnTo>
                  <a:lnTo>
                    <a:pt x="1638" y="56932"/>
                  </a:lnTo>
                  <a:lnTo>
                    <a:pt x="0" y="71474"/>
                  </a:lnTo>
                  <a:lnTo>
                    <a:pt x="1443" y="86064"/>
                  </a:lnTo>
                  <a:lnTo>
                    <a:pt x="20787" y="122775"/>
                  </a:lnTo>
                  <a:lnTo>
                    <a:pt x="56537" y="142995"/>
                  </a:lnTo>
                  <a:lnTo>
                    <a:pt x="70740" y="144761"/>
                  </a:lnTo>
                  <a:lnTo>
                    <a:pt x="85495" y="143336"/>
                  </a:lnTo>
                  <a:lnTo>
                    <a:pt x="122470" y="124181"/>
                  </a:lnTo>
                  <a:lnTo>
                    <a:pt x="142874" y="88729"/>
                  </a:lnTo>
                  <a:lnTo>
                    <a:pt x="144739" y="74628"/>
                  </a:lnTo>
                  <a:close/>
                </a:path>
              </a:pathLst>
            </a:custGeom>
            <a:solidFill>
              <a:srgbClr val="4D4D4D"/>
            </a:solidFill>
          </p:spPr>
          <p:txBody>
            <a:bodyPr wrap="square" lIns="0" tIns="0" rIns="0" bIns="0" rtlCol="0"/>
            <a:p/>
          </p:txBody>
        </p:sp>
        <p:sp>
          <p:nvSpPr>
            <p:cNvPr id="1048812" name="object 19"/>
            <p:cNvSpPr/>
            <p:nvPr/>
          </p:nvSpPr>
          <p:spPr>
            <a:xfrm>
              <a:off x="7949082" y="4180409"/>
              <a:ext cx="60834" cy="59154"/>
            </a:xfrm>
            <a:custGeom>
              <a:avLst/>
              <a:gdLst/>
              <a:ahLst/>
              <a:cxnLst/>
              <a:rect l="l" t="t" r="r" b="b"/>
              <a:pathLst>
                <a:path w="144779" h="144779">
                  <a:moveTo>
                    <a:pt x="72384" y="0"/>
                  </a:moveTo>
                  <a:lnTo>
                    <a:pt x="32329" y="12080"/>
                  </a:lnTo>
                  <a:lnTo>
                    <a:pt x="5987" y="43451"/>
                  </a:lnTo>
                  <a:lnTo>
                    <a:pt x="0" y="71474"/>
                  </a:lnTo>
                  <a:lnTo>
                    <a:pt x="1443" y="86064"/>
                  </a:lnTo>
                  <a:lnTo>
                    <a:pt x="20787" y="122775"/>
                  </a:lnTo>
                  <a:lnTo>
                    <a:pt x="56537" y="142995"/>
                  </a:lnTo>
                  <a:lnTo>
                    <a:pt x="70740" y="144761"/>
                  </a:lnTo>
                  <a:lnTo>
                    <a:pt x="85495" y="143336"/>
                  </a:lnTo>
                  <a:lnTo>
                    <a:pt x="122470" y="124181"/>
                  </a:lnTo>
                  <a:lnTo>
                    <a:pt x="142874" y="88729"/>
                  </a:lnTo>
                  <a:lnTo>
                    <a:pt x="144739" y="74628"/>
                  </a:lnTo>
                  <a:lnTo>
                    <a:pt x="143331" y="59526"/>
                  </a:lnTo>
                  <a:lnTo>
                    <a:pt x="124333" y="22259"/>
                  </a:lnTo>
                  <a:lnTo>
                    <a:pt x="89125" y="1957"/>
                  </a:lnTo>
                  <a:lnTo>
                    <a:pt x="72384" y="0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p/>
          </p:txBody>
        </p:sp>
        <p:sp>
          <p:nvSpPr>
            <p:cNvPr id="1048813" name="object 20"/>
            <p:cNvSpPr/>
            <p:nvPr/>
          </p:nvSpPr>
          <p:spPr>
            <a:xfrm>
              <a:off x="7680651" y="4180409"/>
              <a:ext cx="60834" cy="59154"/>
            </a:xfrm>
            <a:custGeom>
              <a:avLst/>
              <a:gdLst/>
              <a:ahLst/>
              <a:cxnLst/>
              <a:rect l="l" t="t" r="r" b="b"/>
              <a:pathLst>
                <a:path w="144779" h="144779">
                  <a:moveTo>
                    <a:pt x="144739" y="74628"/>
                  </a:moveTo>
                  <a:lnTo>
                    <a:pt x="132845" y="33108"/>
                  </a:lnTo>
                  <a:lnTo>
                    <a:pt x="102190" y="6450"/>
                  </a:lnTo>
                  <a:lnTo>
                    <a:pt x="72384" y="0"/>
                  </a:lnTo>
                  <a:lnTo>
                    <a:pt x="58003" y="1432"/>
                  </a:lnTo>
                  <a:lnTo>
                    <a:pt x="21629" y="20754"/>
                  </a:lnTo>
                  <a:lnTo>
                    <a:pt x="1638" y="56932"/>
                  </a:lnTo>
                  <a:lnTo>
                    <a:pt x="0" y="71474"/>
                  </a:lnTo>
                  <a:lnTo>
                    <a:pt x="1443" y="86064"/>
                  </a:lnTo>
                  <a:lnTo>
                    <a:pt x="20787" y="122775"/>
                  </a:lnTo>
                  <a:lnTo>
                    <a:pt x="56537" y="142995"/>
                  </a:lnTo>
                  <a:lnTo>
                    <a:pt x="70740" y="144761"/>
                  </a:lnTo>
                  <a:lnTo>
                    <a:pt x="85495" y="143336"/>
                  </a:lnTo>
                  <a:lnTo>
                    <a:pt x="122470" y="124181"/>
                  </a:lnTo>
                  <a:lnTo>
                    <a:pt x="142874" y="88729"/>
                  </a:lnTo>
                  <a:lnTo>
                    <a:pt x="144739" y="74628"/>
                  </a:lnTo>
                  <a:close/>
                </a:path>
              </a:pathLst>
            </a:custGeom>
            <a:solidFill>
              <a:srgbClr val="4D4D4D"/>
            </a:solidFill>
          </p:spPr>
          <p:txBody>
            <a:bodyPr wrap="square" lIns="0" tIns="0" rIns="0" bIns="0" rtlCol="0"/>
            <a:p/>
          </p:txBody>
        </p:sp>
        <p:sp>
          <p:nvSpPr>
            <p:cNvPr id="1048814" name="object 21"/>
            <p:cNvSpPr/>
            <p:nvPr/>
          </p:nvSpPr>
          <p:spPr>
            <a:xfrm>
              <a:off x="7680651" y="4180409"/>
              <a:ext cx="60834" cy="59154"/>
            </a:xfrm>
            <a:custGeom>
              <a:avLst/>
              <a:gdLst/>
              <a:ahLst/>
              <a:cxnLst/>
              <a:rect l="l" t="t" r="r" b="b"/>
              <a:pathLst>
                <a:path w="144779" h="144779">
                  <a:moveTo>
                    <a:pt x="72384" y="0"/>
                  </a:moveTo>
                  <a:lnTo>
                    <a:pt x="32329" y="12080"/>
                  </a:lnTo>
                  <a:lnTo>
                    <a:pt x="5987" y="43451"/>
                  </a:lnTo>
                  <a:lnTo>
                    <a:pt x="0" y="71474"/>
                  </a:lnTo>
                  <a:lnTo>
                    <a:pt x="1443" y="86064"/>
                  </a:lnTo>
                  <a:lnTo>
                    <a:pt x="20787" y="122775"/>
                  </a:lnTo>
                  <a:lnTo>
                    <a:pt x="56537" y="142995"/>
                  </a:lnTo>
                  <a:lnTo>
                    <a:pt x="70740" y="144761"/>
                  </a:lnTo>
                  <a:lnTo>
                    <a:pt x="85495" y="143336"/>
                  </a:lnTo>
                  <a:lnTo>
                    <a:pt x="122470" y="124181"/>
                  </a:lnTo>
                  <a:lnTo>
                    <a:pt x="142874" y="88729"/>
                  </a:lnTo>
                  <a:lnTo>
                    <a:pt x="144739" y="74628"/>
                  </a:lnTo>
                  <a:lnTo>
                    <a:pt x="143331" y="59526"/>
                  </a:lnTo>
                  <a:lnTo>
                    <a:pt x="124333" y="22259"/>
                  </a:lnTo>
                  <a:lnTo>
                    <a:pt x="89125" y="1957"/>
                  </a:lnTo>
                  <a:lnTo>
                    <a:pt x="72384" y="0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p/>
          </p:txBody>
        </p:sp>
        <p:sp>
          <p:nvSpPr>
            <p:cNvPr id="1048815" name="object 22"/>
            <p:cNvSpPr/>
            <p:nvPr/>
          </p:nvSpPr>
          <p:spPr>
            <a:xfrm>
              <a:off x="7268513" y="4583901"/>
              <a:ext cx="60299" cy="58376"/>
            </a:xfrm>
            <a:custGeom>
              <a:avLst/>
              <a:gdLst/>
              <a:ahLst/>
              <a:cxnLst/>
              <a:rect l="l" t="t" r="r" b="b"/>
              <a:pathLst>
                <a:path w="143509" h="142875">
                  <a:moveTo>
                    <a:pt x="142986" y="84494"/>
                  </a:moveTo>
                  <a:lnTo>
                    <a:pt x="133529" y="38470"/>
                  </a:lnTo>
                  <a:lnTo>
                    <a:pt x="106943" y="9411"/>
                  </a:lnTo>
                  <a:lnTo>
                    <a:pt x="71627" y="0"/>
                  </a:lnTo>
                  <a:lnTo>
                    <a:pt x="57205" y="1447"/>
                  </a:lnTo>
                  <a:lnTo>
                    <a:pt x="21045" y="20959"/>
                  </a:lnTo>
                  <a:lnTo>
                    <a:pt x="1499" y="57452"/>
                  </a:lnTo>
                  <a:lnTo>
                    <a:pt x="0" y="72107"/>
                  </a:lnTo>
                  <a:lnTo>
                    <a:pt x="1455" y="86669"/>
                  </a:lnTo>
                  <a:lnTo>
                    <a:pt x="21045" y="123109"/>
                  </a:lnTo>
                  <a:lnTo>
                    <a:pt x="57272" y="142585"/>
                  </a:lnTo>
                  <a:lnTo>
                    <a:pt x="74793" y="141844"/>
                  </a:lnTo>
                  <a:lnTo>
                    <a:pt x="116312" y="126705"/>
                  </a:lnTo>
                  <a:lnTo>
                    <a:pt x="142986" y="84494"/>
                  </a:lnTo>
                  <a:close/>
                </a:path>
              </a:pathLst>
            </a:custGeom>
            <a:solidFill>
              <a:srgbClr val="4D4D4D"/>
            </a:solidFill>
          </p:spPr>
          <p:txBody>
            <a:bodyPr wrap="square" lIns="0" tIns="0" rIns="0" bIns="0" rtlCol="0"/>
            <a:p/>
          </p:txBody>
        </p:sp>
        <p:sp>
          <p:nvSpPr>
            <p:cNvPr id="1048816" name="object 23"/>
            <p:cNvSpPr/>
            <p:nvPr/>
          </p:nvSpPr>
          <p:spPr>
            <a:xfrm>
              <a:off x="7268513" y="4583901"/>
              <a:ext cx="60299" cy="58376"/>
            </a:xfrm>
            <a:custGeom>
              <a:avLst/>
              <a:gdLst/>
              <a:ahLst/>
              <a:cxnLst/>
              <a:rect l="l" t="t" r="r" b="b"/>
              <a:pathLst>
                <a:path w="143509" h="142875">
                  <a:moveTo>
                    <a:pt x="71627" y="0"/>
                  </a:moveTo>
                  <a:lnTo>
                    <a:pt x="31631" y="12201"/>
                  </a:lnTo>
                  <a:lnTo>
                    <a:pt x="5695" y="43859"/>
                  </a:lnTo>
                  <a:lnTo>
                    <a:pt x="0" y="72107"/>
                  </a:lnTo>
                  <a:lnTo>
                    <a:pt x="1455" y="86669"/>
                  </a:lnTo>
                  <a:lnTo>
                    <a:pt x="20993" y="123066"/>
                  </a:lnTo>
                  <a:lnTo>
                    <a:pt x="57272" y="142585"/>
                  </a:lnTo>
                  <a:lnTo>
                    <a:pt x="74793" y="141844"/>
                  </a:lnTo>
                  <a:lnTo>
                    <a:pt x="116312" y="126705"/>
                  </a:lnTo>
                  <a:lnTo>
                    <a:pt x="142986" y="84494"/>
                  </a:lnTo>
                  <a:lnTo>
                    <a:pt x="142097" y="67436"/>
                  </a:lnTo>
                  <a:lnTo>
                    <a:pt x="126283" y="26764"/>
                  </a:lnTo>
                  <a:lnTo>
                    <a:pt x="95282" y="3966"/>
                  </a:lnTo>
                  <a:lnTo>
                    <a:pt x="71627" y="0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p/>
          </p:txBody>
        </p:sp>
        <p:sp>
          <p:nvSpPr>
            <p:cNvPr id="1048817" name="object 24"/>
            <p:cNvSpPr/>
            <p:nvPr/>
          </p:nvSpPr>
          <p:spPr>
            <a:xfrm>
              <a:off x="8218061" y="4173871"/>
              <a:ext cx="60834" cy="59154"/>
            </a:xfrm>
            <a:custGeom>
              <a:avLst/>
              <a:gdLst/>
              <a:ahLst/>
              <a:cxnLst/>
              <a:rect l="l" t="t" r="r" b="b"/>
              <a:pathLst>
                <a:path w="144779" h="144780">
                  <a:moveTo>
                    <a:pt x="144739" y="74642"/>
                  </a:moveTo>
                  <a:lnTo>
                    <a:pt x="132847" y="33451"/>
                  </a:lnTo>
                  <a:lnTo>
                    <a:pt x="102197" y="6573"/>
                  </a:lnTo>
                  <a:lnTo>
                    <a:pt x="72384" y="0"/>
                  </a:lnTo>
                  <a:lnTo>
                    <a:pt x="57786" y="1463"/>
                  </a:lnTo>
                  <a:lnTo>
                    <a:pt x="21341" y="21038"/>
                  </a:lnTo>
                  <a:lnTo>
                    <a:pt x="1604" y="57159"/>
                  </a:lnTo>
                  <a:lnTo>
                    <a:pt x="0" y="71491"/>
                  </a:lnTo>
                  <a:lnTo>
                    <a:pt x="1413" y="86077"/>
                  </a:lnTo>
                  <a:lnTo>
                    <a:pt x="20510" y="122782"/>
                  </a:lnTo>
                  <a:lnTo>
                    <a:pt x="56315" y="142998"/>
                  </a:lnTo>
                  <a:lnTo>
                    <a:pt x="70723" y="144761"/>
                  </a:lnTo>
                  <a:lnTo>
                    <a:pt x="85482" y="143337"/>
                  </a:lnTo>
                  <a:lnTo>
                    <a:pt x="122463" y="124185"/>
                  </a:lnTo>
                  <a:lnTo>
                    <a:pt x="142871" y="88739"/>
                  </a:lnTo>
                  <a:lnTo>
                    <a:pt x="144739" y="74642"/>
                  </a:lnTo>
                  <a:close/>
                </a:path>
              </a:pathLst>
            </a:custGeom>
            <a:solidFill>
              <a:srgbClr val="4D4D4D"/>
            </a:solidFill>
          </p:spPr>
          <p:txBody>
            <a:bodyPr wrap="square" lIns="0" tIns="0" rIns="0" bIns="0" rtlCol="0"/>
            <a:p/>
          </p:txBody>
        </p:sp>
        <p:sp>
          <p:nvSpPr>
            <p:cNvPr id="1048818" name="object 25"/>
            <p:cNvSpPr/>
            <p:nvPr/>
          </p:nvSpPr>
          <p:spPr>
            <a:xfrm>
              <a:off x="8218061" y="4173871"/>
              <a:ext cx="60834" cy="59154"/>
            </a:xfrm>
            <a:custGeom>
              <a:avLst/>
              <a:gdLst/>
              <a:ahLst/>
              <a:cxnLst/>
              <a:rect l="l" t="t" r="r" b="b"/>
              <a:pathLst>
                <a:path w="144779" h="144780">
                  <a:moveTo>
                    <a:pt x="72384" y="0"/>
                  </a:moveTo>
                  <a:lnTo>
                    <a:pt x="31994" y="12279"/>
                  </a:lnTo>
                  <a:lnTo>
                    <a:pt x="5876" y="43775"/>
                  </a:lnTo>
                  <a:lnTo>
                    <a:pt x="0" y="71491"/>
                  </a:lnTo>
                  <a:lnTo>
                    <a:pt x="1413" y="86077"/>
                  </a:lnTo>
                  <a:lnTo>
                    <a:pt x="20510" y="122782"/>
                  </a:lnTo>
                  <a:lnTo>
                    <a:pt x="56315" y="142998"/>
                  </a:lnTo>
                  <a:lnTo>
                    <a:pt x="70723" y="144761"/>
                  </a:lnTo>
                  <a:lnTo>
                    <a:pt x="85482" y="143337"/>
                  </a:lnTo>
                  <a:lnTo>
                    <a:pt x="122463" y="124185"/>
                  </a:lnTo>
                  <a:lnTo>
                    <a:pt x="142871" y="88739"/>
                  </a:lnTo>
                  <a:lnTo>
                    <a:pt x="144739" y="74642"/>
                  </a:lnTo>
                  <a:lnTo>
                    <a:pt x="143332" y="59752"/>
                  </a:lnTo>
                  <a:lnTo>
                    <a:pt x="124337" y="22556"/>
                  </a:lnTo>
                  <a:lnTo>
                    <a:pt x="89134" y="2000"/>
                  </a:lnTo>
                  <a:lnTo>
                    <a:pt x="72384" y="0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p/>
          </p:txBody>
        </p:sp>
        <p:sp>
          <p:nvSpPr>
            <p:cNvPr id="1048819" name="object 26"/>
            <p:cNvSpPr/>
            <p:nvPr/>
          </p:nvSpPr>
          <p:spPr>
            <a:xfrm>
              <a:off x="7490205" y="4583902"/>
              <a:ext cx="60566" cy="58894"/>
            </a:xfrm>
            <a:custGeom>
              <a:avLst/>
              <a:gdLst/>
              <a:ahLst/>
              <a:cxnLst/>
              <a:rect l="l" t="t" r="r" b="b"/>
              <a:pathLst>
                <a:path w="144145" h="144145">
                  <a:moveTo>
                    <a:pt x="144010" y="72905"/>
                  </a:moveTo>
                  <a:lnTo>
                    <a:pt x="131933" y="32068"/>
                  </a:lnTo>
                  <a:lnTo>
                    <a:pt x="100750" y="5832"/>
                  </a:lnTo>
                  <a:lnTo>
                    <a:pt x="73090" y="0"/>
                  </a:lnTo>
                  <a:lnTo>
                    <a:pt x="71337" y="99"/>
                  </a:lnTo>
                  <a:lnTo>
                    <a:pt x="31994" y="12077"/>
                  </a:lnTo>
                  <a:lnTo>
                    <a:pt x="5876" y="43447"/>
                  </a:lnTo>
                  <a:lnTo>
                    <a:pt x="0" y="71470"/>
                  </a:lnTo>
                  <a:lnTo>
                    <a:pt x="1427" y="86103"/>
                  </a:lnTo>
                  <a:lnTo>
                    <a:pt x="20707" y="122604"/>
                  </a:lnTo>
                  <a:lnTo>
                    <a:pt x="56818" y="142381"/>
                  </a:lnTo>
                  <a:lnTo>
                    <a:pt x="71337" y="144007"/>
                  </a:lnTo>
                  <a:lnTo>
                    <a:pt x="86074" y="142569"/>
                  </a:lnTo>
                  <a:lnTo>
                    <a:pt x="122754" y="123228"/>
                  </a:lnTo>
                  <a:lnTo>
                    <a:pt x="142469" y="87268"/>
                  </a:lnTo>
                  <a:lnTo>
                    <a:pt x="144010" y="72905"/>
                  </a:lnTo>
                  <a:close/>
                </a:path>
              </a:pathLst>
            </a:custGeom>
            <a:solidFill>
              <a:srgbClr val="4D4D4D"/>
            </a:solidFill>
          </p:spPr>
          <p:txBody>
            <a:bodyPr wrap="square" lIns="0" tIns="0" rIns="0" bIns="0" rtlCol="0"/>
            <a:p/>
          </p:txBody>
        </p:sp>
        <p:sp>
          <p:nvSpPr>
            <p:cNvPr id="1048820" name="object 27"/>
            <p:cNvSpPr/>
            <p:nvPr/>
          </p:nvSpPr>
          <p:spPr>
            <a:xfrm>
              <a:off x="7490205" y="4583901"/>
              <a:ext cx="60566" cy="58894"/>
            </a:xfrm>
            <a:custGeom>
              <a:avLst/>
              <a:gdLst/>
              <a:ahLst/>
              <a:cxnLst/>
              <a:rect l="l" t="t" r="r" b="b"/>
              <a:pathLst>
                <a:path w="144145" h="144145">
                  <a:moveTo>
                    <a:pt x="72384" y="0"/>
                  </a:moveTo>
                  <a:lnTo>
                    <a:pt x="31994" y="12080"/>
                  </a:lnTo>
                  <a:lnTo>
                    <a:pt x="5876" y="43451"/>
                  </a:lnTo>
                  <a:lnTo>
                    <a:pt x="0" y="71474"/>
                  </a:lnTo>
                  <a:lnTo>
                    <a:pt x="1427" y="86107"/>
                  </a:lnTo>
                  <a:lnTo>
                    <a:pt x="20707" y="122607"/>
                  </a:lnTo>
                  <a:lnTo>
                    <a:pt x="56818" y="142385"/>
                  </a:lnTo>
                  <a:lnTo>
                    <a:pt x="71337" y="144010"/>
                  </a:lnTo>
                  <a:lnTo>
                    <a:pt x="86074" y="142573"/>
                  </a:lnTo>
                  <a:lnTo>
                    <a:pt x="122754" y="123231"/>
                  </a:lnTo>
                  <a:lnTo>
                    <a:pt x="142469" y="87271"/>
                  </a:lnTo>
                  <a:lnTo>
                    <a:pt x="144010" y="72908"/>
                  </a:lnTo>
                  <a:lnTo>
                    <a:pt x="142575" y="58117"/>
                  </a:lnTo>
                  <a:lnTo>
                    <a:pt x="123287" y="21349"/>
                  </a:lnTo>
                  <a:lnTo>
                    <a:pt x="87420" y="1576"/>
                  </a:lnTo>
                  <a:lnTo>
                    <a:pt x="72384" y="0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p/>
          </p:txBody>
        </p:sp>
        <p:sp>
          <p:nvSpPr>
            <p:cNvPr id="1048821" name="object 30"/>
            <p:cNvSpPr/>
            <p:nvPr/>
          </p:nvSpPr>
          <p:spPr>
            <a:xfrm>
              <a:off x="7952139" y="4602592"/>
              <a:ext cx="60566" cy="59154"/>
            </a:xfrm>
            <a:custGeom>
              <a:avLst/>
              <a:gdLst/>
              <a:ahLst/>
              <a:cxnLst/>
              <a:rect l="l" t="t" r="r" b="b"/>
              <a:pathLst>
                <a:path w="144145" h="144779">
                  <a:moveTo>
                    <a:pt x="144005" y="73673"/>
                  </a:moveTo>
                  <a:lnTo>
                    <a:pt x="132141" y="32952"/>
                  </a:lnTo>
                  <a:lnTo>
                    <a:pt x="101265" y="6298"/>
                  </a:lnTo>
                  <a:lnTo>
                    <a:pt x="73630" y="0"/>
                  </a:lnTo>
                  <a:lnTo>
                    <a:pt x="71121" y="24"/>
                  </a:lnTo>
                  <a:lnTo>
                    <a:pt x="31631" y="12375"/>
                  </a:lnTo>
                  <a:lnTo>
                    <a:pt x="5695" y="44154"/>
                  </a:lnTo>
                  <a:lnTo>
                    <a:pt x="0" y="72085"/>
                  </a:lnTo>
                  <a:lnTo>
                    <a:pt x="1440" y="86603"/>
                  </a:lnTo>
                  <a:lnTo>
                    <a:pt x="20789" y="123213"/>
                  </a:lnTo>
                  <a:lnTo>
                    <a:pt x="56755" y="143178"/>
                  </a:lnTo>
                  <a:lnTo>
                    <a:pt x="71121" y="144751"/>
                  </a:lnTo>
                  <a:lnTo>
                    <a:pt x="85835" y="143298"/>
                  </a:lnTo>
                  <a:lnTo>
                    <a:pt x="122467" y="123850"/>
                  </a:lnTo>
                  <a:lnTo>
                    <a:pt x="142332" y="87934"/>
                  </a:lnTo>
                  <a:lnTo>
                    <a:pt x="144005" y="73673"/>
                  </a:lnTo>
                  <a:close/>
                </a:path>
              </a:pathLst>
            </a:custGeom>
            <a:solidFill>
              <a:srgbClr val="4D4D4D"/>
            </a:solidFill>
          </p:spPr>
          <p:txBody>
            <a:bodyPr wrap="square" lIns="0" tIns="0" rIns="0" bIns="0" rtlCol="0"/>
            <a:p/>
          </p:txBody>
        </p:sp>
        <p:sp>
          <p:nvSpPr>
            <p:cNvPr id="1048822" name="object 31"/>
            <p:cNvSpPr/>
            <p:nvPr/>
          </p:nvSpPr>
          <p:spPr>
            <a:xfrm>
              <a:off x="7952139" y="4602581"/>
              <a:ext cx="60566" cy="59154"/>
            </a:xfrm>
            <a:custGeom>
              <a:avLst/>
              <a:gdLst/>
              <a:ahLst/>
              <a:cxnLst/>
              <a:rect l="l" t="t" r="r" b="b"/>
              <a:pathLst>
                <a:path w="144145" h="144779">
                  <a:moveTo>
                    <a:pt x="71627" y="0"/>
                  </a:moveTo>
                  <a:lnTo>
                    <a:pt x="31631" y="12402"/>
                  </a:lnTo>
                  <a:lnTo>
                    <a:pt x="5695" y="44181"/>
                  </a:lnTo>
                  <a:lnTo>
                    <a:pt x="0" y="72112"/>
                  </a:lnTo>
                  <a:lnTo>
                    <a:pt x="1440" y="86630"/>
                  </a:lnTo>
                  <a:lnTo>
                    <a:pt x="20789" y="123240"/>
                  </a:lnTo>
                  <a:lnTo>
                    <a:pt x="56755" y="143205"/>
                  </a:lnTo>
                  <a:lnTo>
                    <a:pt x="71121" y="144778"/>
                  </a:lnTo>
                  <a:lnTo>
                    <a:pt x="85835" y="143325"/>
                  </a:lnTo>
                  <a:lnTo>
                    <a:pt x="122467" y="123877"/>
                  </a:lnTo>
                  <a:lnTo>
                    <a:pt x="142332" y="87961"/>
                  </a:lnTo>
                  <a:lnTo>
                    <a:pt x="144005" y="73700"/>
                  </a:lnTo>
                  <a:lnTo>
                    <a:pt x="142602" y="59020"/>
                  </a:lnTo>
                  <a:lnTo>
                    <a:pt x="123610" y="22166"/>
                  </a:lnTo>
                  <a:lnTo>
                    <a:pt x="87977" y="1846"/>
                  </a:lnTo>
                  <a:lnTo>
                    <a:pt x="71627" y="0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p/>
          </p:txBody>
        </p:sp>
        <p:sp>
          <p:nvSpPr>
            <p:cNvPr id="1048823" name="object 32"/>
            <p:cNvSpPr/>
            <p:nvPr/>
          </p:nvSpPr>
          <p:spPr>
            <a:xfrm>
              <a:off x="8154222" y="4602581"/>
              <a:ext cx="60566" cy="59154"/>
            </a:xfrm>
            <a:custGeom>
              <a:avLst/>
              <a:gdLst/>
              <a:ahLst/>
              <a:cxnLst/>
              <a:rect l="l" t="t" r="r" b="b"/>
              <a:pathLst>
                <a:path w="144145" h="144779">
                  <a:moveTo>
                    <a:pt x="143994" y="74030"/>
                  </a:moveTo>
                  <a:lnTo>
                    <a:pt x="132109" y="32963"/>
                  </a:lnTo>
                  <a:lnTo>
                    <a:pt x="101353" y="6235"/>
                  </a:lnTo>
                  <a:lnTo>
                    <a:pt x="72384" y="0"/>
                  </a:lnTo>
                  <a:lnTo>
                    <a:pt x="57786" y="1463"/>
                  </a:lnTo>
                  <a:lnTo>
                    <a:pt x="21341" y="21038"/>
                  </a:lnTo>
                  <a:lnTo>
                    <a:pt x="1604" y="57159"/>
                  </a:lnTo>
                  <a:lnTo>
                    <a:pt x="0" y="71491"/>
                  </a:lnTo>
                  <a:lnTo>
                    <a:pt x="1413" y="86077"/>
                  </a:lnTo>
                  <a:lnTo>
                    <a:pt x="20510" y="122782"/>
                  </a:lnTo>
                  <a:lnTo>
                    <a:pt x="56315" y="142998"/>
                  </a:lnTo>
                  <a:lnTo>
                    <a:pt x="70723" y="144761"/>
                  </a:lnTo>
                  <a:lnTo>
                    <a:pt x="85525" y="143322"/>
                  </a:lnTo>
                  <a:lnTo>
                    <a:pt x="122300" y="123984"/>
                  </a:lnTo>
                  <a:lnTo>
                    <a:pt x="142266" y="88234"/>
                  </a:lnTo>
                  <a:lnTo>
                    <a:pt x="143994" y="74030"/>
                  </a:lnTo>
                  <a:close/>
                </a:path>
              </a:pathLst>
            </a:custGeom>
            <a:solidFill>
              <a:srgbClr val="4D4D4D"/>
            </a:solidFill>
          </p:spPr>
          <p:txBody>
            <a:bodyPr wrap="square" lIns="0" tIns="0" rIns="0" bIns="0" rtlCol="0"/>
            <a:p/>
          </p:txBody>
        </p:sp>
        <p:sp>
          <p:nvSpPr>
            <p:cNvPr id="1048824" name="object 33"/>
            <p:cNvSpPr/>
            <p:nvPr/>
          </p:nvSpPr>
          <p:spPr>
            <a:xfrm>
              <a:off x="8154222" y="4602581"/>
              <a:ext cx="60566" cy="59154"/>
            </a:xfrm>
            <a:custGeom>
              <a:avLst/>
              <a:gdLst/>
              <a:ahLst/>
              <a:cxnLst/>
              <a:rect l="l" t="t" r="r" b="b"/>
              <a:pathLst>
                <a:path w="144145" h="144779">
                  <a:moveTo>
                    <a:pt x="72384" y="0"/>
                  </a:moveTo>
                  <a:lnTo>
                    <a:pt x="31994" y="12279"/>
                  </a:lnTo>
                  <a:lnTo>
                    <a:pt x="5876" y="43775"/>
                  </a:lnTo>
                  <a:lnTo>
                    <a:pt x="0" y="71491"/>
                  </a:lnTo>
                  <a:lnTo>
                    <a:pt x="1413" y="86077"/>
                  </a:lnTo>
                  <a:lnTo>
                    <a:pt x="20510" y="122782"/>
                  </a:lnTo>
                  <a:lnTo>
                    <a:pt x="56315" y="142998"/>
                  </a:lnTo>
                  <a:lnTo>
                    <a:pt x="70723" y="144761"/>
                  </a:lnTo>
                  <a:lnTo>
                    <a:pt x="85525" y="143322"/>
                  </a:lnTo>
                  <a:lnTo>
                    <a:pt x="122300" y="123984"/>
                  </a:lnTo>
                  <a:lnTo>
                    <a:pt x="142266" y="88234"/>
                  </a:lnTo>
                  <a:lnTo>
                    <a:pt x="143994" y="74030"/>
                  </a:lnTo>
                  <a:lnTo>
                    <a:pt x="142586" y="59203"/>
                  </a:lnTo>
                  <a:lnTo>
                    <a:pt x="123589" y="22097"/>
                  </a:lnTo>
                  <a:lnTo>
                    <a:pt x="88187" y="1784"/>
                  </a:lnTo>
                  <a:lnTo>
                    <a:pt x="72384" y="0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p/>
          </p:txBody>
        </p:sp>
        <p:sp>
          <p:nvSpPr>
            <p:cNvPr id="1048825" name="object 34"/>
            <p:cNvSpPr/>
            <p:nvPr/>
          </p:nvSpPr>
          <p:spPr>
            <a:xfrm>
              <a:off x="7408609" y="3945039"/>
              <a:ext cx="437572" cy="240248"/>
            </a:xfrm>
            <a:custGeom>
              <a:avLst/>
              <a:gdLst/>
              <a:ahLst/>
              <a:cxnLst/>
              <a:rect l="l" t="t" r="r" b="b"/>
              <a:pathLst>
                <a:path w="1041400" h="588010">
                  <a:moveTo>
                    <a:pt x="1040892" y="0"/>
                  </a:moveTo>
                  <a:lnTo>
                    <a:pt x="0" y="587502"/>
                  </a:lnTo>
                </a:path>
              </a:pathLst>
            </a:custGeom>
            <a:ln w="28575">
              <a:solidFill>
                <a:srgbClr val="003366"/>
              </a:solidFill>
            </a:ln>
          </p:spPr>
          <p:txBody>
            <a:bodyPr wrap="square" lIns="0" tIns="0" rIns="0" bIns="0" rtlCol="0"/>
            <a:p/>
          </p:txBody>
        </p:sp>
        <p:sp>
          <p:nvSpPr>
            <p:cNvPr id="1048826" name="object 35"/>
            <p:cNvSpPr/>
            <p:nvPr/>
          </p:nvSpPr>
          <p:spPr>
            <a:xfrm>
              <a:off x="7709215" y="3963097"/>
              <a:ext cx="132339" cy="220530"/>
            </a:xfrm>
            <a:custGeom>
              <a:avLst/>
              <a:gdLst/>
              <a:ahLst/>
              <a:cxnLst/>
              <a:rect l="l" t="t" r="r" b="b"/>
              <a:pathLst>
                <a:path w="314959" h="539750">
                  <a:moveTo>
                    <a:pt x="314705" y="0"/>
                  </a:moveTo>
                  <a:lnTo>
                    <a:pt x="0" y="539496"/>
                  </a:lnTo>
                </a:path>
              </a:pathLst>
            </a:custGeom>
            <a:ln w="28574">
              <a:solidFill>
                <a:srgbClr val="003366"/>
              </a:solidFill>
            </a:ln>
          </p:spPr>
          <p:txBody>
            <a:bodyPr wrap="square" lIns="0" tIns="0" rIns="0" bIns="0" rtlCol="0"/>
            <a:p/>
          </p:txBody>
        </p:sp>
        <p:sp>
          <p:nvSpPr>
            <p:cNvPr id="1048827" name="object 36"/>
            <p:cNvSpPr/>
            <p:nvPr/>
          </p:nvSpPr>
          <p:spPr>
            <a:xfrm>
              <a:off x="7847430" y="3960606"/>
              <a:ext cx="124335" cy="223124"/>
            </a:xfrm>
            <a:custGeom>
              <a:avLst/>
              <a:gdLst/>
              <a:ahLst/>
              <a:cxnLst/>
              <a:rect l="l" t="t" r="r" b="b"/>
              <a:pathLst>
                <a:path w="295909" h="546100">
                  <a:moveTo>
                    <a:pt x="0" y="0"/>
                  </a:moveTo>
                  <a:lnTo>
                    <a:pt x="295656" y="545592"/>
                  </a:lnTo>
                </a:path>
              </a:pathLst>
            </a:custGeom>
            <a:ln w="28575">
              <a:solidFill>
                <a:srgbClr val="003366"/>
              </a:solidFill>
            </a:ln>
          </p:spPr>
          <p:txBody>
            <a:bodyPr wrap="square" lIns="0" tIns="0" rIns="0" bIns="0" rtlCol="0"/>
            <a:p/>
          </p:txBody>
        </p:sp>
        <p:sp>
          <p:nvSpPr>
            <p:cNvPr id="1048828" name="object 37"/>
            <p:cNvSpPr/>
            <p:nvPr/>
          </p:nvSpPr>
          <p:spPr>
            <a:xfrm>
              <a:off x="7839800" y="3942237"/>
              <a:ext cx="430368" cy="241286"/>
            </a:xfrm>
            <a:custGeom>
              <a:avLst/>
              <a:gdLst/>
              <a:ahLst/>
              <a:cxnLst/>
              <a:rect l="l" t="t" r="r" b="b"/>
              <a:pathLst>
                <a:path w="1024254" h="590550">
                  <a:moveTo>
                    <a:pt x="0" y="0"/>
                  </a:moveTo>
                  <a:lnTo>
                    <a:pt x="1024128" y="590549"/>
                  </a:lnTo>
                </a:path>
              </a:pathLst>
            </a:custGeom>
            <a:ln w="28575">
              <a:solidFill>
                <a:srgbClr val="003366"/>
              </a:solidFill>
            </a:ln>
          </p:spPr>
          <p:txBody>
            <a:bodyPr wrap="square" lIns="0" tIns="0" rIns="0" bIns="0" rtlCol="0"/>
            <a:p/>
          </p:txBody>
        </p:sp>
        <p:sp>
          <p:nvSpPr>
            <p:cNvPr id="1048829" name="object 38"/>
            <p:cNvSpPr/>
            <p:nvPr/>
          </p:nvSpPr>
          <p:spPr>
            <a:xfrm>
              <a:off x="7285239" y="4235516"/>
              <a:ext cx="127003" cy="352848"/>
            </a:xfrm>
            <a:custGeom>
              <a:avLst/>
              <a:gdLst/>
              <a:ahLst/>
              <a:cxnLst/>
              <a:rect l="l" t="t" r="r" b="b"/>
              <a:pathLst>
                <a:path w="302259" h="863600">
                  <a:moveTo>
                    <a:pt x="301751" y="0"/>
                  </a:moveTo>
                  <a:lnTo>
                    <a:pt x="0" y="863346"/>
                  </a:lnTo>
                </a:path>
              </a:pathLst>
            </a:custGeom>
            <a:ln w="28575">
              <a:solidFill>
                <a:srgbClr val="003366"/>
              </a:solidFill>
            </a:ln>
          </p:spPr>
          <p:txBody>
            <a:bodyPr wrap="square" lIns="0" tIns="0" rIns="0" bIns="0" rtlCol="0"/>
            <a:p/>
          </p:txBody>
        </p:sp>
        <p:sp>
          <p:nvSpPr>
            <p:cNvPr id="1048830" name="object 40"/>
            <p:cNvSpPr/>
            <p:nvPr/>
          </p:nvSpPr>
          <p:spPr>
            <a:xfrm>
              <a:off x="7972305" y="4241431"/>
              <a:ext cx="16587" cy="365301"/>
            </a:xfrm>
            <a:custGeom>
              <a:avLst/>
              <a:gdLst/>
              <a:ahLst/>
              <a:cxnLst/>
              <a:rect l="l" t="t" r="r" b="b"/>
              <a:pathLst>
                <a:path w="7620" h="894079">
                  <a:moveTo>
                    <a:pt x="7620" y="0"/>
                  </a:moveTo>
                  <a:lnTo>
                    <a:pt x="0" y="893826"/>
                  </a:lnTo>
                </a:path>
              </a:pathLst>
            </a:custGeom>
            <a:ln w="28575">
              <a:solidFill>
                <a:srgbClr val="003366"/>
              </a:solidFill>
            </a:ln>
          </p:spPr>
          <p:txBody>
            <a:bodyPr wrap="square" lIns="0" tIns="0" rIns="0" bIns="0" rtlCol="0"/>
            <a:p/>
          </p:txBody>
        </p:sp>
        <p:sp>
          <p:nvSpPr>
            <p:cNvPr id="1048831" name="object 41"/>
            <p:cNvSpPr/>
            <p:nvPr/>
          </p:nvSpPr>
          <p:spPr>
            <a:xfrm>
              <a:off x="7980393" y="4230223"/>
              <a:ext cx="209448" cy="376457"/>
            </a:xfrm>
            <a:custGeom>
              <a:avLst/>
              <a:gdLst/>
              <a:ahLst/>
              <a:cxnLst/>
              <a:rect l="l" t="t" r="r" b="b"/>
              <a:pathLst>
                <a:path w="498475" h="921385">
                  <a:moveTo>
                    <a:pt x="0" y="0"/>
                  </a:moveTo>
                  <a:lnTo>
                    <a:pt x="498348" y="921258"/>
                  </a:lnTo>
                </a:path>
              </a:pathLst>
            </a:custGeom>
            <a:ln w="28574">
              <a:solidFill>
                <a:srgbClr val="003366"/>
              </a:solidFill>
            </a:ln>
          </p:spPr>
          <p:txBody>
            <a:bodyPr wrap="square" lIns="0" tIns="0" rIns="0" bIns="0" rtlCol="0"/>
            <a:p/>
          </p:txBody>
        </p:sp>
        <p:sp>
          <p:nvSpPr>
            <p:cNvPr id="1048832" name="object 42"/>
            <p:cNvSpPr/>
            <p:nvPr/>
          </p:nvSpPr>
          <p:spPr>
            <a:xfrm>
              <a:off x="7422284" y="4235516"/>
              <a:ext cx="107792" cy="352848"/>
            </a:xfrm>
            <a:custGeom>
              <a:avLst/>
              <a:gdLst/>
              <a:ahLst/>
              <a:cxnLst/>
              <a:rect l="l" t="t" r="r" b="b"/>
              <a:pathLst>
                <a:path w="256540" h="863600">
                  <a:moveTo>
                    <a:pt x="0" y="0"/>
                  </a:moveTo>
                  <a:lnTo>
                    <a:pt x="256032" y="863346"/>
                  </a:lnTo>
                </a:path>
              </a:pathLst>
            </a:custGeom>
            <a:ln w="28575">
              <a:solidFill>
                <a:srgbClr val="003366"/>
              </a:solidFill>
            </a:ln>
          </p:spPr>
          <p:txBody>
            <a:bodyPr wrap="square" lIns="0" tIns="0" rIns="0" bIns="0" rtlCol="0"/>
            <a:p/>
          </p:txBody>
        </p:sp>
        <p:sp>
          <p:nvSpPr>
            <p:cNvPr id="1048833" name="object 43"/>
            <p:cNvSpPr/>
            <p:nvPr/>
          </p:nvSpPr>
          <p:spPr>
            <a:xfrm>
              <a:off x="7731538" y="4930741"/>
              <a:ext cx="60566" cy="59154"/>
            </a:xfrm>
            <a:custGeom>
              <a:avLst/>
              <a:gdLst/>
              <a:ahLst/>
              <a:cxnLst/>
              <a:rect l="l" t="t" r="r" b="b"/>
              <a:pathLst>
                <a:path w="144145" h="144779">
                  <a:moveTo>
                    <a:pt x="144005" y="73697"/>
                  </a:moveTo>
                  <a:lnTo>
                    <a:pt x="132145" y="32964"/>
                  </a:lnTo>
                  <a:lnTo>
                    <a:pt x="101278" y="6304"/>
                  </a:lnTo>
                  <a:lnTo>
                    <a:pt x="73650" y="0"/>
                  </a:lnTo>
                  <a:lnTo>
                    <a:pt x="71121" y="24"/>
                  </a:lnTo>
                  <a:lnTo>
                    <a:pt x="31631" y="12374"/>
                  </a:lnTo>
                  <a:lnTo>
                    <a:pt x="5695" y="44153"/>
                  </a:lnTo>
                  <a:lnTo>
                    <a:pt x="0" y="72085"/>
                  </a:lnTo>
                  <a:lnTo>
                    <a:pt x="1440" y="86821"/>
                  </a:lnTo>
                  <a:lnTo>
                    <a:pt x="20789" y="123499"/>
                  </a:lnTo>
                  <a:lnTo>
                    <a:pt x="56755" y="143211"/>
                  </a:lnTo>
                  <a:lnTo>
                    <a:pt x="71121" y="144750"/>
                  </a:lnTo>
                  <a:lnTo>
                    <a:pt x="85835" y="143328"/>
                  </a:lnTo>
                  <a:lnTo>
                    <a:pt x="122467" y="124132"/>
                  </a:lnTo>
                  <a:lnTo>
                    <a:pt x="142332" y="88164"/>
                  </a:lnTo>
                  <a:lnTo>
                    <a:pt x="144005" y="73697"/>
                  </a:lnTo>
                  <a:close/>
                </a:path>
              </a:pathLst>
            </a:custGeom>
            <a:solidFill>
              <a:srgbClr val="4D4D4D"/>
            </a:solidFill>
          </p:spPr>
          <p:txBody>
            <a:bodyPr wrap="square" lIns="0" tIns="0" rIns="0" bIns="0" rtlCol="0"/>
            <a:p/>
          </p:txBody>
        </p:sp>
        <p:sp>
          <p:nvSpPr>
            <p:cNvPr id="1048834" name="object 44"/>
            <p:cNvSpPr/>
            <p:nvPr/>
          </p:nvSpPr>
          <p:spPr>
            <a:xfrm>
              <a:off x="7731538" y="4930729"/>
              <a:ext cx="60566" cy="59154"/>
            </a:xfrm>
            <a:custGeom>
              <a:avLst/>
              <a:gdLst/>
              <a:ahLst/>
              <a:cxnLst/>
              <a:rect l="l" t="t" r="r" b="b"/>
              <a:pathLst>
                <a:path w="144145" h="144779">
                  <a:moveTo>
                    <a:pt x="71627" y="0"/>
                  </a:moveTo>
                  <a:lnTo>
                    <a:pt x="31631" y="12402"/>
                  </a:lnTo>
                  <a:lnTo>
                    <a:pt x="5695" y="44181"/>
                  </a:lnTo>
                  <a:lnTo>
                    <a:pt x="0" y="72112"/>
                  </a:lnTo>
                  <a:lnTo>
                    <a:pt x="1440" y="86849"/>
                  </a:lnTo>
                  <a:lnTo>
                    <a:pt x="20789" y="123527"/>
                  </a:lnTo>
                  <a:lnTo>
                    <a:pt x="56755" y="143238"/>
                  </a:lnTo>
                  <a:lnTo>
                    <a:pt x="71121" y="144778"/>
                  </a:lnTo>
                  <a:lnTo>
                    <a:pt x="85835" y="143356"/>
                  </a:lnTo>
                  <a:lnTo>
                    <a:pt x="122467" y="124160"/>
                  </a:lnTo>
                  <a:lnTo>
                    <a:pt x="142332" y="88192"/>
                  </a:lnTo>
                  <a:lnTo>
                    <a:pt x="144005" y="73725"/>
                  </a:lnTo>
                  <a:lnTo>
                    <a:pt x="142603" y="59039"/>
                  </a:lnTo>
                  <a:lnTo>
                    <a:pt x="123617" y="22176"/>
                  </a:lnTo>
                  <a:lnTo>
                    <a:pt x="87993" y="1850"/>
                  </a:lnTo>
                  <a:lnTo>
                    <a:pt x="71627" y="0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p/>
          </p:txBody>
        </p:sp>
        <p:sp>
          <p:nvSpPr>
            <p:cNvPr id="1048835" name="object 45"/>
            <p:cNvSpPr/>
            <p:nvPr/>
          </p:nvSpPr>
          <p:spPr>
            <a:xfrm>
              <a:off x="7301094" y="5171392"/>
              <a:ext cx="60834" cy="59154"/>
            </a:xfrm>
            <a:custGeom>
              <a:avLst/>
              <a:gdLst/>
              <a:ahLst/>
              <a:cxnLst/>
              <a:rect l="l" t="t" r="r" b="b"/>
              <a:pathLst>
                <a:path w="144779" h="144779">
                  <a:moveTo>
                    <a:pt x="144740" y="74617"/>
                  </a:moveTo>
                  <a:lnTo>
                    <a:pt x="133038" y="33438"/>
                  </a:lnTo>
                  <a:lnTo>
                    <a:pt x="102511" y="6566"/>
                  </a:lnTo>
                  <a:lnTo>
                    <a:pt x="72384" y="0"/>
                  </a:lnTo>
                  <a:lnTo>
                    <a:pt x="58003" y="1463"/>
                  </a:lnTo>
                  <a:lnTo>
                    <a:pt x="21629" y="21038"/>
                  </a:lnTo>
                  <a:lnTo>
                    <a:pt x="1638" y="57159"/>
                  </a:lnTo>
                  <a:lnTo>
                    <a:pt x="0" y="71491"/>
                  </a:lnTo>
                  <a:lnTo>
                    <a:pt x="1443" y="86077"/>
                  </a:lnTo>
                  <a:lnTo>
                    <a:pt x="20791" y="122782"/>
                  </a:lnTo>
                  <a:lnTo>
                    <a:pt x="56548" y="142998"/>
                  </a:lnTo>
                  <a:lnTo>
                    <a:pt x="70754" y="144761"/>
                  </a:lnTo>
                  <a:lnTo>
                    <a:pt x="85721" y="143336"/>
                  </a:lnTo>
                  <a:lnTo>
                    <a:pt x="122767" y="124177"/>
                  </a:lnTo>
                  <a:lnTo>
                    <a:pt x="142915" y="88719"/>
                  </a:lnTo>
                  <a:lnTo>
                    <a:pt x="144740" y="74617"/>
                  </a:lnTo>
                  <a:close/>
                </a:path>
              </a:pathLst>
            </a:custGeom>
            <a:solidFill>
              <a:srgbClr val="4D4D4D"/>
            </a:solidFill>
          </p:spPr>
          <p:txBody>
            <a:bodyPr wrap="square" lIns="0" tIns="0" rIns="0" bIns="0" rtlCol="0"/>
            <a:p/>
          </p:txBody>
        </p:sp>
        <p:sp>
          <p:nvSpPr>
            <p:cNvPr id="1048836" name="object 46"/>
            <p:cNvSpPr/>
            <p:nvPr/>
          </p:nvSpPr>
          <p:spPr>
            <a:xfrm>
              <a:off x="7301094" y="5171392"/>
              <a:ext cx="60834" cy="59154"/>
            </a:xfrm>
            <a:custGeom>
              <a:avLst/>
              <a:gdLst/>
              <a:ahLst/>
              <a:cxnLst/>
              <a:rect l="l" t="t" r="r" b="b"/>
              <a:pathLst>
                <a:path w="144779" h="144779">
                  <a:moveTo>
                    <a:pt x="72384" y="0"/>
                  </a:moveTo>
                  <a:lnTo>
                    <a:pt x="32329" y="12279"/>
                  </a:lnTo>
                  <a:lnTo>
                    <a:pt x="5987" y="43775"/>
                  </a:lnTo>
                  <a:lnTo>
                    <a:pt x="0" y="71491"/>
                  </a:lnTo>
                  <a:lnTo>
                    <a:pt x="1443" y="86077"/>
                  </a:lnTo>
                  <a:lnTo>
                    <a:pt x="20791" y="122782"/>
                  </a:lnTo>
                  <a:lnTo>
                    <a:pt x="56548" y="142998"/>
                  </a:lnTo>
                  <a:lnTo>
                    <a:pt x="70754" y="144761"/>
                  </a:lnTo>
                  <a:lnTo>
                    <a:pt x="85721" y="143336"/>
                  </a:lnTo>
                  <a:lnTo>
                    <a:pt x="122767" y="124177"/>
                  </a:lnTo>
                  <a:lnTo>
                    <a:pt x="142915" y="88719"/>
                  </a:lnTo>
                  <a:lnTo>
                    <a:pt x="144740" y="74617"/>
                  </a:lnTo>
                  <a:lnTo>
                    <a:pt x="143362" y="59733"/>
                  </a:lnTo>
                  <a:lnTo>
                    <a:pt x="124609" y="22546"/>
                  </a:lnTo>
                  <a:lnTo>
                    <a:pt x="89359" y="1996"/>
                  </a:lnTo>
                  <a:lnTo>
                    <a:pt x="72384" y="0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p/>
          </p:txBody>
        </p:sp>
        <p:sp>
          <p:nvSpPr>
            <p:cNvPr id="1048837" name="object 47"/>
            <p:cNvSpPr/>
            <p:nvPr/>
          </p:nvSpPr>
          <p:spPr>
            <a:xfrm>
              <a:off x="7301647" y="5556836"/>
              <a:ext cx="60834" cy="58894"/>
            </a:xfrm>
            <a:custGeom>
              <a:avLst/>
              <a:gdLst/>
              <a:ahLst/>
              <a:cxnLst/>
              <a:rect l="l" t="t" r="r" b="b"/>
              <a:pathLst>
                <a:path w="144779" h="144145">
                  <a:moveTo>
                    <a:pt x="144765" y="73496"/>
                  </a:moveTo>
                  <a:lnTo>
                    <a:pt x="132870" y="32530"/>
                  </a:lnTo>
                  <a:lnTo>
                    <a:pt x="101925" y="6140"/>
                  </a:lnTo>
                  <a:lnTo>
                    <a:pt x="74236" y="0"/>
                  </a:lnTo>
                  <a:lnTo>
                    <a:pt x="71356" y="79"/>
                  </a:lnTo>
                  <a:lnTo>
                    <a:pt x="32329" y="12057"/>
                  </a:lnTo>
                  <a:lnTo>
                    <a:pt x="5987" y="43428"/>
                  </a:lnTo>
                  <a:lnTo>
                    <a:pt x="0" y="71451"/>
                  </a:lnTo>
                  <a:lnTo>
                    <a:pt x="1458" y="86084"/>
                  </a:lnTo>
                  <a:lnTo>
                    <a:pt x="20990" y="122585"/>
                  </a:lnTo>
                  <a:lnTo>
                    <a:pt x="57046" y="142362"/>
                  </a:lnTo>
                  <a:lnTo>
                    <a:pt x="71356" y="143988"/>
                  </a:lnTo>
                  <a:lnTo>
                    <a:pt x="86263" y="142565"/>
                  </a:lnTo>
                  <a:lnTo>
                    <a:pt x="123218" y="123407"/>
                  </a:lnTo>
                  <a:lnTo>
                    <a:pt x="143121" y="87751"/>
                  </a:lnTo>
                  <a:lnTo>
                    <a:pt x="144765" y="73496"/>
                  </a:lnTo>
                  <a:close/>
                </a:path>
              </a:pathLst>
            </a:custGeom>
            <a:solidFill>
              <a:srgbClr val="4D4D4D"/>
            </a:solidFill>
          </p:spPr>
          <p:txBody>
            <a:bodyPr wrap="square" lIns="0" tIns="0" rIns="0" bIns="0" rtlCol="0"/>
            <a:p/>
          </p:txBody>
        </p:sp>
        <p:sp>
          <p:nvSpPr>
            <p:cNvPr id="1048838" name="object 48"/>
            <p:cNvSpPr/>
            <p:nvPr/>
          </p:nvSpPr>
          <p:spPr>
            <a:xfrm>
              <a:off x="7301647" y="5556826"/>
              <a:ext cx="60834" cy="58894"/>
            </a:xfrm>
            <a:custGeom>
              <a:avLst/>
              <a:gdLst/>
              <a:ahLst/>
              <a:cxnLst/>
              <a:rect l="l" t="t" r="r" b="b"/>
              <a:pathLst>
                <a:path w="144779" h="144145">
                  <a:moveTo>
                    <a:pt x="72384" y="0"/>
                  </a:moveTo>
                  <a:lnTo>
                    <a:pt x="32329" y="12080"/>
                  </a:lnTo>
                  <a:lnTo>
                    <a:pt x="5987" y="43451"/>
                  </a:lnTo>
                  <a:lnTo>
                    <a:pt x="0" y="71474"/>
                  </a:lnTo>
                  <a:lnTo>
                    <a:pt x="1458" y="86107"/>
                  </a:lnTo>
                  <a:lnTo>
                    <a:pt x="20990" y="122607"/>
                  </a:lnTo>
                  <a:lnTo>
                    <a:pt x="57046" y="142385"/>
                  </a:lnTo>
                  <a:lnTo>
                    <a:pt x="71356" y="144010"/>
                  </a:lnTo>
                  <a:lnTo>
                    <a:pt x="86263" y="142587"/>
                  </a:lnTo>
                  <a:lnTo>
                    <a:pt x="123218" y="123430"/>
                  </a:lnTo>
                  <a:lnTo>
                    <a:pt x="143121" y="87774"/>
                  </a:lnTo>
                  <a:lnTo>
                    <a:pt x="144765" y="73518"/>
                  </a:lnTo>
                  <a:lnTo>
                    <a:pt x="143358" y="58663"/>
                  </a:lnTo>
                  <a:lnTo>
                    <a:pt x="124319" y="21801"/>
                  </a:lnTo>
                  <a:lnTo>
                    <a:pt x="88610" y="1779"/>
                  </a:lnTo>
                  <a:lnTo>
                    <a:pt x="72384" y="0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p/>
          </p:txBody>
        </p:sp>
        <p:sp>
          <p:nvSpPr>
            <p:cNvPr id="1048839" name="object 49"/>
            <p:cNvSpPr/>
            <p:nvPr/>
          </p:nvSpPr>
          <p:spPr>
            <a:xfrm>
              <a:off x="8220826" y="5146174"/>
              <a:ext cx="60834" cy="59154"/>
            </a:xfrm>
            <a:custGeom>
              <a:avLst/>
              <a:gdLst/>
              <a:ahLst/>
              <a:cxnLst/>
              <a:rect l="l" t="t" r="r" b="b"/>
              <a:pathLst>
                <a:path w="144779" h="144779">
                  <a:moveTo>
                    <a:pt x="144740" y="74628"/>
                  </a:moveTo>
                  <a:lnTo>
                    <a:pt x="133040" y="33108"/>
                  </a:lnTo>
                  <a:lnTo>
                    <a:pt x="102517" y="6449"/>
                  </a:lnTo>
                  <a:lnTo>
                    <a:pt x="72384" y="0"/>
                  </a:lnTo>
                  <a:lnTo>
                    <a:pt x="58003" y="1432"/>
                  </a:lnTo>
                  <a:lnTo>
                    <a:pt x="21629" y="20754"/>
                  </a:lnTo>
                  <a:lnTo>
                    <a:pt x="1638" y="56932"/>
                  </a:lnTo>
                  <a:lnTo>
                    <a:pt x="0" y="71474"/>
                  </a:lnTo>
                  <a:lnTo>
                    <a:pt x="1443" y="86064"/>
                  </a:lnTo>
                  <a:lnTo>
                    <a:pt x="20787" y="122775"/>
                  </a:lnTo>
                  <a:lnTo>
                    <a:pt x="56537" y="142995"/>
                  </a:lnTo>
                  <a:lnTo>
                    <a:pt x="70740" y="144761"/>
                  </a:lnTo>
                  <a:lnTo>
                    <a:pt x="85710" y="143336"/>
                  </a:lnTo>
                  <a:lnTo>
                    <a:pt x="122761" y="124181"/>
                  </a:lnTo>
                  <a:lnTo>
                    <a:pt x="142913" y="88729"/>
                  </a:lnTo>
                  <a:lnTo>
                    <a:pt x="144740" y="74628"/>
                  </a:lnTo>
                  <a:close/>
                </a:path>
              </a:pathLst>
            </a:custGeom>
            <a:solidFill>
              <a:srgbClr val="4D4D4D"/>
            </a:solidFill>
          </p:spPr>
          <p:txBody>
            <a:bodyPr wrap="square" lIns="0" tIns="0" rIns="0" bIns="0" rtlCol="0"/>
            <a:p/>
          </p:txBody>
        </p:sp>
        <p:sp>
          <p:nvSpPr>
            <p:cNvPr id="1048840" name="object 50"/>
            <p:cNvSpPr/>
            <p:nvPr/>
          </p:nvSpPr>
          <p:spPr>
            <a:xfrm>
              <a:off x="8220826" y="5146174"/>
              <a:ext cx="60834" cy="59154"/>
            </a:xfrm>
            <a:custGeom>
              <a:avLst/>
              <a:gdLst/>
              <a:ahLst/>
              <a:cxnLst/>
              <a:rect l="l" t="t" r="r" b="b"/>
              <a:pathLst>
                <a:path w="144779" h="144779">
                  <a:moveTo>
                    <a:pt x="72384" y="0"/>
                  </a:moveTo>
                  <a:lnTo>
                    <a:pt x="32329" y="12080"/>
                  </a:lnTo>
                  <a:lnTo>
                    <a:pt x="5987" y="43451"/>
                  </a:lnTo>
                  <a:lnTo>
                    <a:pt x="0" y="71474"/>
                  </a:lnTo>
                  <a:lnTo>
                    <a:pt x="1443" y="86064"/>
                  </a:lnTo>
                  <a:lnTo>
                    <a:pt x="20787" y="122775"/>
                  </a:lnTo>
                  <a:lnTo>
                    <a:pt x="56537" y="142995"/>
                  </a:lnTo>
                  <a:lnTo>
                    <a:pt x="70740" y="144761"/>
                  </a:lnTo>
                  <a:lnTo>
                    <a:pt x="85710" y="143336"/>
                  </a:lnTo>
                  <a:lnTo>
                    <a:pt x="122761" y="124181"/>
                  </a:lnTo>
                  <a:lnTo>
                    <a:pt x="142913" y="88729"/>
                  </a:lnTo>
                  <a:lnTo>
                    <a:pt x="144740" y="74628"/>
                  </a:lnTo>
                  <a:lnTo>
                    <a:pt x="143362" y="59526"/>
                  </a:lnTo>
                  <a:lnTo>
                    <a:pt x="124612" y="22259"/>
                  </a:lnTo>
                  <a:lnTo>
                    <a:pt x="89367" y="1957"/>
                  </a:lnTo>
                  <a:lnTo>
                    <a:pt x="72384" y="0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p/>
          </p:txBody>
        </p:sp>
        <p:sp>
          <p:nvSpPr>
            <p:cNvPr id="1048841" name="object 51"/>
            <p:cNvSpPr/>
            <p:nvPr/>
          </p:nvSpPr>
          <p:spPr>
            <a:xfrm>
              <a:off x="7734285" y="5552779"/>
              <a:ext cx="60834" cy="59154"/>
            </a:xfrm>
            <a:custGeom>
              <a:avLst/>
              <a:gdLst/>
              <a:ahLst/>
              <a:cxnLst/>
              <a:rect l="l" t="t" r="r" b="b"/>
              <a:pathLst>
                <a:path w="144779" h="144779">
                  <a:moveTo>
                    <a:pt x="144739" y="74642"/>
                  </a:moveTo>
                  <a:lnTo>
                    <a:pt x="132847" y="33451"/>
                  </a:lnTo>
                  <a:lnTo>
                    <a:pt x="102197" y="6573"/>
                  </a:lnTo>
                  <a:lnTo>
                    <a:pt x="72384" y="0"/>
                  </a:lnTo>
                  <a:lnTo>
                    <a:pt x="57786" y="1463"/>
                  </a:lnTo>
                  <a:lnTo>
                    <a:pt x="21341" y="21038"/>
                  </a:lnTo>
                  <a:lnTo>
                    <a:pt x="1604" y="57159"/>
                  </a:lnTo>
                  <a:lnTo>
                    <a:pt x="0" y="71491"/>
                  </a:lnTo>
                  <a:lnTo>
                    <a:pt x="1413" y="86077"/>
                  </a:lnTo>
                  <a:lnTo>
                    <a:pt x="20510" y="122782"/>
                  </a:lnTo>
                  <a:lnTo>
                    <a:pt x="56315" y="142998"/>
                  </a:lnTo>
                  <a:lnTo>
                    <a:pt x="70723" y="144761"/>
                  </a:lnTo>
                  <a:lnTo>
                    <a:pt x="85482" y="143337"/>
                  </a:lnTo>
                  <a:lnTo>
                    <a:pt x="122463" y="124185"/>
                  </a:lnTo>
                  <a:lnTo>
                    <a:pt x="142871" y="88739"/>
                  </a:lnTo>
                  <a:lnTo>
                    <a:pt x="144739" y="74642"/>
                  </a:lnTo>
                  <a:close/>
                </a:path>
              </a:pathLst>
            </a:custGeom>
            <a:solidFill>
              <a:srgbClr val="4D4D4D"/>
            </a:solidFill>
          </p:spPr>
          <p:txBody>
            <a:bodyPr wrap="square" lIns="0" tIns="0" rIns="0" bIns="0" rtlCol="0"/>
            <a:p/>
          </p:txBody>
        </p:sp>
        <p:sp>
          <p:nvSpPr>
            <p:cNvPr id="1048842" name="object 52"/>
            <p:cNvSpPr/>
            <p:nvPr/>
          </p:nvSpPr>
          <p:spPr>
            <a:xfrm>
              <a:off x="7734285" y="5552779"/>
              <a:ext cx="60834" cy="59154"/>
            </a:xfrm>
            <a:custGeom>
              <a:avLst/>
              <a:gdLst/>
              <a:ahLst/>
              <a:cxnLst/>
              <a:rect l="l" t="t" r="r" b="b"/>
              <a:pathLst>
                <a:path w="144779" h="144779">
                  <a:moveTo>
                    <a:pt x="72384" y="0"/>
                  </a:moveTo>
                  <a:lnTo>
                    <a:pt x="31994" y="12279"/>
                  </a:lnTo>
                  <a:lnTo>
                    <a:pt x="5876" y="43775"/>
                  </a:lnTo>
                  <a:lnTo>
                    <a:pt x="0" y="71491"/>
                  </a:lnTo>
                  <a:lnTo>
                    <a:pt x="1413" y="86077"/>
                  </a:lnTo>
                  <a:lnTo>
                    <a:pt x="20510" y="122782"/>
                  </a:lnTo>
                  <a:lnTo>
                    <a:pt x="56315" y="142998"/>
                  </a:lnTo>
                  <a:lnTo>
                    <a:pt x="70723" y="144761"/>
                  </a:lnTo>
                  <a:lnTo>
                    <a:pt x="85482" y="143337"/>
                  </a:lnTo>
                  <a:lnTo>
                    <a:pt x="122463" y="124185"/>
                  </a:lnTo>
                  <a:lnTo>
                    <a:pt x="142871" y="88739"/>
                  </a:lnTo>
                  <a:lnTo>
                    <a:pt x="144739" y="74642"/>
                  </a:lnTo>
                  <a:lnTo>
                    <a:pt x="143332" y="59752"/>
                  </a:lnTo>
                  <a:lnTo>
                    <a:pt x="124337" y="22556"/>
                  </a:lnTo>
                  <a:lnTo>
                    <a:pt x="89134" y="2000"/>
                  </a:lnTo>
                  <a:lnTo>
                    <a:pt x="72384" y="0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p/>
          </p:txBody>
        </p:sp>
        <p:sp>
          <p:nvSpPr>
            <p:cNvPr id="1048843" name="object 53"/>
            <p:cNvSpPr/>
            <p:nvPr/>
          </p:nvSpPr>
          <p:spPr>
            <a:xfrm>
              <a:off x="8220823" y="5547184"/>
              <a:ext cx="60834" cy="58894"/>
            </a:xfrm>
            <a:custGeom>
              <a:avLst/>
              <a:gdLst/>
              <a:ahLst/>
              <a:cxnLst/>
              <a:rect l="l" t="t" r="r" b="b"/>
              <a:pathLst>
                <a:path w="144779" h="144145">
                  <a:moveTo>
                    <a:pt x="144757" y="73453"/>
                  </a:moveTo>
                  <a:lnTo>
                    <a:pt x="132867" y="32513"/>
                  </a:lnTo>
                  <a:lnTo>
                    <a:pt x="101914" y="6133"/>
                  </a:lnTo>
                  <a:lnTo>
                    <a:pt x="74217" y="0"/>
                  </a:lnTo>
                  <a:lnTo>
                    <a:pt x="71265" y="90"/>
                  </a:lnTo>
                  <a:lnTo>
                    <a:pt x="32152" y="12139"/>
                  </a:lnTo>
                  <a:lnTo>
                    <a:pt x="5815" y="43518"/>
                  </a:lnTo>
                  <a:lnTo>
                    <a:pt x="0" y="71328"/>
                  </a:lnTo>
                  <a:lnTo>
                    <a:pt x="1457" y="85990"/>
                  </a:lnTo>
                  <a:lnTo>
                    <a:pt x="20963" y="122538"/>
                  </a:lnTo>
                  <a:lnTo>
                    <a:pt x="56972" y="142345"/>
                  </a:lnTo>
                  <a:lnTo>
                    <a:pt x="71265" y="143987"/>
                  </a:lnTo>
                  <a:lnTo>
                    <a:pt x="86119" y="142579"/>
                  </a:lnTo>
                  <a:lnTo>
                    <a:pt x="122979" y="123540"/>
                  </a:lnTo>
                  <a:lnTo>
                    <a:pt x="143000" y="87828"/>
                  </a:lnTo>
                  <a:lnTo>
                    <a:pt x="144757" y="73453"/>
                  </a:lnTo>
                  <a:close/>
                </a:path>
              </a:pathLst>
            </a:custGeom>
            <a:solidFill>
              <a:srgbClr val="4D4D4D"/>
            </a:solidFill>
          </p:spPr>
          <p:txBody>
            <a:bodyPr wrap="square" lIns="0" tIns="0" rIns="0" bIns="0" rtlCol="0"/>
            <a:p/>
          </p:txBody>
        </p:sp>
        <p:sp>
          <p:nvSpPr>
            <p:cNvPr id="1048844" name="object 54"/>
            <p:cNvSpPr/>
            <p:nvPr/>
          </p:nvSpPr>
          <p:spPr>
            <a:xfrm>
              <a:off x="8220823" y="5547175"/>
              <a:ext cx="60834" cy="58894"/>
            </a:xfrm>
            <a:custGeom>
              <a:avLst/>
              <a:gdLst/>
              <a:ahLst/>
              <a:cxnLst/>
              <a:rect l="l" t="t" r="r" b="b"/>
              <a:pathLst>
                <a:path w="144779" h="144145">
                  <a:moveTo>
                    <a:pt x="72389" y="0"/>
                  </a:moveTo>
                  <a:lnTo>
                    <a:pt x="32152" y="12161"/>
                  </a:lnTo>
                  <a:lnTo>
                    <a:pt x="5815" y="43539"/>
                  </a:lnTo>
                  <a:lnTo>
                    <a:pt x="0" y="71350"/>
                  </a:lnTo>
                  <a:lnTo>
                    <a:pt x="1457" y="86012"/>
                  </a:lnTo>
                  <a:lnTo>
                    <a:pt x="20963" y="122559"/>
                  </a:lnTo>
                  <a:lnTo>
                    <a:pt x="56972" y="142367"/>
                  </a:lnTo>
                  <a:lnTo>
                    <a:pt x="71265" y="144009"/>
                  </a:lnTo>
                  <a:lnTo>
                    <a:pt x="86119" y="142601"/>
                  </a:lnTo>
                  <a:lnTo>
                    <a:pt x="122979" y="123562"/>
                  </a:lnTo>
                  <a:lnTo>
                    <a:pt x="143000" y="87850"/>
                  </a:lnTo>
                  <a:lnTo>
                    <a:pt x="144757" y="73475"/>
                  </a:lnTo>
                  <a:lnTo>
                    <a:pt x="143353" y="58631"/>
                  </a:lnTo>
                  <a:lnTo>
                    <a:pt x="124315" y="21788"/>
                  </a:lnTo>
                  <a:lnTo>
                    <a:pt x="88595" y="1775"/>
                  </a:lnTo>
                  <a:lnTo>
                    <a:pt x="72389" y="0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p/>
          </p:txBody>
        </p:sp>
        <p:sp>
          <p:nvSpPr>
            <p:cNvPr id="1048845" name="object 55"/>
            <p:cNvSpPr/>
            <p:nvPr/>
          </p:nvSpPr>
          <p:spPr>
            <a:xfrm>
              <a:off x="7321201" y="4971203"/>
              <a:ext cx="442375" cy="206260"/>
            </a:xfrm>
            <a:custGeom>
              <a:avLst/>
              <a:gdLst/>
              <a:ahLst/>
              <a:cxnLst/>
              <a:rect l="l" t="t" r="r" b="b"/>
              <a:pathLst>
                <a:path w="1052829" h="504825">
                  <a:moveTo>
                    <a:pt x="1052322" y="0"/>
                  </a:moveTo>
                  <a:lnTo>
                    <a:pt x="0" y="504444"/>
                  </a:lnTo>
                </a:path>
              </a:pathLst>
            </a:custGeom>
            <a:ln w="28575">
              <a:solidFill>
                <a:srgbClr val="003366"/>
              </a:solidFill>
            </a:ln>
          </p:spPr>
          <p:txBody>
            <a:bodyPr wrap="square" lIns="0" tIns="0" rIns="0" bIns="0" rtlCol="0"/>
            <a:p/>
          </p:txBody>
        </p:sp>
        <p:sp>
          <p:nvSpPr>
            <p:cNvPr id="1048846" name="object 56"/>
            <p:cNvSpPr/>
            <p:nvPr/>
          </p:nvSpPr>
          <p:spPr>
            <a:xfrm>
              <a:off x="7745413" y="4971203"/>
              <a:ext cx="513080" cy="197180"/>
            </a:xfrm>
            <a:custGeom>
              <a:avLst/>
              <a:gdLst/>
              <a:ahLst/>
              <a:cxnLst/>
              <a:rect l="l" t="t" r="r" b="b"/>
              <a:pathLst>
                <a:path w="1221104" h="482600">
                  <a:moveTo>
                    <a:pt x="0" y="0"/>
                  </a:moveTo>
                  <a:lnTo>
                    <a:pt x="1220724" y="482345"/>
                  </a:lnTo>
                </a:path>
              </a:pathLst>
            </a:custGeom>
            <a:ln w="28575">
              <a:solidFill>
                <a:srgbClr val="003366"/>
              </a:solidFill>
            </a:ln>
          </p:spPr>
          <p:txBody>
            <a:bodyPr wrap="square" lIns="0" tIns="0" rIns="0" bIns="0" rtlCol="0"/>
            <a:p/>
          </p:txBody>
        </p:sp>
        <p:sp>
          <p:nvSpPr>
            <p:cNvPr id="1048847" name="object 57"/>
            <p:cNvSpPr/>
            <p:nvPr/>
          </p:nvSpPr>
          <p:spPr>
            <a:xfrm>
              <a:off x="7320751" y="5233659"/>
              <a:ext cx="16587" cy="323790"/>
            </a:xfrm>
            <a:custGeom>
              <a:avLst/>
              <a:gdLst/>
              <a:ahLst/>
              <a:cxnLst/>
              <a:rect l="l" t="t" r="r" b="b"/>
              <a:pathLst>
                <a:path w="3175" h="792479">
                  <a:moveTo>
                    <a:pt x="0" y="0"/>
                  </a:moveTo>
                  <a:lnTo>
                    <a:pt x="3048" y="792480"/>
                  </a:lnTo>
                </a:path>
              </a:pathLst>
            </a:custGeom>
            <a:ln w="28575">
              <a:solidFill>
                <a:srgbClr val="003366"/>
              </a:solidFill>
            </a:ln>
          </p:spPr>
          <p:txBody>
            <a:bodyPr wrap="square" lIns="0" tIns="0" rIns="0" bIns="0" rtlCol="0"/>
            <a:p/>
          </p:txBody>
        </p:sp>
        <p:sp>
          <p:nvSpPr>
            <p:cNvPr id="1048848" name="object 58"/>
            <p:cNvSpPr/>
            <p:nvPr/>
          </p:nvSpPr>
          <p:spPr>
            <a:xfrm>
              <a:off x="7333104" y="5587960"/>
              <a:ext cx="438105" cy="778"/>
            </a:xfrm>
            <a:custGeom>
              <a:avLst/>
              <a:gdLst/>
              <a:ahLst/>
              <a:cxnLst/>
              <a:rect l="l" t="t" r="r" b="b"/>
              <a:pathLst>
                <a:path w="1042670" h="1904">
                  <a:moveTo>
                    <a:pt x="0" y="0"/>
                  </a:moveTo>
                  <a:lnTo>
                    <a:pt x="1042416" y="1523"/>
                  </a:lnTo>
                </a:path>
              </a:pathLst>
            </a:custGeom>
            <a:ln w="28575">
              <a:solidFill>
                <a:srgbClr val="003366"/>
              </a:solidFill>
            </a:ln>
          </p:spPr>
          <p:txBody>
            <a:bodyPr wrap="square" lIns="0" tIns="0" rIns="0" bIns="0" rtlCol="0"/>
            <a:p/>
          </p:txBody>
        </p:sp>
        <p:sp>
          <p:nvSpPr>
            <p:cNvPr id="1048849" name="object 59"/>
            <p:cNvSpPr/>
            <p:nvPr/>
          </p:nvSpPr>
          <p:spPr>
            <a:xfrm>
              <a:off x="7753430" y="4989260"/>
              <a:ext cx="16587" cy="561702"/>
            </a:xfrm>
            <a:custGeom>
              <a:avLst/>
              <a:gdLst/>
              <a:ahLst/>
              <a:cxnLst/>
              <a:rect l="l" t="t" r="r" b="b"/>
              <a:pathLst>
                <a:path w="1904" h="1374775">
                  <a:moveTo>
                    <a:pt x="0" y="1374648"/>
                  </a:moveTo>
                  <a:lnTo>
                    <a:pt x="1523" y="0"/>
                  </a:lnTo>
                </a:path>
              </a:pathLst>
            </a:custGeom>
            <a:ln w="28575">
              <a:solidFill>
                <a:srgbClr val="003366"/>
              </a:solidFill>
            </a:ln>
          </p:spPr>
          <p:txBody>
            <a:bodyPr wrap="square" lIns="0" tIns="0" rIns="0" bIns="0" rtlCol="0"/>
            <a:p/>
          </p:txBody>
        </p:sp>
        <p:sp>
          <p:nvSpPr>
            <p:cNvPr id="1048850" name="object 60"/>
            <p:cNvSpPr/>
            <p:nvPr/>
          </p:nvSpPr>
          <p:spPr>
            <a:xfrm>
              <a:off x="7759095" y="5585158"/>
              <a:ext cx="498940" cy="1038"/>
            </a:xfrm>
            <a:custGeom>
              <a:avLst/>
              <a:gdLst/>
              <a:ahLst/>
              <a:cxnLst/>
              <a:rect l="l" t="t" r="r" b="b"/>
              <a:pathLst>
                <a:path w="1187450" h="2540">
                  <a:moveTo>
                    <a:pt x="0" y="2286"/>
                  </a:moveTo>
                  <a:lnTo>
                    <a:pt x="1187196" y="0"/>
                  </a:lnTo>
                </a:path>
              </a:pathLst>
            </a:custGeom>
            <a:ln w="28575">
              <a:solidFill>
                <a:srgbClr val="003366"/>
              </a:solidFill>
            </a:ln>
          </p:spPr>
          <p:txBody>
            <a:bodyPr wrap="square" lIns="0" tIns="0" rIns="0" bIns="0" rtlCol="0"/>
            <a:p/>
          </p:txBody>
        </p:sp>
        <p:sp>
          <p:nvSpPr>
            <p:cNvPr id="1048851" name="object 61"/>
            <p:cNvSpPr/>
            <p:nvPr/>
          </p:nvSpPr>
          <p:spPr>
            <a:xfrm>
              <a:off x="7286379" y="5196922"/>
              <a:ext cx="1021091" cy="385797"/>
            </a:xfrm>
            <a:custGeom>
              <a:avLst/>
              <a:gdLst/>
              <a:ahLst/>
              <a:cxnLst/>
              <a:rect l="l" t="t" r="r" b="b"/>
              <a:pathLst>
                <a:path w="2430145" h="944245">
                  <a:moveTo>
                    <a:pt x="2430018" y="0"/>
                  </a:moveTo>
                  <a:lnTo>
                    <a:pt x="0" y="944118"/>
                  </a:lnTo>
                </a:path>
              </a:pathLst>
            </a:custGeom>
            <a:ln w="28575">
              <a:solidFill>
                <a:srgbClr val="003366"/>
              </a:solidFill>
            </a:ln>
          </p:spPr>
          <p:txBody>
            <a:bodyPr wrap="square" lIns="0" tIns="0" rIns="0" bIns="0" rtlCol="0"/>
            <a:p/>
          </p:txBody>
        </p:sp>
        <p:sp>
          <p:nvSpPr>
            <p:cNvPr id="1048852" name="object 62"/>
            <p:cNvSpPr/>
            <p:nvPr/>
          </p:nvSpPr>
          <p:spPr>
            <a:xfrm>
              <a:off x="8242459" y="5201903"/>
              <a:ext cx="16587" cy="350253"/>
            </a:xfrm>
            <a:custGeom>
              <a:avLst/>
              <a:gdLst/>
              <a:ahLst/>
              <a:cxnLst/>
              <a:rect l="l" t="t" r="r" b="b"/>
              <a:pathLst>
                <a:path w="1904" h="857250">
                  <a:moveTo>
                    <a:pt x="0" y="0"/>
                  </a:moveTo>
                  <a:lnTo>
                    <a:pt x="1524" y="857250"/>
                  </a:lnTo>
                </a:path>
              </a:pathLst>
            </a:custGeom>
            <a:ln w="28574">
              <a:solidFill>
                <a:srgbClr val="003366"/>
              </a:solidFill>
            </a:ln>
          </p:spPr>
          <p:txBody>
            <a:bodyPr wrap="square" lIns="0" tIns="0" rIns="0" bIns="0" rtlCol="0"/>
            <a:p/>
          </p:txBody>
        </p:sp>
      </p:grpSp>
    </p:spTree>
    <p:custDataLst>
      <p:tags r:id="rId1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700"/>
    </mc:Choice>
    <mc:Fallback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7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0487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48787" grpId="0" autoUpdateAnimBg="0" build="p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9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56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pPr>
              <a:spcAft>
                <a:spcPts val="0"/>
              </a:spcAft>
            </a:pPr>
            <a:r>
              <a:rPr lang="zh-CN" altLang="en-US" dirty="0" smtClean="0"/>
              <a:t>存储结构</a:t>
            </a:r>
            <a:endParaRPr lang="zh-CN" altLang="en-US" dirty="0"/>
          </a:p>
        </p:txBody>
      </p:sp>
      <p:sp>
        <p:nvSpPr>
          <p:cNvPr id="1048857" name="内容占位符 2"/>
          <p:cNvSpPr>
            <a:spLocks noGrp="1"/>
          </p:cNvSpPr>
          <p:nvPr>
            <p:ph sz="half" idx="1"/>
          </p:nvPr>
        </p:nvSpPr>
        <p:spPr/>
        <p:txBody>
          <a:bodyPr/>
          <a:p>
            <a:pPr>
              <a:spcAft>
                <a:spcPts val="0"/>
              </a:spcAft>
            </a:pPr>
            <a:r>
              <a:rPr lang="zh-CN" altLang="en-US" dirty="0"/>
              <a:t>顺序存储结构</a:t>
            </a:r>
            <a:r>
              <a:rPr lang="en-US" altLang="zh-CN" dirty="0" smtClean="0"/>
              <a:t>—</a:t>
            </a:r>
            <a:r>
              <a:rPr lang="zh-CN" altLang="en-US" dirty="0" smtClean="0"/>
              <a:t>借助</a:t>
            </a:r>
            <a:r>
              <a:rPr lang="zh-CN" altLang="en-US" dirty="0"/>
              <a:t>元素在存储器中的相对位置来</a:t>
            </a:r>
            <a:r>
              <a:rPr lang="zh-CN" altLang="en-US" dirty="0" smtClean="0"/>
              <a:t>表示数据</a:t>
            </a:r>
            <a:r>
              <a:rPr lang="zh-CN" altLang="en-US" dirty="0"/>
              <a:t>元素间的逻辑</a:t>
            </a:r>
            <a:r>
              <a:rPr lang="zh-CN" altLang="en-US" dirty="0" smtClean="0"/>
              <a:t>关系</a:t>
            </a:r>
            <a:endParaRPr lang="en-US" altLang="zh-CN" dirty="0" smtClean="0"/>
          </a:p>
          <a:p>
            <a:endParaRPr lang="en-US" altLang="zh-CN" dirty="0"/>
          </a:p>
          <a:p>
            <a:endParaRPr lang="zh-CN" altLang="en-US" dirty="0"/>
          </a:p>
          <a:p>
            <a:r>
              <a:rPr lang="zh-CN" altLang="en-US" dirty="0"/>
              <a:t>链式存储结构</a:t>
            </a:r>
            <a:r>
              <a:rPr lang="en-US" altLang="zh-CN" dirty="0" smtClean="0"/>
              <a:t>—</a:t>
            </a:r>
            <a:r>
              <a:rPr lang="zh-CN" altLang="en-US" dirty="0" smtClean="0"/>
              <a:t>借助</a:t>
            </a:r>
            <a:r>
              <a:rPr lang="zh-CN" altLang="en-US" dirty="0"/>
              <a:t>指示元素存储地址的指针表示</a:t>
            </a:r>
            <a:r>
              <a:rPr lang="zh-CN" altLang="en-US" dirty="0" smtClean="0"/>
              <a:t>数据元素</a:t>
            </a:r>
            <a:r>
              <a:rPr lang="zh-CN" altLang="en-US" dirty="0"/>
              <a:t>间的逻辑关系</a:t>
            </a:r>
            <a:endParaRPr lang="zh-CN" altLang="en-US" dirty="0"/>
          </a:p>
        </p:txBody>
      </p:sp>
      <p:sp>
        <p:nvSpPr>
          <p:cNvPr id="1048858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rtl="0">
              <a:spcAft>
                <a:spcPts val="0"/>
              </a:spcAft>
            </a:pPr>
            <a:fld id="{71B7BAC7-FE87-40F6-AA24-4F4685D1B022}" type="slidenum">
              <a:rPr lang="en-US" smtClean="0"/>
            </a:fld>
            <a:endParaRPr lang="en-US"/>
          </a:p>
        </p:txBody>
      </p:sp>
      <p:grpSp>
        <p:nvGrpSpPr>
          <p:cNvPr id="198" name="Group 2"/>
          <p:cNvGrpSpPr/>
          <p:nvPr/>
        </p:nvGrpSpPr>
        <p:grpSpPr bwMode="auto">
          <a:xfrm>
            <a:off x="5851242" y="632661"/>
            <a:ext cx="2954867" cy="3048781"/>
            <a:chOff x="1152" y="336"/>
            <a:chExt cx="2640" cy="3536"/>
          </a:xfrm>
        </p:grpSpPr>
        <p:sp>
          <p:nvSpPr>
            <p:cNvPr id="1048859" name="Rectangle 3"/>
            <p:cNvSpPr>
              <a:spLocks noChangeArrowheads="1"/>
            </p:cNvSpPr>
            <p:nvPr/>
          </p:nvSpPr>
          <p:spPr bwMode="auto">
            <a:xfrm>
              <a:off x="2952" y="2757"/>
              <a:ext cx="816" cy="427"/>
            </a:xfrm>
            <a:prstGeom prst="rect">
              <a:avLst/>
            </a:prstGeom>
            <a:solidFill>
              <a:srgbClr val="00CC99"/>
            </a:solidFill>
            <a:ln>
              <a:noFill/>
            </a:ln>
          </p:spPr>
          <p:txBody>
            <a:bodyPr/>
            <a:lstStyle>
              <a:lvl1pPr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1pPr>
              <a:lvl2pPr marL="742950" indent="-28575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2pPr>
              <a:lvl3pPr marL="1143000" indent="-22860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3pPr>
              <a:lvl4pPr marL="1600200" indent="-22860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4pPr>
              <a:lvl5pPr marL="2057400" indent="-22860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9pPr>
            </a:lstStyle>
            <a:p>
              <a:pPr algn="ctr"/>
              <a:r>
                <a:rPr lang="zh-CN" altLang="en-US" sz="1400" b="1" dirty="0">
                  <a:latin typeface="楷体_GB2312" pitchFamily="49" charset="-122"/>
                  <a:ea typeface="楷体_GB2312" pitchFamily="49" charset="-122"/>
                </a:rPr>
                <a:t>元素</a:t>
              </a:r>
              <a:r>
                <a:rPr lang="en-US" altLang="zh-CN" sz="1400" b="1" dirty="0">
                  <a:latin typeface="楷体_GB2312" pitchFamily="49" charset="-122"/>
                  <a:ea typeface="楷体_GB2312" pitchFamily="49" charset="-122"/>
                </a:rPr>
                <a:t>n</a:t>
              </a:r>
              <a:endParaRPr lang="en-US" altLang="zh-CN" sz="1400" b="1" dirty="0">
                <a:latin typeface="楷体_GB2312" pitchFamily="49" charset="-122"/>
                <a:ea typeface="楷体_GB2312" pitchFamily="49" charset="-122"/>
              </a:endParaRPr>
            </a:p>
          </p:txBody>
        </p:sp>
        <p:sp>
          <p:nvSpPr>
            <p:cNvPr id="1048860" name="Rectangle 4"/>
            <p:cNvSpPr>
              <a:spLocks noChangeArrowheads="1"/>
            </p:cNvSpPr>
            <p:nvPr/>
          </p:nvSpPr>
          <p:spPr bwMode="auto">
            <a:xfrm>
              <a:off x="2952" y="2331"/>
              <a:ext cx="816" cy="426"/>
            </a:xfrm>
            <a:prstGeom prst="rect">
              <a:avLst/>
            </a:prstGeom>
            <a:solidFill>
              <a:srgbClr val="00CC99"/>
            </a:solidFill>
            <a:ln>
              <a:noFill/>
            </a:ln>
          </p:spPr>
          <p:txBody>
            <a:bodyPr/>
            <a:lstStyle>
              <a:lvl1pPr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1pPr>
              <a:lvl2pPr marL="742950" indent="-28575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2pPr>
              <a:lvl3pPr marL="1143000" indent="-22860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3pPr>
              <a:lvl4pPr marL="1600200" indent="-22860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4pPr>
              <a:lvl5pPr marL="2057400" indent="-22860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9pPr>
            </a:lstStyle>
            <a:p>
              <a:pPr algn="ctr"/>
              <a:r>
                <a:rPr lang="en-US" altLang="zh-CN" sz="1400" b="1"/>
                <a:t>……..</a:t>
              </a:r>
              <a:endParaRPr lang="en-US" altLang="zh-CN" sz="1400" b="1"/>
            </a:p>
          </p:txBody>
        </p:sp>
        <p:sp>
          <p:nvSpPr>
            <p:cNvPr id="1048861" name="Rectangle 5"/>
            <p:cNvSpPr>
              <a:spLocks noChangeArrowheads="1"/>
            </p:cNvSpPr>
            <p:nvPr/>
          </p:nvSpPr>
          <p:spPr bwMode="auto">
            <a:xfrm>
              <a:off x="2952" y="1904"/>
              <a:ext cx="816" cy="427"/>
            </a:xfrm>
            <a:prstGeom prst="rect">
              <a:avLst/>
            </a:prstGeom>
            <a:solidFill>
              <a:srgbClr val="00CC99"/>
            </a:solidFill>
            <a:ln>
              <a:noFill/>
            </a:ln>
          </p:spPr>
          <p:txBody>
            <a:bodyPr/>
            <a:lstStyle>
              <a:lvl1pPr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1pPr>
              <a:lvl2pPr marL="742950" indent="-28575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2pPr>
              <a:lvl3pPr marL="1143000" indent="-22860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3pPr>
              <a:lvl4pPr marL="1600200" indent="-22860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4pPr>
              <a:lvl5pPr marL="2057400" indent="-22860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9pPr>
            </a:lstStyle>
            <a:p>
              <a:pPr algn="ctr"/>
              <a:r>
                <a:rPr lang="zh-CN" altLang="en-US" sz="1400" b="1">
                  <a:latin typeface="楷体_GB2312" pitchFamily="49" charset="-122"/>
                  <a:ea typeface="楷体_GB2312" pitchFamily="49" charset="-122"/>
                </a:rPr>
                <a:t>元素</a:t>
              </a:r>
              <a:r>
                <a:rPr lang="en-US" altLang="zh-CN" sz="1400" b="1">
                  <a:latin typeface="楷体_GB2312" pitchFamily="49" charset="-122"/>
                  <a:ea typeface="楷体_GB2312" pitchFamily="49" charset="-122"/>
                </a:rPr>
                <a:t>i</a:t>
              </a:r>
              <a:endParaRPr lang="en-US" altLang="zh-CN" sz="1400" b="1">
                <a:latin typeface="楷体_GB2312" pitchFamily="49" charset="-122"/>
                <a:ea typeface="楷体_GB2312" pitchFamily="49" charset="-122"/>
              </a:endParaRPr>
            </a:p>
          </p:txBody>
        </p:sp>
        <p:sp>
          <p:nvSpPr>
            <p:cNvPr id="1048862" name="Rectangle 6"/>
            <p:cNvSpPr>
              <a:spLocks noChangeArrowheads="1"/>
            </p:cNvSpPr>
            <p:nvPr/>
          </p:nvSpPr>
          <p:spPr bwMode="auto">
            <a:xfrm>
              <a:off x="2952" y="1477"/>
              <a:ext cx="816" cy="427"/>
            </a:xfrm>
            <a:prstGeom prst="rect">
              <a:avLst/>
            </a:prstGeom>
            <a:solidFill>
              <a:srgbClr val="00CC99"/>
            </a:solidFill>
            <a:ln>
              <a:noFill/>
            </a:ln>
          </p:spPr>
          <p:txBody>
            <a:bodyPr/>
            <a:lstStyle>
              <a:lvl1pPr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1pPr>
              <a:lvl2pPr marL="742950" indent="-28575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2pPr>
              <a:lvl3pPr marL="1143000" indent="-22860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3pPr>
              <a:lvl4pPr marL="1600200" indent="-22860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4pPr>
              <a:lvl5pPr marL="2057400" indent="-22860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9pPr>
            </a:lstStyle>
            <a:p>
              <a:pPr algn="ctr"/>
              <a:r>
                <a:rPr lang="en-US" altLang="zh-CN" sz="1400" b="1"/>
                <a:t>……..</a:t>
              </a:r>
              <a:endParaRPr lang="en-US" altLang="zh-CN" sz="1400" b="1"/>
            </a:p>
          </p:txBody>
        </p:sp>
        <p:sp>
          <p:nvSpPr>
            <p:cNvPr id="1048863" name="Rectangle 7"/>
            <p:cNvSpPr>
              <a:spLocks noChangeArrowheads="1"/>
            </p:cNvSpPr>
            <p:nvPr/>
          </p:nvSpPr>
          <p:spPr bwMode="auto">
            <a:xfrm>
              <a:off x="2952" y="1051"/>
              <a:ext cx="816" cy="426"/>
            </a:xfrm>
            <a:prstGeom prst="rect">
              <a:avLst/>
            </a:prstGeom>
            <a:solidFill>
              <a:srgbClr val="00CC99"/>
            </a:solidFill>
            <a:ln>
              <a:noFill/>
            </a:ln>
          </p:spPr>
          <p:txBody>
            <a:bodyPr/>
            <a:lstStyle>
              <a:lvl1pPr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1pPr>
              <a:lvl2pPr marL="742950" indent="-28575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2pPr>
              <a:lvl3pPr marL="1143000" indent="-22860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3pPr>
              <a:lvl4pPr marL="1600200" indent="-22860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4pPr>
              <a:lvl5pPr marL="2057400" indent="-22860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9pPr>
            </a:lstStyle>
            <a:p>
              <a:pPr algn="ctr"/>
              <a:r>
                <a:rPr lang="zh-CN" altLang="en-US" sz="1400" b="1">
                  <a:latin typeface="楷体_GB2312" pitchFamily="49" charset="-122"/>
                  <a:ea typeface="楷体_GB2312" pitchFamily="49" charset="-122"/>
                </a:rPr>
                <a:t>元素</a:t>
              </a:r>
              <a:r>
                <a:rPr lang="en-US" altLang="zh-CN" sz="1400" b="1">
                  <a:latin typeface="楷体_GB2312" pitchFamily="49" charset="-122"/>
                  <a:ea typeface="楷体_GB2312" pitchFamily="49" charset="-122"/>
                </a:rPr>
                <a:t>2</a:t>
              </a:r>
              <a:endParaRPr lang="en-US" altLang="zh-CN" sz="1400" b="1">
                <a:latin typeface="楷体_GB2312" pitchFamily="49" charset="-122"/>
                <a:ea typeface="楷体_GB2312" pitchFamily="49" charset="-122"/>
              </a:endParaRPr>
            </a:p>
          </p:txBody>
        </p:sp>
        <p:sp>
          <p:nvSpPr>
            <p:cNvPr id="1048864" name="Rectangle 8"/>
            <p:cNvSpPr>
              <a:spLocks noChangeArrowheads="1"/>
            </p:cNvSpPr>
            <p:nvPr/>
          </p:nvSpPr>
          <p:spPr bwMode="auto">
            <a:xfrm>
              <a:off x="2952" y="624"/>
              <a:ext cx="816" cy="427"/>
            </a:xfrm>
            <a:prstGeom prst="rect">
              <a:avLst/>
            </a:prstGeom>
            <a:solidFill>
              <a:srgbClr val="00CC99"/>
            </a:solidFill>
            <a:ln>
              <a:noFill/>
            </a:ln>
          </p:spPr>
          <p:txBody>
            <a:bodyPr/>
            <a:lstStyle>
              <a:lvl1pPr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1pPr>
              <a:lvl2pPr marL="742950" indent="-28575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2pPr>
              <a:lvl3pPr marL="1143000" indent="-22860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3pPr>
              <a:lvl4pPr marL="1600200" indent="-22860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4pPr>
              <a:lvl5pPr marL="2057400" indent="-22860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9pPr>
            </a:lstStyle>
            <a:p>
              <a:pPr algn="ctr"/>
              <a:r>
                <a:rPr lang="zh-CN" altLang="en-US" sz="1400" b="1">
                  <a:latin typeface="楷体_GB2312" pitchFamily="49" charset="-122"/>
                  <a:ea typeface="楷体_GB2312" pitchFamily="49" charset="-122"/>
                </a:rPr>
                <a:t>元素</a:t>
              </a:r>
              <a:r>
                <a:rPr lang="en-US" altLang="zh-CN" sz="1400" b="1">
                  <a:latin typeface="楷体_GB2312" pitchFamily="49" charset="-122"/>
                  <a:ea typeface="楷体_GB2312" pitchFamily="49" charset="-122"/>
                </a:rPr>
                <a:t>1</a:t>
              </a:r>
              <a:endParaRPr lang="en-US" altLang="zh-CN" sz="1400" b="1">
                <a:latin typeface="楷体_GB2312" pitchFamily="49" charset="-122"/>
                <a:ea typeface="楷体_GB2312" pitchFamily="49" charset="-122"/>
              </a:endParaRPr>
            </a:p>
          </p:txBody>
        </p:sp>
        <p:sp>
          <p:nvSpPr>
            <p:cNvPr id="1048865" name="Line 9"/>
            <p:cNvSpPr>
              <a:spLocks noChangeShapeType="1"/>
            </p:cNvSpPr>
            <p:nvPr/>
          </p:nvSpPr>
          <p:spPr bwMode="auto">
            <a:xfrm>
              <a:off x="2952" y="624"/>
              <a:ext cx="816" cy="0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</a:ln>
          </p:spPr>
          <p:txBody>
            <a:bodyPr/>
            <a:p>
              <a:pPr algn="ctr"/>
              <a:endParaRPr lang="zh-CN" altLang="en-US" sz="1100"/>
            </a:p>
          </p:txBody>
        </p:sp>
        <p:sp>
          <p:nvSpPr>
            <p:cNvPr id="1048866" name="Line 10"/>
            <p:cNvSpPr>
              <a:spLocks noChangeShapeType="1"/>
            </p:cNvSpPr>
            <p:nvPr/>
          </p:nvSpPr>
          <p:spPr bwMode="auto">
            <a:xfrm>
              <a:off x="2952" y="1051"/>
              <a:ext cx="816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</p:spPr>
          <p:txBody>
            <a:bodyPr/>
            <a:p>
              <a:pPr algn="ctr"/>
              <a:endParaRPr lang="zh-CN" altLang="en-US" sz="1100"/>
            </a:p>
          </p:txBody>
        </p:sp>
        <p:sp>
          <p:nvSpPr>
            <p:cNvPr id="1048867" name="Line 11"/>
            <p:cNvSpPr>
              <a:spLocks noChangeShapeType="1"/>
            </p:cNvSpPr>
            <p:nvPr/>
          </p:nvSpPr>
          <p:spPr bwMode="auto">
            <a:xfrm>
              <a:off x="2952" y="1477"/>
              <a:ext cx="816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</p:spPr>
          <p:txBody>
            <a:bodyPr/>
            <a:p>
              <a:pPr algn="ctr"/>
              <a:endParaRPr lang="zh-CN" altLang="en-US" sz="1100"/>
            </a:p>
          </p:txBody>
        </p:sp>
        <p:sp>
          <p:nvSpPr>
            <p:cNvPr id="1048868" name="Line 12"/>
            <p:cNvSpPr>
              <a:spLocks noChangeShapeType="1"/>
            </p:cNvSpPr>
            <p:nvPr/>
          </p:nvSpPr>
          <p:spPr bwMode="auto">
            <a:xfrm>
              <a:off x="2952" y="1904"/>
              <a:ext cx="816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</p:spPr>
          <p:txBody>
            <a:bodyPr/>
            <a:p>
              <a:pPr algn="ctr"/>
              <a:endParaRPr lang="zh-CN" altLang="en-US" sz="1100"/>
            </a:p>
          </p:txBody>
        </p:sp>
        <p:sp>
          <p:nvSpPr>
            <p:cNvPr id="1048869" name="Line 13"/>
            <p:cNvSpPr>
              <a:spLocks noChangeShapeType="1"/>
            </p:cNvSpPr>
            <p:nvPr/>
          </p:nvSpPr>
          <p:spPr bwMode="auto">
            <a:xfrm>
              <a:off x="2952" y="2331"/>
              <a:ext cx="816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</p:spPr>
          <p:txBody>
            <a:bodyPr/>
            <a:p>
              <a:pPr algn="ctr"/>
              <a:endParaRPr lang="zh-CN" altLang="en-US" sz="1100"/>
            </a:p>
          </p:txBody>
        </p:sp>
        <p:sp>
          <p:nvSpPr>
            <p:cNvPr id="1048870" name="Line 14"/>
            <p:cNvSpPr>
              <a:spLocks noChangeShapeType="1"/>
            </p:cNvSpPr>
            <p:nvPr/>
          </p:nvSpPr>
          <p:spPr bwMode="auto">
            <a:xfrm>
              <a:off x="2952" y="2757"/>
              <a:ext cx="816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</p:spPr>
          <p:txBody>
            <a:bodyPr/>
            <a:p>
              <a:pPr algn="ctr"/>
              <a:endParaRPr lang="zh-CN" altLang="en-US" sz="1100"/>
            </a:p>
          </p:txBody>
        </p:sp>
        <p:sp>
          <p:nvSpPr>
            <p:cNvPr id="1048871" name="Line 15"/>
            <p:cNvSpPr>
              <a:spLocks noChangeShapeType="1"/>
            </p:cNvSpPr>
            <p:nvPr/>
          </p:nvSpPr>
          <p:spPr bwMode="auto">
            <a:xfrm>
              <a:off x="2952" y="3184"/>
              <a:ext cx="816" cy="0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</a:ln>
          </p:spPr>
          <p:txBody>
            <a:bodyPr/>
            <a:p>
              <a:pPr algn="ctr"/>
              <a:endParaRPr lang="zh-CN" altLang="en-US" sz="1100"/>
            </a:p>
          </p:txBody>
        </p:sp>
        <p:sp>
          <p:nvSpPr>
            <p:cNvPr id="1048872" name="Line 16"/>
            <p:cNvSpPr>
              <a:spLocks noChangeShapeType="1"/>
            </p:cNvSpPr>
            <p:nvPr/>
          </p:nvSpPr>
          <p:spPr bwMode="auto">
            <a:xfrm>
              <a:off x="2952" y="624"/>
              <a:ext cx="0" cy="2560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</a:ln>
          </p:spPr>
          <p:txBody>
            <a:bodyPr/>
            <a:p>
              <a:pPr algn="ctr"/>
              <a:endParaRPr lang="zh-CN" altLang="en-US" sz="1100"/>
            </a:p>
          </p:txBody>
        </p:sp>
        <p:sp>
          <p:nvSpPr>
            <p:cNvPr id="1048873" name="Line 17"/>
            <p:cNvSpPr>
              <a:spLocks noChangeShapeType="1"/>
            </p:cNvSpPr>
            <p:nvPr/>
          </p:nvSpPr>
          <p:spPr bwMode="auto">
            <a:xfrm>
              <a:off x="3768" y="624"/>
              <a:ext cx="0" cy="2560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</a:ln>
          </p:spPr>
          <p:txBody>
            <a:bodyPr/>
            <a:p>
              <a:pPr algn="ctr"/>
              <a:endParaRPr lang="zh-CN" altLang="en-US" sz="1100"/>
            </a:p>
          </p:txBody>
        </p:sp>
        <p:sp>
          <p:nvSpPr>
            <p:cNvPr id="1048874" name="Text Box 18"/>
            <p:cNvSpPr txBox="1">
              <a:spLocks noChangeArrowheads="1"/>
            </p:cNvSpPr>
            <p:nvPr/>
          </p:nvSpPr>
          <p:spPr bwMode="auto">
            <a:xfrm>
              <a:off x="2424" y="720"/>
              <a:ext cx="480" cy="357"/>
            </a:xfrm>
            <a:prstGeom prst="rect">
              <a:avLst/>
            </a:prstGeom>
            <a:noFill/>
            <a:ln>
              <a:noFill/>
            </a:ln>
          </p:spPr>
          <p:txBody>
            <a:bodyPr>
              <a:spAutoFit/>
            </a:bodyPr>
            <a:lstStyle>
              <a:lvl1pPr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1pPr>
              <a:lvl2pPr marL="742950" indent="-28575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2pPr>
              <a:lvl3pPr marL="1143000" indent="-22860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3pPr>
              <a:lvl4pPr marL="1600200" indent="-22860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4pPr>
              <a:lvl5pPr marL="2057400" indent="-22860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US" altLang="zh-CN" sz="1400" b="1">
                  <a:ea typeface="宋体" panose="02010600030101010101" pitchFamily="2" charset="-122"/>
                </a:rPr>
                <a:t>L</a:t>
              </a:r>
              <a:r>
                <a:rPr lang="en-US" altLang="zh-CN" sz="1400" b="1" baseline="-25000">
                  <a:ea typeface="宋体" panose="02010600030101010101" pitchFamily="2" charset="-122"/>
                </a:rPr>
                <a:t>o</a:t>
              </a:r>
              <a:endParaRPr lang="en-US" altLang="zh-CN" sz="1400" b="1">
                <a:ea typeface="宋体" panose="02010600030101010101" pitchFamily="2" charset="-122"/>
              </a:endParaRPr>
            </a:p>
          </p:txBody>
        </p:sp>
        <p:sp>
          <p:nvSpPr>
            <p:cNvPr id="1048875" name="Text Box 19"/>
            <p:cNvSpPr txBox="1">
              <a:spLocks noChangeArrowheads="1"/>
            </p:cNvSpPr>
            <p:nvPr/>
          </p:nvSpPr>
          <p:spPr bwMode="auto">
            <a:xfrm>
              <a:off x="2256" y="1152"/>
              <a:ext cx="672" cy="357"/>
            </a:xfrm>
            <a:prstGeom prst="rect">
              <a:avLst/>
            </a:prstGeom>
            <a:noFill/>
            <a:ln>
              <a:noFill/>
            </a:ln>
          </p:spPr>
          <p:txBody>
            <a:bodyPr>
              <a:spAutoFit/>
            </a:bodyPr>
            <a:lstStyle>
              <a:lvl1pPr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1pPr>
              <a:lvl2pPr marL="742950" indent="-28575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2pPr>
              <a:lvl3pPr marL="1143000" indent="-22860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3pPr>
              <a:lvl4pPr marL="1600200" indent="-22860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4pPr>
              <a:lvl5pPr marL="2057400" indent="-22860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US" altLang="zh-CN" sz="1400" b="1" dirty="0" err="1">
                  <a:ea typeface="宋体" panose="02010600030101010101" pitchFamily="2" charset="-122"/>
                </a:rPr>
                <a:t>L</a:t>
              </a:r>
              <a:r>
                <a:rPr lang="en-US" altLang="zh-CN" sz="1050" b="1" dirty="0" err="1">
                  <a:ea typeface="宋体" panose="02010600030101010101" pitchFamily="2" charset="-122"/>
                </a:rPr>
                <a:t>o</a:t>
              </a:r>
              <a:r>
                <a:rPr lang="en-US" altLang="zh-CN" sz="1400" b="1" dirty="0" err="1">
                  <a:ea typeface="宋体" panose="02010600030101010101" pitchFamily="2" charset="-122"/>
                </a:rPr>
                <a:t>+m</a:t>
              </a:r>
              <a:endParaRPr lang="en-US" altLang="zh-CN" sz="1400" b="1" dirty="0">
                <a:ea typeface="宋体" panose="02010600030101010101" pitchFamily="2" charset="-122"/>
              </a:endParaRPr>
            </a:p>
          </p:txBody>
        </p:sp>
        <p:sp>
          <p:nvSpPr>
            <p:cNvPr id="1048876" name="Text Box 20"/>
            <p:cNvSpPr txBox="1">
              <a:spLocks noChangeArrowheads="1"/>
            </p:cNvSpPr>
            <p:nvPr/>
          </p:nvSpPr>
          <p:spPr bwMode="auto">
            <a:xfrm>
              <a:off x="1800" y="2011"/>
              <a:ext cx="1224" cy="357"/>
            </a:xfrm>
            <a:prstGeom prst="rect">
              <a:avLst/>
            </a:prstGeom>
            <a:noFill/>
            <a:ln>
              <a:noFill/>
            </a:ln>
          </p:spPr>
          <p:txBody>
            <a:bodyPr>
              <a:spAutoFit/>
            </a:bodyPr>
            <a:lstStyle>
              <a:lvl1pPr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1pPr>
              <a:lvl2pPr marL="742950" indent="-28575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2pPr>
              <a:lvl3pPr marL="1143000" indent="-22860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3pPr>
              <a:lvl4pPr marL="1600200" indent="-22860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4pPr>
              <a:lvl5pPr marL="2057400" indent="-22860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US" altLang="zh-CN" sz="1400" b="1" dirty="0">
                  <a:ea typeface="宋体" panose="02010600030101010101" pitchFamily="2" charset="-122"/>
                </a:rPr>
                <a:t>L</a:t>
              </a:r>
              <a:r>
                <a:rPr lang="en-US" altLang="zh-CN" sz="1050" b="1" dirty="0">
                  <a:ea typeface="宋体" panose="02010600030101010101" pitchFamily="2" charset="-122"/>
                </a:rPr>
                <a:t>o</a:t>
              </a:r>
              <a:r>
                <a:rPr lang="en-US" altLang="zh-CN" sz="1400" b="1" dirty="0">
                  <a:ea typeface="宋体" panose="02010600030101010101" pitchFamily="2" charset="-122"/>
                </a:rPr>
                <a:t>+(i-1)*m</a:t>
              </a:r>
              <a:endParaRPr lang="en-US" altLang="zh-CN" sz="1400" b="1" dirty="0">
                <a:ea typeface="宋体" panose="02010600030101010101" pitchFamily="2" charset="-122"/>
              </a:endParaRPr>
            </a:p>
          </p:txBody>
        </p:sp>
        <p:sp>
          <p:nvSpPr>
            <p:cNvPr id="1048877" name="Text Box 21"/>
            <p:cNvSpPr txBox="1">
              <a:spLocks noChangeArrowheads="1"/>
            </p:cNvSpPr>
            <p:nvPr/>
          </p:nvSpPr>
          <p:spPr bwMode="auto">
            <a:xfrm>
              <a:off x="1719" y="2878"/>
              <a:ext cx="1200" cy="357"/>
            </a:xfrm>
            <a:prstGeom prst="rect">
              <a:avLst/>
            </a:prstGeom>
            <a:noFill/>
            <a:ln>
              <a:noFill/>
            </a:ln>
          </p:spPr>
          <p:txBody>
            <a:bodyPr>
              <a:spAutoFit/>
            </a:bodyPr>
            <a:lstStyle>
              <a:lvl1pPr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1pPr>
              <a:lvl2pPr marL="742950" indent="-28575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2pPr>
              <a:lvl3pPr marL="1143000" indent="-22860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3pPr>
              <a:lvl4pPr marL="1600200" indent="-22860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4pPr>
              <a:lvl5pPr marL="2057400" indent="-22860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US" altLang="zh-CN" sz="1400" b="1" dirty="0">
                  <a:ea typeface="宋体" panose="02010600030101010101" pitchFamily="2" charset="-122"/>
                </a:rPr>
                <a:t>L</a:t>
              </a:r>
              <a:r>
                <a:rPr lang="en-US" altLang="zh-CN" sz="1050" b="1" dirty="0">
                  <a:ea typeface="宋体" panose="02010600030101010101" pitchFamily="2" charset="-122"/>
                </a:rPr>
                <a:t>o</a:t>
              </a:r>
              <a:r>
                <a:rPr lang="en-US" altLang="zh-CN" sz="1400" b="1" dirty="0">
                  <a:ea typeface="宋体" panose="02010600030101010101" pitchFamily="2" charset="-122"/>
                </a:rPr>
                <a:t>+</a:t>
              </a:r>
              <a:r>
                <a:rPr lang="zh-CN" altLang="en-US" sz="1400" b="1" dirty="0">
                  <a:ea typeface="宋体" panose="02010600030101010101" pitchFamily="2" charset="-122"/>
                </a:rPr>
                <a:t>（</a:t>
              </a:r>
              <a:r>
                <a:rPr lang="en-US" altLang="zh-CN" sz="1400" b="1" dirty="0">
                  <a:ea typeface="宋体" panose="02010600030101010101" pitchFamily="2" charset="-122"/>
                </a:rPr>
                <a:t>n-1)*m</a:t>
              </a:r>
              <a:endParaRPr lang="en-US" altLang="zh-CN" sz="1400" b="1" dirty="0">
                <a:ea typeface="宋体" panose="02010600030101010101" pitchFamily="2" charset="-122"/>
              </a:endParaRPr>
            </a:p>
          </p:txBody>
        </p:sp>
        <p:sp>
          <p:nvSpPr>
            <p:cNvPr id="1048878" name="Text Box 22"/>
            <p:cNvSpPr txBox="1">
              <a:spLocks noChangeArrowheads="1"/>
            </p:cNvSpPr>
            <p:nvPr/>
          </p:nvSpPr>
          <p:spPr bwMode="auto">
            <a:xfrm>
              <a:off x="1920" y="336"/>
              <a:ext cx="984" cy="357"/>
            </a:xfrm>
            <a:prstGeom prst="rect">
              <a:avLst/>
            </a:prstGeom>
            <a:noFill/>
            <a:ln>
              <a:noFill/>
            </a:ln>
          </p:spPr>
          <p:txBody>
            <a:bodyPr>
              <a:spAutoFit/>
            </a:bodyPr>
            <a:lstStyle>
              <a:lvl1pPr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1pPr>
              <a:lvl2pPr marL="742950" indent="-28575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2pPr>
              <a:lvl3pPr marL="1143000" indent="-22860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3pPr>
              <a:lvl4pPr marL="1600200" indent="-22860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4pPr>
              <a:lvl5pPr marL="2057400" indent="-22860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zh-CN" altLang="en-US" sz="1400" b="1">
                  <a:ea typeface="宋体" panose="02010600030101010101" pitchFamily="2" charset="-122"/>
                </a:rPr>
                <a:t>存储地址</a:t>
              </a:r>
              <a:endParaRPr lang="zh-CN" altLang="en-US" sz="1400" b="1">
                <a:ea typeface="宋体" panose="02010600030101010101" pitchFamily="2" charset="-122"/>
              </a:endParaRPr>
            </a:p>
          </p:txBody>
        </p:sp>
        <p:sp>
          <p:nvSpPr>
            <p:cNvPr id="1048879" name="Text Box 23"/>
            <p:cNvSpPr txBox="1">
              <a:spLocks noChangeArrowheads="1"/>
            </p:cNvSpPr>
            <p:nvPr/>
          </p:nvSpPr>
          <p:spPr bwMode="auto">
            <a:xfrm>
              <a:off x="2880" y="336"/>
              <a:ext cx="912" cy="357"/>
            </a:xfrm>
            <a:prstGeom prst="rect">
              <a:avLst/>
            </a:prstGeom>
            <a:noFill/>
            <a:ln>
              <a:noFill/>
            </a:ln>
          </p:spPr>
          <p:txBody>
            <a:bodyPr>
              <a:spAutoFit/>
            </a:bodyPr>
            <a:lstStyle>
              <a:lvl1pPr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1pPr>
              <a:lvl2pPr marL="742950" indent="-28575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2pPr>
              <a:lvl3pPr marL="1143000" indent="-22860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3pPr>
              <a:lvl4pPr marL="1600200" indent="-22860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4pPr>
              <a:lvl5pPr marL="2057400" indent="-22860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zh-CN" altLang="en-US" sz="1400" b="1" dirty="0">
                  <a:ea typeface="宋体" panose="02010600030101010101" pitchFamily="2" charset="-122"/>
                </a:rPr>
                <a:t>存储内容</a:t>
              </a:r>
              <a:endParaRPr lang="zh-CN" altLang="en-US" sz="1400" b="1" dirty="0">
                <a:ea typeface="宋体" panose="02010600030101010101" pitchFamily="2" charset="-122"/>
              </a:endParaRPr>
            </a:p>
          </p:txBody>
        </p:sp>
        <p:sp>
          <p:nvSpPr>
            <p:cNvPr id="1048880" name="Line 24"/>
            <p:cNvSpPr>
              <a:spLocks noChangeShapeType="1"/>
            </p:cNvSpPr>
            <p:nvPr/>
          </p:nvSpPr>
          <p:spPr bwMode="auto">
            <a:xfrm flipH="1">
              <a:off x="1896" y="1056"/>
              <a:ext cx="1056" cy="0"/>
            </a:xfrm>
            <a:prstGeom prst="line">
              <a:avLst/>
            </a:prstGeom>
            <a:noFill/>
            <a:ln w="9525">
              <a:solidFill>
                <a:srgbClr val="D60093"/>
              </a:solidFill>
              <a:prstDash val="sysDot"/>
              <a:round/>
            </a:ln>
          </p:spPr>
          <p:txBody>
            <a:bodyPr/>
            <a:p>
              <a:pPr algn="ctr"/>
              <a:endParaRPr lang="zh-CN" altLang="en-US" sz="1100"/>
            </a:p>
          </p:txBody>
        </p:sp>
        <p:sp>
          <p:nvSpPr>
            <p:cNvPr id="1048881" name="Line 25"/>
            <p:cNvSpPr>
              <a:spLocks noChangeShapeType="1"/>
            </p:cNvSpPr>
            <p:nvPr/>
          </p:nvSpPr>
          <p:spPr bwMode="auto">
            <a:xfrm flipH="1">
              <a:off x="1896" y="1488"/>
              <a:ext cx="1056" cy="0"/>
            </a:xfrm>
            <a:prstGeom prst="line">
              <a:avLst/>
            </a:prstGeom>
            <a:noFill/>
            <a:ln w="9525">
              <a:solidFill>
                <a:srgbClr val="D60093"/>
              </a:solidFill>
              <a:prstDash val="sysDot"/>
              <a:round/>
            </a:ln>
          </p:spPr>
          <p:txBody>
            <a:bodyPr/>
            <a:p>
              <a:pPr algn="ctr"/>
              <a:endParaRPr lang="zh-CN" altLang="en-US" sz="1100"/>
            </a:p>
          </p:txBody>
        </p:sp>
        <p:sp>
          <p:nvSpPr>
            <p:cNvPr id="1048882" name="Line 26"/>
            <p:cNvSpPr>
              <a:spLocks noChangeShapeType="1"/>
            </p:cNvSpPr>
            <p:nvPr/>
          </p:nvSpPr>
          <p:spPr bwMode="auto">
            <a:xfrm flipH="1">
              <a:off x="1896" y="2352"/>
              <a:ext cx="1056" cy="0"/>
            </a:xfrm>
            <a:prstGeom prst="line">
              <a:avLst/>
            </a:prstGeom>
            <a:noFill/>
            <a:ln w="9525">
              <a:solidFill>
                <a:srgbClr val="D60093"/>
              </a:solidFill>
              <a:prstDash val="sysDot"/>
              <a:round/>
            </a:ln>
          </p:spPr>
          <p:txBody>
            <a:bodyPr/>
            <a:p>
              <a:pPr algn="ctr"/>
              <a:endParaRPr lang="zh-CN" altLang="en-US" sz="1100"/>
            </a:p>
          </p:txBody>
        </p:sp>
        <p:sp>
          <p:nvSpPr>
            <p:cNvPr id="1048883" name="Line 27"/>
            <p:cNvSpPr>
              <a:spLocks noChangeShapeType="1"/>
            </p:cNvSpPr>
            <p:nvPr/>
          </p:nvSpPr>
          <p:spPr bwMode="auto">
            <a:xfrm flipH="1">
              <a:off x="1896" y="3168"/>
              <a:ext cx="1056" cy="0"/>
            </a:xfrm>
            <a:prstGeom prst="line">
              <a:avLst/>
            </a:prstGeom>
            <a:noFill/>
            <a:ln w="9525">
              <a:solidFill>
                <a:srgbClr val="D60093"/>
              </a:solidFill>
              <a:prstDash val="sysDot"/>
              <a:round/>
            </a:ln>
          </p:spPr>
          <p:txBody>
            <a:bodyPr/>
            <a:p>
              <a:pPr algn="ctr"/>
              <a:endParaRPr lang="zh-CN" altLang="en-US" sz="1100"/>
            </a:p>
          </p:txBody>
        </p:sp>
        <p:sp>
          <p:nvSpPr>
            <p:cNvPr id="1048884" name="Text Box 28"/>
            <p:cNvSpPr txBox="1">
              <a:spLocks noChangeArrowheads="1"/>
            </p:cNvSpPr>
            <p:nvPr/>
          </p:nvSpPr>
          <p:spPr bwMode="auto">
            <a:xfrm>
              <a:off x="1152" y="3515"/>
              <a:ext cx="2640" cy="357"/>
            </a:xfrm>
            <a:prstGeom prst="rect">
              <a:avLst/>
            </a:prstGeom>
            <a:solidFill>
              <a:srgbClr val="00B0F0"/>
            </a:solidFill>
            <a:ln>
              <a:noFill/>
            </a:ln>
          </p:spPr>
          <p:txBody>
            <a:bodyPr>
              <a:spAutoFit/>
            </a:bodyPr>
            <a:lstStyle>
              <a:lvl1pPr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1pPr>
              <a:lvl2pPr marL="742950" indent="-28575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2pPr>
              <a:lvl3pPr marL="1143000" indent="-22860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3pPr>
              <a:lvl4pPr marL="1600200" indent="-22860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4pPr>
              <a:lvl5pPr marL="2057400" indent="-22860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US" altLang="zh-CN" sz="1400" b="1" dirty="0" err="1">
                  <a:ea typeface="宋体" panose="02010600030101010101" pitchFamily="2" charset="-122"/>
                </a:rPr>
                <a:t>Loc</a:t>
              </a:r>
              <a:r>
                <a:rPr lang="en-US" altLang="zh-CN" sz="1400" b="1" dirty="0">
                  <a:ea typeface="宋体" panose="02010600030101010101" pitchFamily="2" charset="-122"/>
                </a:rPr>
                <a:t>(</a:t>
              </a:r>
              <a:r>
                <a:rPr lang="zh-CN" altLang="zh-CN" sz="1400" b="1" dirty="0">
                  <a:ea typeface="宋体" panose="02010600030101010101" pitchFamily="2" charset="-122"/>
                </a:rPr>
                <a:t>元素</a:t>
              </a:r>
              <a:r>
                <a:rPr lang="en-US" altLang="zh-CN" sz="1400" b="1" dirty="0" err="1">
                  <a:ea typeface="宋体" panose="02010600030101010101" pitchFamily="2" charset="-122"/>
                </a:rPr>
                <a:t>i</a:t>
              </a:r>
              <a:r>
                <a:rPr lang="en-US" altLang="zh-CN" sz="1400" b="1" dirty="0">
                  <a:ea typeface="宋体" panose="02010600030101010101" pitchFamily="2" charset="-122"/>
                </a:rPr>
                <a:t>)=Lo+</a:t>
              </a:r>
              <a:r>
                <a:rPr lang="zh-CN" altLang="en-US" sz="1400" b="1" dirty="0">
                  <a:ea typeface="宋体" panose="02010600030101010101" pitchFamily="2" charset="-122"/>
                </a:rPr>
                <a:t>（</a:t>
              </a:r>
              <a:r>
                <a:rPr lang="en-US" altLang="zh-CN" sz="1400" b="1" dirty="0">
                  <a:ea typeface="宋体" panose="02010600030101010101" pitchFamily="2" charset="-122"/>
                </a:rPr>
                <a:t>i-1)*m</a:t>
              </a:r>
              <a:endParaRPr lang="en-US" altLang="zh-CN" sz="1400" b="1" dirty="0">
                <a:ea typeface="宋体" panose="02010600030101010101" pitchFamily="2" charset="-122"/>
              </a:endParaRPr>
            </a:p>
          </p:txBody>
        </p:sp>
      </p:grpSp>
      <p:grpSp>
        <p:nvGrpSpPr>
          <p:cNvPr id="199" name="组合 4"/>
          <p:cNvGrpSpPr/>
          <p:nvPr/>
        </p:nvGrpSpPr>
        <p:grpSpPr>
          <a:xfrm>
            <a:off x="4414048" y="3847660"/>
            <a:ext cx="4605868" cy="1365208"/>
            <a:chOff x="6426363" y="3943352"/>
            <a:chExt cx="4605868" cy="1365208"/>
          </a:xfrm>
        </p:grpSpPr>
        <p:sp>
          <p:nvSpPr>
            <p:cNvPr id="1048885" name="Rectangle 2"/>
            <p:cNvSpPr>
              <a:spLocks noChangeArrowheads="1"/>
            </p:cNvSpPr>
            <p:nvPr/>
          </p:nvSpPr>
          <p:spPr bwMode="auto">
            <a:xfrm>
              <a:off x="8194687" y="4264765"/>
              <a:ext cx="452362" cy="240223"/>
            </a:xfrm>
            <a:prstGeom prst="rect">
              <a:avLst/>
            </a:prstGeom>
            <a:solidFill>
              <a:srgbClr val="00CC99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/>
            <a:lstStyle>
              <a:lvl1pPr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1pPr>
              <a:lvl2pPr marL="742950" indent="-28575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2pPr>
              <a:lvl3pPr marL="1143000" indent="-22860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3pPr>
              <a:lvl4pPr marL="1600200" indent="-22860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4pPr>
              <a:lvl5pPr marL="2057400" indent="-22860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9pPr>
            </a:lstStyle>
            <a:p>
              <a:r>
                <a:rPr lang="en-US" altLang="zh-CN" sz="1100" b="1"/>
                <a:t>1536</a:t>
              </a:r>
              <a:endParaRPr lang="en-US" altLang="zh-CN" sz="1100" b="1"/>
            </a:p>
          </p:txBody>
        </p:sp>
        <p:sp>
          <p:nvSpPr>
            <p:cNvPr id="1048886" name="Rectangle 3"/>
            <p:cNvSpPr>
              <a:spLocks noChangeArrowheads="1"/>
            </p:cNvSpPr>
            <p:nvPr/>
          </p:nvSpPr>
          <p:spPr bwMode="auto">
            <a:xfrm>
              <a:off x="7660077" y="4264765"/>
              <a:ext cx="534610" cy="240223"/>
            </a:xfrm>
            <a:prstGeom prst="rect">
              <a:avLst/>
            </a:prstGeom>
            <a:solidFill>
              <a:srgbClr val="00CC99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/>
            <a:lstStyle>
              <a:lvl1pPr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1pPr>
              <a:lvl2pPr marL="742950" indent="-28575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2pPr>
              <a:lvl3pPr marL="1143000" indent="-22860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3pPr>
              <a:lvl4pPr marL="1600200" indent="-22860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4pPr>
              <a:lvl5pPr marL="2057400" indent="-22860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9pPr>
            </a:lstStyle>
            <a:p>
              <a:r>
                <a:rPr lang="zh-CN" altLang="en-US" sz="1100" b="1">
                  <a:latin typeface="楷体_GB2312" pitchFamily="49" charset="-122"/>
                  <a:ea typeface="楷体_GB2312" pitchFamily="49" charset="-122"/>
                </a:rPr>
                <a:t>元素</a:t>
              </a:r>
              <a:r>
                <a:rPr lang="en-US" altLang="zh-CN" sz="1100" b="1">
                  <a:latin typeface="楷体_GB2312" pitchFamily="49" charset="-122"/>
                  <a:ea typeface="楷体_GB2312" pitchFamily="49" charset="-122"/>
                </a:rPr>
                <a:t>2</a:t>
              </a:r>
              <a:endParaRPr lang="en-US" altLang="zh-CN" sz="1100" b="1">
                <a:latin typeface="楷体_GB2312" pitchFamily="49" charset="-122"/>
                <a:ea typeface="楷体_GB2312" pitchFamily="49" charset="-122"/>
              </a:endParaRPr>
            </a:p>
          </p:txBody>
        </p:sp>
        <p:sp>
          <p:nvSpPr>
            <p:cNvPr id="1048887" name="Line 4"/>
            <p:cNvSpPr>
              <a:spLocks noChangeShapeType="1"/>
            </p:cNvSpPr>
            <p:nvPr/>
          </p:nvSpPr>
          <p:spPr bwMode="auto">
            <a:xfrm>
              <a:off x="7660077" y="4264765"/>
              <a:ext cx="986972" cy="0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</a:ln>
          </p:spPr>
          <p:txBody>
            <a:bodyPr wrap="none"/>
            <a:p>
              <a:endParaRPr lang="zh-CN" altLang="en-US" sz="1000"/>
            </a:p>
          </p:txBody>
        </p:sp>
        <p:sp>
          <p:nvSpPr>
            <p:cNvPr id="1048888" name="Line 5"/>
            <p:cNvSpPr>
              <a:spLocks noChangeShapeType="1"/>
            </p:cNvSpPr>
            <p:nvPr/>
          </p:nvSpPr>
          <p:spPr bwMode="auto">
            <a:xfrm>
              <a:off x="7660077" y="4504988"/>
              <a:ext cx="986972" cy="0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</a:ln>
          </p:spPr>
          <p:txBody>
            <a:bodyPr wrap="none"/>
            <a:p>
              <a:endParaRPr lang="zh-CN" altLang="en-US" sz="1000"/>
            </a:p>
          </p:txBody>
        </p:sp>
        <p:sp>
          <p:nvSpPr>
            <p:cNvPr id="1048889" name="Line 6"/>
            <p:cNvSpPr>
              <a:spLocks noChangeShapeType="1"/>
            </p:cNvSpPr>
            <p:nvPr/>
          </p:nvSpPr>
          <p:spPr bwMode="auto">
            <a:xfrm>
              <a:off x="7660077" y="4264765"/>
              <a:ext cx="0" cy="240223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</a:ln>
          </p:spPr>
          <p:txBody>
            <a:bodyPr wrap="none"/>
            <a:p>
              <a:endParaRPr lang="zh-CN" altLang="en-US" sz="1000"/>
            </a:p>
          </p:txBody>
        </p:sp>
        <p:sp>
          <p:nvSpPr>
            <p:cNvPr id="1048890" name="Line 7"/>
            <p:cNvSpPr>
              <a:spLocks noChangeShapeType="1"/>
            </p:cNvSpPr>
            <p:nvPr/>
          </p:nvSpPr>
          <p:spPr bwMode="auto">
            <a:xfrm>
              <a:off x="8194687" y="4264765"/>
              <a:ext cx="0" cy="240223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</p:spPr>
          <p:txBody>
            <a:bodyPr wrap="none"/>
            <a:p>
              <a:endParaRPr lang="zh-CN" altLang="en-US" sz="1000"/>
            </a:p>
          </p:txBody>
        </p:sp>
        <p:sp>
          <p:nvSpPr>
            <p:cNvPr id="1048891" name="Line 8"/>
            <p:cNvSpPr>
              <a:spLocks noChangeShapeType="1"/>
            </p:cNvSpPr>
            <p:nvPr/>
          </p:nvSpPr>
          <p:spPr bwMode="auto">
            <a:xfrm>
              <a:off x="8647049" y="4264765"/>
              <a:ext cx="0" cy="240223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</a:ln>
          </p:spPr>
          <p:txBody>
            <a:bodyPr wrap="none"/>
            <a:p>
              <a:endParaRPr lang="zh-CN" altLang="en-US" sz="1000"/>
            </a:p>
          </p:txBody>
        </p:sp>
        <p:sp>
          <p:nvSpPr>
            <p:cNvPr id="1048892" name="Rectangle 9"/>
            <p:cNvSpPr>
              <a:spLocks noChangeArrowheads="1"/>
            </p:cNvSpPr>
            <p:nvPr/>
          </p:nvSpPr>
          <p:spPr bwMode="auto">
            <a:xfrm>
              <a:off x="6960973" y="4265602"/>
              <a:ext cx="452362" cy="240223"/>
            </a:xfrm>
            <a:prstGeom prst="rect">
              <a:avLst/>
            </a:prstGeom>
            <a:solidFill>
              <a:srgbClr val="00CC99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/>
            <a:lstStyle>
              <a:lvl1pPr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1pPr>
              <a:lvl2pPr marL="742950" indent="-28575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2pPr>
              <a:lvl3pPr marL="1143000" indent="-22860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3pPr>
              <a:lvl4pPr marL="1600200" indent="-22860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4pPr>
              <a:lvl5pPr marL="2057400" indent="-22860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9pPr>
            </a:lstStyle>
            <a:p>
              <a:r>
                <a:rPr lang="en-US" altLang="zh-CN" sz="1100" b="1"/>
                <a:t>1400</a:t>
              </a:r>
              <a:endParaRPr lang="en-US" altLang="zh-CN" sz="1100" b="1"/>
            </a:p>
          </p:txBody>
        </p:sp>
        <p:sp>
          <p:nvSpPr>
            <p:cNvPr id="1048893" name="Rectangle 10"/>
            <p:cNvSpPr>
              <a:spLocks noChangeArrowheads="1"/>
            </p:cNvSpPr>
            <p:nvPr/>
          </p:nvSpPr>
          <p:spPr bwMode="auto">
            <a:xfrm>
              <a:off x="6426363" y="4265602"/>
              <a:ext cx="534610" cy="240223"/>
            </a:xfrm>
            <a:prstGeom prst="rect">
              <a:avLst/>
            </a:prstGeom>
            <a:solidFill>
              <a:srgbClr val="00CC99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/>
            <a:lstStyle>
              <a:lvl1pPr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1pPr>
              <a:lvl2pPr marL="742950" indent="-28575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2pPr>
              <a:lvl3pPr marL="1143000" indent="-22860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3pPr>
              <a:lvl4pPr marL="1600200" indent="-22860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4pPr>
              <a:lvl5pPr marL="2057400" indent="-22860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9pPr>
            </a:lstStyle>
            <a:p>
              <a:r>
                <a:rPr lang="zh-CN" altLang="en-US" sz="1100" b="1">
                  <a:latin typeface="楷体_GB2312" pitchFamily="49" charset="-122"/>
                  <a:ea typeface="楷体_GB2312" pitchFamily="49" charset="-122"/>
                </a:rPr>
                <a:t>元素</a:t>
              </a:r>
              <a:r>
                <a:rPr lang="en-US" altLang="zh-CN" sz="1100" b="1">
                  <a:latin typeface="楷体_GB2312" pitchFamily="49" charset="-122"/>
                  <a:ea typeface="楷体_GB2312" pitchFamily="49" charset="-122"/>
                </a:rPr>
                <a:t>1</a:t>
              </a:r>
              <a:endParaRPr lang="en-US" altLang="zh-CN" sz="1100" b="1">
                <a:latin typeface="楷体_GB2312" pitchFamily="49" charset="-122"/>
                <a:ea typeface="楷体_GB2312" pitchFamily="49" charset="-122"/>
              </a:endParaRPr>
            </a:p>
          </p:txBody>
        </p:sp>
        <p:sp>
          <p:nvSpPr>
            <p:cNvPr id="1048894" name="Line 11"/>
            <p:cNvSpPr>
              <a:spLocks noChangeShapeType="1"/>
            </p:cNvSpPr>
            <p:nvPr/>
          </p:nvSpPr>
          <p:spPr bwMode="auto">
            <a:xfrm>
              <a:off x="6426363" y="4265602"/>
              <a:ext cx="986972" cy="0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</a:ln>
          </p:spPr>
          <p:txBody>
            <a:bodyPr wrap="none"/>
            <a:p>
              <a:endParaRPr lang="zh-CN" altLang="en-US" sz="1000"/>
            </a:p>
          </p:txBody>
        </p:sp>
        <p:sp>
          <p:nvSpPr>
            <p:cNvPr id="1048895" name="Line 12"/>
            <p:cNvSpPr>
              <a:spLocks noChangeShapeType="1"/>
            </p:cNvSpPr>
            <p:nvPr/>
          </p:nvSpPr>
          <p:spPr bwMode="auto">
            <a:xfrm>
              <a:off x="6426363" y="4505825"/>
              <a:ext cx="986972" cy="0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</a:ln>
          </p:spPr>
          <p:txBody>
            <a:bodyPr wrap="none"/>
            <a:p>
              <a:endParaRPr lang="zh-CN" altLang="en-US" sz="1000"/>
            </a:p>
          </p:txBody>
        </p:sp>
        <p:sp>
          <p:nvSpPr>
            <p:cNvPr id="1048896" name="Line 13"/>
            <p:cNvSpPr>
              <a:spLocks noChangeShapeType="1"/>
            </p:cNvSpPr>
            <p:nvPr/>
          </p:nvSpPr>
          <p:spPr bwMode="auto">
            <a:xfrm>
              <a:off x="6426363" y="4265602"/>
              <a:ext cx="0" cy="240223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</a:ln>
          </p:spPr>
          <p:txBody>
            <a:bodyPr wrap="none"/>
            <a:p>
              <a:endParaRPr lang="zh-CN" altLang="en-US" sz="1000"/>
            </a:p>
          </p:txBody>
        </p:sp>
        <p:sp>
          <p:nvSpPr>
            <p:cNvPr id="1048897" name="Line 14"/>
            <p:cNvSpPr>
              <a:spLocks noChangeShapeType="1"/>
            </p:cNvSpPr>
            <p:nvPr/>
          </p:nvSpPr>
          <p:spPr bwMode="auto">
            <a:xfrm>
              <a:off x="6960973" y="4265602"/>
              <a:ext cx="0" cy="240223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</p:spPr>
          <p:txBody>
            <a:bodyPr wrap="none"/>
            <a:p>
              <a:endParaRPr lang="zh-CN" altLang="en-US" sz="1000"/>
            </a:p>
          </p:txBody>
        </p:sp>
        <p:sp>
          <p:nvSpPr>
            <p:cNvPr id="1048898" name="Line 15"/>
            <p:cNvSpPr>
              <a:spLocks noChangeShapeType="1"/>
            </p:cNvSpPr>
            <p:nvPr/>
          </p:nvSpPr>
          <p:spPr bwMode="auto">
            <a:xfrm>
              <a:off x="7413335" y="4265602"/>
              <a:ext cx="0" cy="240223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</a:ln>
          </p:spPr>
          <p:txBody>
            <a:bodyPr wrap="none"/>
            <a:p>
              <a:endParaRPr lang="zh-CN" altLang="en-US" sz="1000"/>
            </a:p>
          </p:txBody>
        </p:sp>
        <p:sp>
          <p:nvSpPr>
            <p:cNvPr id="1048899" name="Rectangle 16"/>
            <p:cNvSpPr>
              <a:spLocks noChangeArrowheads="1"/>
            </p:cNvSpPr>
            <p:nvPr/>
          </p:nvSpPr>
          <p:spPr bwMode="auto">
            <a:xfrm>
              <a:off x="9387278" y="4264765"/>
              <a:ext cx="452362" cy="241060"/>
            </a:xfrm>
            <a:prstGeom prst="rect">
              <a:avLst/>
            </a:prstGeom>
            <a:solidFill>
              <a:srgbClr val="00CC99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/>
            <a:lstStyle>
              <a:lvl1pPr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1pPr>
              <a:lvl2pPr marL="742950" indent="-28575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2pPr>
              <a:lvl3pPr marL="1143000" indent="-22860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3pPr>
              <a:lvl4pPr marL="1600200" indent="-22860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4pPr>
              <a:lvl5pPr marL="2057400" indent="-22860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9pPr>
            </a:lstStyle>
            <a:p>
              <a:r>
                <a:rPr lang="en-US" altLang="zh-CN" sz="1100" b="1" dirty="0"/>
                <a:t>1346</a:t>
              </a:r>
              <a:endParaRPr lang="en-US" altLang="zh-CN" sz="1100" b="1" dirty="0"/>
            </a:p>
          </p:txBody>
        </p:sp>
        <p:sp>
          <p:nvSpPr>
            <p:cNvPr id="1048900" name="Rectangle 17"/>
            <p:cNvSpPr>
              <a:spLocks noChangeArrowheads="1"/>
            </p:cNvSpPr>
            <p:nvPr/>
          </p:nvSpPr>
          <p:spPr bwMode="auto">
            <a:xfrm>
              <a:off x="8852668" y="4264765"/>
              <a:ext cx="534610" cy="241060"/>
            </a:xfrm>
            <a:prstGeom prst="rect">
              <a:avLst/>
            </a:prstGeom>
            <a:solidFill>
              <a:srgbClr val="00CC99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/>
            <a:lstStyle>
              <a:lvl1pPr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1pPr>
              <a:lvl2pPr marL="742950" indent="-28575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2pPr>
              <a:lvl3pPr marL="1143000" indent="-22860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3pPr>
              <a:lvl4pPr marL="1600200" indent="-22860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4pPr>
              <a:lvl5pPr marL="2057400" indent="-22860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9pPr>
            </a:lstStyle>
            <a:p>
              <a:r>
                <a:rPr lang="zh-CN" altLang="en-US" sz="1100" b="1">
                  <a:latin typeface="楷体_GB2312" pitchFamily="49" charset="-122"/>
                  <a:ea typeface="楷体_GB2312" pitchFamily="49" charset="-122"/>
                </a:rPr>
                <a:t>元素</a:t>
              </a:r>
              <a:r>
                <a:rPr lang="en-US" altLang="zh-CN" sz="1100" b="1">
                  <a:latin typeface="楷体_GB2312" pitchFamily="49" charset="-122"/>
                  <a:ea typeface="楷体_GB2312" pitchFamily="49" charset="-122"/>
                </a:rPr>
                <a:t>3</a:t>
              </a:r>
              <a:endParaRPr lang="en-US" altLang="zh-CN" sz="1100" b="1">
                <a:latin typeface="楷体_GB2312" pitchFamily="49" charset="-122"/>
                <a:ea typeface="楷体_GB2312" pitchFamily="49" charset="-122"/>
              </a:endParaRPr>
            </a:p>
          </p:txBody>
        </p:sp>
        <p:sp>
          <p:nvSpPr>
            <p:cNvPr id="1048901" name="Line 18"/>
            <p:cNvSpPr>
              <a:spLocks noChangeShapeType="1"/>
            </p:cNvSpPr>
            <p:nvPr/>
          </p:nvSpPr>
          <p:spPr bwMode="auto">
            <a:xfrm>
              <a:off x="8852668" y="4264765"/>
              <a:ext cx="986972" cy="0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</a:ln>
          </p:spPr>
          <p:txBody>
            <a:bodyPr wrap="none"/>
            <a:p>
              <a:endParaRPr lang="zh-CN" altLang="en-US" sz="1000"/>
            </a:p>
          </p:txBody>
        </p:sp>
        <p:sp>
          <p:nvSpPr>
            <p:cNvPr id="1048902" name="Line 19"/>
            <p:cNvSpPr>
              <a:spLocks noChangeShapeType="1"/>
            </p:cNvSpPr>
            <p:nvPr/>
          </p:nvSpPr>
          <p:spPr bwMode="auto">
            <a:xfrm>
              <a:off x="8852668" y="4505825"/>
              <a:ext cx="986972" cy="0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</a:ln>
          </p:spPr>
          <p:txBody>
            <a:bodyPr wrap="none"/>
            <a:p>
              <a:endParaRPr lang="zh-CN" altLang="en-US" sz="1000"/>
            </a:p>
          </p:txBody>
        </p:sp>
        <p:sp>
          <p:nvSpPr>
            <p:cNvPr id="1048903" name="Line 20"/>
            <p:cNvSpPr>
              <a:spLocks noChangeShapeType="1"/>
            </p:cNvSpPr>
            <p:nvPr/>
          </p:nvSpPr>
          <p:spPr bwMode="auto">
            <a:xfrm>
              <a:off x="8852668" y="4264765"/>
              <a:ext cx="0" cy="241060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</a:ln>
          </p:spPr>
          <p:txBody>
            <a:bodyPr wrap="none"/>
            <a:p>
              <a:endParaRPr lang="zh-CN" altLang="en-US" sz="1000"/>
            </a:p>
          </p:txBody>
        </p:sp>
        <p:sp>
          <p:nvSpPr>
            <p:cNvPr id="1048904" name="Line 21"/>
            <p:cNvSpPr>
              <a:spLocks noChangeShapeType="1"/>
            </p:cNvSpPr>
            <p:nvPr/>
          </p:nvSpPr>
          <p:spPr bwMode="auto">
            <a:xfrm>
              <a:off x="9387278" y="4264765"/>
              <a:ext cx="0" cy="24106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</p:spPr>
          <p:txBody>
            <a:bodyPr wrap="none"/>
            <a:p>
              <a:endParaRPr lang="zh-CN" altLang="en-US" sz="1000"/>
            </a:p>
          </p:txBody>
        </p:sp>
        <p:sp>
          <p:nvSpPr>
            <p:cNvPr id="1048905" name="Line 22"/>
            <p:cNvSpPr>
              <a:spLocks noChangeShapeType="1"/>
            </p:cNvSpPr>
            <p:nvPr/>
          </p:nvSpPr>
          <p:spPr bwMode="auto">
            <a:xfrm>
              <a:off x="9839639" y="4264765"/>
              <a:ext cx="0" cy="241060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</a:ln>
          </p:spPr>
          <p:txBody>
            <a:bodyPr wrap="none"/>
            <a:p>
              <a:endParaRPr lang="zh-CN" altLang="en-US" sz="1000"/>
            </a:p>
          </p:txBody>
        </p:sp>
        <p:sp>
          <p:nvSpPr>
            <p:cNvPr id="1048906" name="Rectangle 23"/>
            <p:cNvSpPr>
              <a:spLocks noChangeArrowheads="1"/>
            </p:cNvSpPr>
            <p:nvPr/>
          </p:nvSpPr>
          <p:spPr bwMode="auto">
            <a:xfrm>
              <a:off x="10579868" y="4264765"/>
              <a:ext cx="452362" cy="240223"/>
            </a:xfrm>
            <a:prstGeom prst="rect">
              <a:avLst/>
            </a:prstGeom>
            <a:solidFill>
              <a:srgbClr val="00CC99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/>
            <a:lstStyle>
              <a:lvl1pPr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1pPr>
              <a:lvl2pPr marL="742950" indent="-28575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2pPr>
              <a:lvl3pPr marL="1143000" indent="-22860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3pPr>
              <a:lvl4pPr marL="1600200" indent="-22860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4pPr>
              <a:lvl5pPr marL="2057400" indent="-22860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9pPr>
            </a:lstStyle>
            <a:p>
              <a:r>
                <a:rPr lang="en-US" altLang="zh-CN" sz="1200" b="1"/>
                <a:t> ∧</a:t>
              </a:r>
              <a:endParaRPr lang="en-US" altLang="zh-CN" sz="1200" b="1"/>
            </a:p>
          </p:txBody>
        </p:sp>
        <p:sp>
          <p:nvSpPr>
            <p:cNvPr id="1048907" name="Rectangle 24"/>
            <p:cNvSpPr>
              <a:spLocks noChangeArrowheads="1"/>
            </p:cNvSpPr>
            <p:nvPr/>
          </p:nvSpPr>
          <p:spPr bwMode="auto">
            <a:xfrm>
              <a:off x="10045259" y="4264765"/>
              <a:ext cx="534610" cy="240223"/>
            </a:xfrm>
            <a:prstGeom prst="rect">
              <a:avLst/>
            </a:prstGeom>
            <a:solidFill>
              <a:srgbClr val="00CC99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/>
            <a:lstStyle>
              <a:lvl1pPr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1pPr>
              <a:lvl2pPr marL="742950" indent="-28575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2pPr>
              <a:lvl3pPr marL="1143000" indent="-22860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3pPr>
              <a:lvl4pPr marL="1600200" indent="-22860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4pPr>
              <a:lvl5pPr marL="2057400" indent="-22860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9pPr>
            </a:lstStyle>
            <a:p>
              <a:r>
                <a:rPr lang="zh-CN" altLang="en-US" sz="1100" b="1" dirty="0">
                  <a:latin typeface="楷体_GB2312" pitchFamily="49" charset="-122"/>
                  <a:ea typeface="楷体_GB2312" pitchFamily="49" charset="-122"/>
                </a:rPr>
                <a:t>元素</a:t>
              </a:r>
              <a:r>
                <a:rPr lang="en-US" altLang="zh-CN" sz="1100" b="1" dirty="0">
                  <a:latin typeface="楷体_GB2312" pitchFamily="49" charset="-122"/>
                  <a:ea typeface="楷体_GB2312" pitchFamily="49" charset="-122"/>
                </a:rPr>
                <a:t>4</a:t>
              </a:r>
              <a:endParaRPr lang="en-US" altLang="zh-CN" sz="1100" b="1" dirty="0">
                <a:latin typeface="楷体_GB2312" pitchFamily="49" charset="-122"/>
                <a:ea typeface="楷体_GB2312" pitchFamily="49" charset="-122"/>
              </a:endParaRPr>
            </a:p>
          </p:txBody>
        </p:sp>
        <p:sp>
          <p:nvSpPr>
            <p:cNvPr id="1048908" name="Line 25"/>
            <p:cNvSpPr>
              <a:spLocks noChangeShapeType="1"/>
            </p:cNvSpPr>
            <p:nvPr/>
          </p:nvSpPr>
          <p:spPr bwMode="auto">
            <a:xfrm>
              <a:off x="10045259" y="4264765"/>
              <a:ext cx="986972" cy="0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</a:ln>
          </p:spPr>
          <p:txBody>
            <a:bodyPr wrap="none"/>
            <a:p>
              <a:endParaRPr lang="zh-CN" altLang="en-US" sz="1000"/>
            </a:p>
          </p:txBody>
        </p:sp>
        <p:sp>
          <p:nvSpPr>
            <p:cNvPr id="1048909" name="Line 26"/>
            <p:cNvSpPr>
              <a:spLocks noChangeShapeType="1"/>
            </p:cNvSpPr>
            <p:nvPr/>
          </p:nvSpPr>
          <p:spPr bwMode="auto">
            <a:xfrm>
              <a:off x="10045259" y="4504988"/>
              <a:ext cx="986972" cy="0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</a:ln>
          </p:spPr>
          <p:txBody>
            <a:bodyPr wrap="none"/>
            <a:p>
              <a:endParaRPr lang="zh-CN" altLang="en-US" sz="1000"/>
            </a:p>
          </p:txBody>
        </p:sp>
        <p:sp>
          <p:nvSpPr>
            <p:cNvPr id="1048910" name="Line 27"/>
            <p:cNvSpPr>
              <a:spLocks noChangeShapeType="1"/>
            </p:cNvSpPr>
            <p:nvPr/>
          </p:nvSpPr>
          <p:spPr bwMode="auto">
            <a:xfrm>
              <a:off x="10045259" y="4264765"/>
              <a:ext cx="0" cy="240223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</a:ln>
          </p:spPr>
          <p:txBody>
            <a:bodyPr wrap="none"/>
            <a:p>
              <a:endParaRPr lang="zh-CN" altLang="en-US" sz="1000"/>
            </a:p>
          </p:txBody>
        </p:sp>
        <p:sp>
          <p:nvSpPr>
            <p:cNvPr id="1048911" name="Line 28"/>
            <p:cNvSpPr>
              <a:spLocks noChangeShapeType="1"/>
            </p:cNvSpPr>
            <p:nvPr/>
          </p:nvSpPr>
          <p:spPr bwMode="auto">
            <a:xfrm>
              <a:off x="10579868" y="4264765"/>
              <a:ext cx="0" cy="240223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</p:spPr>
          <p:txBody>
            <a:bodyPr wrap="none"/>
            <a:p>
              <a:endParaRPr lang="zh-CN" altLang="en-US" sz="1000"/>
            </a:p>
          </p:txBody>
        </p:sp>
        <p:sp>
          <p:nvSpPr>
            <p:cNvPr id="1048912" name="Line 29"/>
            <p:cNvSpPr>
              <a:spLocks noChangeShapeType="1"/>
            </p:cNvSpPr>
            <p:nvPr/>
          </p:nvSpPr>
          <p:spPr bwMode="auto">
            <a:xfrm>
              <a:off x="11032230" y="4264765"/>
              <a:ext cx="0" cy="240223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</a:ln>
          </p:spPr>
          <p:txBody>
            <a:bodyPr wrap="none"/>
            <a:p>
              <a:endParaRPr lang="zh-CN" altLang="en-US" sz="1000"/>
            </a:p>
          </p:txBody>
        </p:sp>
        <p:sp>
          <p:nvSpPr>
            <p:cNvPr id="1048913" name="Rectangle 30"/>
            <p:cNvSpPr>
              <a:spLocks noChangeArrowheads="1"/>
            </p:cNvSpPr>
            <p:nvPr/>
          </p:nvSpPr>
          <p:spPr bwMode="auto">
            <a:xfrm>
              <a:off x="6960973" y="4746047"/>
              <a:ext cx="534610" cy="240223"/>
            </a:xfrm>
            <a:prstGeom prst="rect">
              <a:avLst/>
            </a:prstGeom>
            <a:solidFill>
              <a:srgbClr val="00CC99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/>
            <a:lstStyle>
              <a:lvl1pPr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1pPr>
              <a:lvl2pPr marL="742950" indent="-28575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2pPr>
              <a:lvl3pPr marL="1143000" indent="-22860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3pPr>
              <a:lvl4pPr marL="1600200" indent="-22860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4pPr>
              <a:lvl5pPr marL="2057400" indent="-22860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9pPr>
            </a:lstStyle>
            <a:p>
              <a:r>
                <a:rPr lang="en-US" altLang="zh-CN" sz="1100" b="1"/>
                <a:t>1345</a:t>
              </a:r>
              <a:endParaRPr lang="en-US" altLang="zh-CN" sz="1100" b="1"/>
            </a:p>
          </p:txBody>
        </p:sp>
        <p:sp>
          <p:nvSpPr>
            <p:cNvPr id="1048914" name="Text Box 31" descr="蓝色砂纸"/>
            <p:cNvSpPr txBox="1">
              <a:spLocks noChangeArrowheads="1"/>
            </p:cNvSpPr>
            <p:nvPr/>
          </p:nvSpPr>
          <p:spPr bwMode="auto">
            <a:xfrm>
              <a:off x="6467486" y="3943352"/>
              <a:ext cx="261610" cy="276999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>
              <a:lvl1pPr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1pPr>
              <a:lvl2pPr marL="742950" indent="-28575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2pPr>
              <a:lvl3pPr marL="1143000" indent="-22860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3pPr>
              <a:lvl4pPr marL="1600200" indent="-22860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4pPr>
              <a:lvl5pPr marL="2057400" indent="-22860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1200">
                  <a:ea typeface="宋体" panose="02010600030101010101" pitchFamily="2" charset="-122"/>
                </a:rPr>
                <a:t>h</a:t>
              </a:r>
              <a:endParaRPr lang="en-US" altLang="zh-CN" sz="1200">
                <a:ea typeface="宋体" panose="02010600030101010101" pitchFamily="2" charset="-122"/>
              </a:endParaRPr>
            </a:p>
          </p:txBody>
        </p:sp>
        <p:cxnSp>
          <p:nvCxnSpPr>
            <p:cNvPr id="3145729" name="AutoShape 32"/>
            <p:cNvCxnSpPr>
              <a:cxnSpLocks noChangeShapeType="1"/>
              <a:stCxn id="1048892" idx="3"/>
              <a:endCxn id="1048886" idx="1"/>
            </p:cNvCxnSpPr>
            <p:nvPr/>
          </p:nvCxnSpPr>
          <p:spPr bwMode="auto">
            <a:xfrm flipV="1">
              <a:off x="7413335" y="4385295"/>
              <a:ext cx="246743" cy="837"/>
            </a:xfrm>
            <a:prstGeom prst="straightConnector1">
              <a:avLst/>
            </a:prstGeom>
            <a:noFill/>
            <a:ln w="28575">
              <a:solidFill>
                <a:srgbClr val="CC0066"/>
              </a:solidFill>
              <a:round/>
              <a:tailEnd type="triangle" w="med" len="med"/>
            </a:ln>
          </p:spPr>
        </p:cxnSp>
        <p:cxnSp>
          <p:nvCxnSpPr>
            <p:cNvPr id="3145730" name="AutoShape 33"/>
            <p:cNvCxnSpPr>
              <a:cxnSpLocks noChangeShapeType="1"/>
              <a:stCxn id="1048885" idx="3"/>
              <a:endCxn id="1048900" idx="1"/>
            </p:cNvCxnSpPr>
            <p:nvPr/>
          </p:nvCxnSpPr>
          <p:spPr bwMode="auto">
            <a:xfrm>
              <a:off x="8647049" y="4385295"/>
              <a:ext cx="205619" cy="0"/>
            </a:xfrm>
            <a:prstGeom prst="straightConnector1">
              <a:avLst/>
            </a:prstGeom>
            <a:noFill/>
            <a:ln w="28575">
              <a:solidFill>
                <a:srgbClr val="CC0066"/>
              </a:solidFill>
              <a:round/>
              <a:tailEnd type="triangle" w="med" len="med"/>
            </a:ln>
          </p:spPr>
        </p:cxnSp>
        <p:cxnSp>
          <p:nvCxnSpPr>
            <p:cNvPr id="3145731" name="AutoShape 34"/>
            <p:cNvCxnSpPr>
              <a:cxnSpLocks noChangeShapeType="1"/>
              <a:stCxn id="1048899" idx="3"/>
              <a:endCxn id="1048907" idx="1"/>
            </p:cNvCxnSpPr>
            <p:nvPr/>
          </p:nvCxnSpPr>
          <p:spPr bwMode="auto">
            <a:xfrm>
              <a:off x="9839639" y="4385295"/>
              <a:ext cx="205619" cy="0"/>
            </a:xfrm>
            <a:prstGeom prst="straightConnector1">
              <a:avLst/>
            </a:prstGeom>
            <a:noFill/>
            <a:ln w="28575">
              <a:solidFill>
                <a:srgbClr val="CC0066"/>
              </a:solidFill>
              <a:round/>
              <a:tailEnd type="triangle" w="med" len="med"/>
            </a:ln>
          </p:spPr>
        </p:cxnSp>
        <p:sp>
          <p:nvSpPr>
            <p:cNvPr id="1048915" name="Line 71"/>
            <p:cNvSpPr>
              <a:spLocks noChangeShapeType="1"/>
            </p:cNvSpPr>
            <p:nvPr/>
          </p:nvSpPr>
          <p:spPr bwMode="auto">
            <a:xfrm>
              <a:off x="6796477" y="3983528"/>
              <a:ext cx="0" cy="281237"/>
            </a:xfrm>
            <a:prstGeom prst="line">
              <a:avLst/>
            </a:prstGeom>
            <a:noFill/>
            <a:ln w="38100">
              <a:solidFill>
                <a:srgbClr val="FF3300"/>
              </a:solidFill>
              <a:round/>
              <a:tailEnd type="triangle" w="med" len="med"/>
            </a:ln>
          </p:spPr>
          <p:txBody>
            <a:bodyPr wrap="none" anchor="ctr"/>
            <a:p>
              <a:endParaRPr lang="zh-CN" altLang="en-US" sz="1000"/>
            </a:p>
          </p:txBody>
        </p:sp>
        <p:sp>
          <p:nvSpPr>
            <p:cNvPr id="1048916" name="Text Box 72" descr="蓝色砂纸"/>
            <p:cNvSpPr txBox="1">
              <a:spLocks noChangeArrowheads="1"/>
            </p:cNvSpPr>
            <p:nvPr/>
          </p:nvSpPr>
          <p:spPr bwMode="auto">
            <a:xfrm>
              <a:off x="7060988" y="5031561"/>
              <a:ext cx="205619" cy="276999"/>
            </a:xfrm>
            <a:prstGeom prst="rect">
              <a:avLst/>
            </a:prstGeom>
            <a:noFill/>
            <a:ln>
              <a:noFill/>
            </a:ln>
          </p:spPr>
          <p:txBody>
            <a:bodyPr>
              <a:spAutoFit/>
            </a:bodyPr>
            <a:lstStyle>
              <a:lvl1pPr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1pPr>
              <a:lvl2pPr marL="742950" indent="-28575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2pPr>
              <a:lvl3pPr marL="1143000" indent="-22860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3pPr>
              <a:lvl4pPr marL="1600200" indent="-22860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4pPr>
              <a:lvl5pPr marL="2057400" indent="-22860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1200" b="1" dirty="0">
                  <a:ea typeface="宋体" panose="02010600030101010101" pitchFamily="2" charset="-122"/>
                </a:rPr>
                <a:t>h</a:t>
              </a:r>
              <a:endParaRPr lang="en-US" altLang="zh-CN" sz="1200" b="1" dirty="0">
                <a:ea typeface="宋体" panose="02010600030101010101" pitchFamily="2" charset="-122"/>
              </a:endParaRPr>
            </a:p>
          </p:txBody>
        </p:sp>
      </p:grpSp>
      <p:graphicFrame>
        <p:nvGraphicFramePr>
          <p:cNvPr id="4194306" name="Group 35"/>
          <p:cNvGraphicFramePr>
            <a:graphicFrameLocks noGrp="1"/>
          </p:cNvGraphicFramePr>
          <p:nvPr/>
        </p:nvGraphicFramePr>
        <p:xfrm>
          <a:off x="6576475" y="4650036"/>
          <a:ext cx="2362200" cy="1920296"/>
        </p:xfrm>
        <a:graphic>
          <a:graphicData uri="http://schemas.openxmlformats.org/drawingml/2006/table">
            <a:tbl>
              <a:tblPr/>
              <a:tblGrid>
                <a:gridCol w="821267"/>
                <a:gridCol w="883105"/>
                <a:gridCol w="657828"/>
              </a:tblGrid>
              <a:tr h="274328">
                <a:tc>
                  <a:txBody>
                    <a:bodyPr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12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楷体_GB2312" pitchFamily="49" charset="-122"/>
                          <a:ea typeface="楷体_GB2312" pitchFamily="49" charset="-122"/>
                        </a:rPr>
                        <a:t>存储地址</a:t>
                      </a:r>
                      <a:endParaRPr kumimoji="1" lang="zh-CN" altLang="en-US" sz="12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楷体_GB2312" pitchFamily="49" charset="-122"/>
                        <a:ea typeface="楷体_GB2312" pitchFamily="49" charset="-122"/>
                      </a:endParaRPr>
                    </a:p>
                  </a:txBody>
                  <a:tcPr marT="45724" marB="4572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  <a:headEnd type="none" w="med" len="med"/>
                      <a:tailEnd type="none" w="med" len="med"/>
                    </a:lnTlToBr>
                    <a:lnBlToTr>
                      <a:noFill/>
                      <a:headEnd type="none" w="med" len="med"/>
                      <a:tailEnd type="none" w="med" len="med"/>
                    </a:lnBlToTr>
                    <a:solidFill>
                      <a:srgbClr val="CCECFF"/>
                    </a:solidFill>
                  </a:tcPr>
                </a:tc>
                <a:tc>
                  <a:txBody>
                    <a:bodyPr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12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楷体_GB2312" pitchFamily="49" charset="-122"/>
                          <a:ea typeface="楷体_GB2312" pitchFamily="49" charset="-122"/>
                        </a:rPr>
                        <a:t>存储内容</a:t>
                      </a:r>
                      <a:endParaRPr kumimoji="1" lang="zh-CN" altLang="en-US" sz="12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楷体_GB2312" pitchFamily="49" charset="-122"/>
                        <a:ea typeface="楷体_GB2312" pitchFamily="49" charset="-122"/>
                      </a:endParaRPr>
                    </a:p>
                  </a:txBody>
                  <a:tcPr marT="45724" marB="4572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  <a:headEnd type="none" w="med" len="med"/>
                      <a:tailEnd type="none" w="med" len="med"/>
                    </a:lnTlToBr>
                    <a:lnBlToTr>
                      <a:noFill/>
                      <a:headEnd type="none" w="med" len="med"/>
                      <a:tailEnd type="none" w="med" len="med"/>
                    </a:lnBlToTr>
                    <a:solidFill>
                      <a:srgbClr val="CCECFF"/>
                    </a:solidFill>
                  </a:tcPr>
                </a:tc>
                <a:tc>
                  <a:txBody>
                    <a:bodyPr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12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楷体_GB2312" pitchFamily="49" charset="-122"/>
                          <a:ea typeface="楷体_GB2312" pitchFamily="49" charset="-122"/>
                        </a:rPr>
                        <a:t>指针</a:t>
                      </a:r>
                      <a:endParaRPr kumimoji="1" lang="zh-CN" altLang="en-US" sz="12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楷体_GB2312" pitchFamily="49" charset="-122"/>
                        <a:ea typeface="楷体_GB2312" pitchFamily="49" charset="-122"/>
                      </a:endParaRPr>
                    </a:p>
                  </a:txBody>
                  <a:tcPr marT="45724" marB="4572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  <a:headEnd type="none" w="med" len="med"/>
                      <a:tailEnd type="none" w="med" len="med"/>
                    </a:lnTlToBr>
                    <a:lnBlToTr>
                      <a:noFill/>
                      <a:headEnd type="none" w="med" len="med"/>
                      <a:tailEnd type="none" w="med" len="med"/>
                    </a:lnBlToTr>
                    <a:solidFill>
                      <a:srgbClr val="CCECFF"/>
                    </a:solidFill>
                  </a:tcPr>
                </a:tc>
              </a:tr>
              <a:tr h="274328">
                <a:tc>
                  <a:txBody>
                    <a:bodyPr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2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楷体_GB2312" pitchFamily="49" charset="-122"/>
                          <a:ea typeface="楷体_GB2312" pitchFamily="49" charset="-122"/>
                        </a:rPr>
                        <a:t>1345</a:t>
                      </a:r>
                      <a:endParaRPr kumimoji="1" lang="en-US" altLang="zh-CN" sz="12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楷体_GB2312" pitchFamily="49" charset="-122"/>
                        <a:ea typeface="楷体_GB2312" pitchFamily="49" charset="-122"/>
                      </a:endParaRPr>
                    </a:p>
                  </a:txBody>
                  <a:tcPr marT="45724" marB="4572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  <a:headEnd type="none" w="med" len="med"/>
                      <a:tailEnd type="none" w="med" len="med"/>
                    </a:lnTlToBr>
                    <a:lnBlToTr>
                      <a:noFill/>
                      <a:headEnd type="none" w="med" len="med"/>
                      <a:tailEnd type="none" w="med" len="med"/>
                    </a:lnBlToTr>
                    <a:solidFill>
                      <a:srgbClr val="CCECFF"/>
                    </a:solidFill>
                  </a:tcPr>
                </a:tc>
                <a:tc>
                  <a:txBody>
                    <a:bodyPr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12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楷体_GB2312" pitchFamily="49" charset="-122"/>
                          <a:ea typeface="楷体_GB2312" pitchFamily="49" charset="-122"/>
                        </a:rPr>
                        <a:t>元素</a:t>
                      </a:r>
                      <a:r>
                        <a:rPr kumimoji="1" lang="en-US" altLang="zh-CN" sz="12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楷体_GB2312" pitchFamily="49" charset="-122"/>
                          <a:ea typeface="楷体_GB2312" pitchFamily="49" charset="-122"/>
                        </a:rPr>
                        <a:t>1</a:t>
                      </a:r>
                      <a:endParaRPr kumimoji="1" lang="en-US" altLang="zh-CN" sz="12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楷体_GB2312" pitchFamily="49" charset="-122"/>
                        <a:ea typeface="楷体_GB2312" pitchFamily="49" charset="-122"/>
                      </a:endParaRPr>
                    </a:p>
                  </a:txBody>
                  <a:tcPr marT="45724" marB="4572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  <a:headEnd type="none" w="med" len="med"/>
                      <a:tailEnd type="none" w="med" len="med"/>
                    </a:lnTlToBr>
                    <a:lnBlToTr>
                      <a:noFill/>
                      <a:headEnd type="none" w="med" len="med"/>
                      <a:tailEnd type="none" w="med" len="med"/>
                    </a:lnBlToTr>
                    <a:solidFill>
                      <a:srgbClr val="CCECFF"/>
                    </a:solidFill>
                  </a:tcPr>
                </a:tc>
                <a:tc>
                  <a:txBody>
                    <a:bodyPr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2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楷体_GB2312" pitchFamily="49" charset="-122"/>
                          <a:ea typeface="楷体_GB2312" pitchFamily="49" charset="-122"/>
                        </a:rPr>
                        <a:t>1400</a:t>
                      </a:r>
                      <a:endParaRPr kumimoji="1" lang="en-US" altLang="zh-CN" sz="12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楷体_GB2312" pitchFamily="49" charset="-122"/>
                        <a:ea typeface="楷体_GB2312" pitchFamily="49" charset="-122"/>
                      </a:endParaRPr>
                    </a:p>
                  </a:txBody>
                  <a:tcPr marT="45724" marB="4572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  <a:headEnd type="none" w="med" len="med"/>
                      <a:tailEnd type="none" w="med" len="med"/>
                    </a:lnTlToBr>
                    <a:lnBlToTr>
                      <a:noFill/>
                      <a:headEnd type="none" w="med" len="med"/>
                      <a:tailEnd type="none" w="med" len="med"/>
                    </a:lnBlToTr>
                    <a:solidFill>
                      <a:srgbClr val="CCECFF"/>
                    </a:solidFill>
                  </a:tcPr>
                </a:tc>
              </a:tr>
              <a:tr h="274328">
                <a:tc>
                  <a:txBody>
                    <a:bodyPr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2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楷体_GB2312" pitchFamily="49" charset="-122"/>
                          <a:ea typeface="楷体_GB2312" pitchFamily="49" charset="-122"/>
                        </a:rPr>
                        <a:t>1346</a:t>
                      </a:r>
                      <a:endParaRPr kumimoji="1" lang="en-US" altLang="zh-CN" sz="12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楷体_GB2312" pitchFamily="49" charset="-122"/>
                        <a:ea typeface="楷体_GB2312" pitchFamily="49" charset="-122"/>
                      </a:endParaRPr>
                    </a:p>
                  </a:txBody>
                  <a:tcPr marT="45724" marB="4572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  <a:headEnd type="none" w="med" len="med"/>
                      <a:tailEnd type="none" w="med" len="med"/>
                    </a:lnTlToBr>
                    <a:lnBlToTr>
                      <a:noFill/>
                      <a:headEnd type="none" w="med" len="med"/>
                      <a:tailEnd type="none" w="med" len="med"/>
                    </a:lnBlToTr>
                    <a:solidFill>
                      <a:srgbClr val="CCECFF"/>
                    </a:solidFill>
                  </a:tcPr>
                </a:tc>
                <a:tc>
                  <a:txBody>
                    <a:bodyPr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12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楷体_GB2312" pitchFamily="49" charset="-122"/>
                          <a:ea typeface="楷体_GB2312" pitchFamily="49" charset="-122"/>
                        </a:rPr>
                        <a:t>元素</a:t>
                      </a:r>
                      <a:r>
                        <a:rPr kumimoji="1" lang="en-US" altLang="zh-CN" sz="12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楷体_GB2312" pitchFamily="49" charset="-122"/>
                          <a:ea typeface="楷体_GB2312" pitchFamily="49" charset="-122"/>
                        </a:rPr>
                        <a:t>4</a:t>
                      </a:r>
                      <a:endParaRPr kumimoji="1" lang="en-US" altLang="zh-CN" sz="12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楷体_GB2312" pitchFamily="49" charset="-122"/>
                        <a:ea typeface="楷体_GB2312" pitchFamily="49" charset="-122"/>
                      </a:endParaRPr>
                    </a:p>
                  </a:txBody>
                  <a:tcPr marT="45724" marB="4572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  <a:headEnd type="none" w="med" len="med"/>
                      <a:tailEnd type="none" w="med" len="med"/>
                    </a:lnTlToBr>
                    <a:lnBlToTr>
                      <a:noFill/>
                      <a:headEnd type="none" w="med" len="med"/>
                      <a:tailEnd type="none" w="med" len="med"/>
                    </a:lnBlToTr>
                    <a:solidFill>
                      <a:srgbClr val="CCECFF"/>
                    </a:solidFill>
                  </a:tcPr>
                </a:tc>
                <a:tc>
                  <a:txBody>
                    <a:bodyPr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2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楷体_GB2312" pitchFamily="49" charset="-122"/>
                          <a:ea typeface="楷体_GB2312" pitchFamily="49" charset="-122"/>
                        </a:rPr>
                        <a:t>∧</a:t>
                      </a:r>
                      <a:endParaRPr kumimoji="1" lang="en-US" altLang="zh-CN" sz="12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楷体_GB2312" pitchFamily="49" charset="-122"/>
                        <a:ea typeface="楷体_GB2312" pitchFamily="49" charset="-122"/>
                      </a:endParaRPr>
                    </a:p>
                  </a:txBody>
                  <a:tcPr marT="45724" marB="4572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  <a:headEnd type="none" w="med" len="med"/>
                      <a:tailEnd type="none" w="med" len="med"/>
                    </a:lnTlToBr>
                    <a:lnBlToTr>
                      <a:noFill/>
                      <a:headEnd type="none" w="med" len="med"/>
                      <a:tailEnd type="none" w="med" len="med"/>
                    </a:lnBlToTr>
                    <a:solidFill>
                      <a:srgbClr val="CCECFF"/>
                    </a:solidFill>
                  </a:tcPr>
                </a:tc>
              </a:tr>
              <a:tr h="274328">
                <a:tc>
                  <a:txBody>
                    <a:bodyPr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2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楷体_GB2312" pitchFamily="49" charset="-122"/>
                          <a:ea typeface="楷体_GB2312" pitchFamily="49" charset="-122"/>
                        </a:rPr>
                        <a:t>  </a:t>
                      </a:r>
                      <a:r>
                        <a:rPr kumimoji="1" lang="en-US" altLang="zh-CN" sz="12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/>
                          <a:ea typeface="楷体_GB2312" pitchFamily="49" charset="-122"/>
                        </a:rPr>
                        <a:t>……</a:t>
                      </a:r>
                      <a:r>
                        <a:rPr kumimoji="1" lang="en-US" altLang="zh-CN" sz="12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楷体_GB2312" pitchFamily="49" charset="-122"/>
                          <a:ea typeface="楷体_GB2312" pitchFamily="49" charset="-122"/>
                        </a:rPr>
                        <a:t>.</a:t>
                      </a:r>
                      <a:endParaRPr kumimoji="1" lang="en-US" altLang="zh-CN" sz="12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楷体_GB2312" pitchFamily="49" charset="-122"/>
                        <a:ea typeface="楷体_GB2312" pitchFamily="49" charset="-122"/>
                      </a:endParaRPr>
                    </a:p>
                  </a:txBody>
                  <a:tcPr marT="45724" marB="4572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  <a:headEnd type="none" w="med" len="med"/>
                      <a:tailEnd type="none" w="med" len="med"/>
                    </a:lnTlToBr>
                    <a:lnBlToTr>
                      <a:noFill/>
                      <a:headEnd type="none" w="med" len="med"/>
                      <a:tailEnd type="none" w="med" len="med"/>
                    </a:lnBlToTr>
                    <a:solidFill>
                      <a:srgbClr val="CCECFF"/>
                    </a:solidFill>
                  </a:tcPr>
                </a:tc>
                <a:tc>
                  <a:txBody>
                    <a:bodyPr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2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/>
                          <a:ea typeface="楷体_GB2312" pitchFamily="49" charset="-122"/>
                        </a:rPr>
                        <a:t>……</a:t>
                      </a:r>
                      <a:r>
                        <a:rPr kumimoji="1" lang="en-US" altLang="zh-CN" sz="12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楷体_GB2312" pitchFamily="49" charset="-122"/>
                          <a:ea typeface="楷体_GB2312" pitchFamily="49" charset="-122"/>
                        </a:rPr>
                        <a:t>..</a:t>
                      </a:r>
                      <a:endParaRPr kumimoji="1" lang="en-US" altLang="zh-CN" sz="12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楷体_GB2312" pitchFamily="49" charset="-122"/>
                        <a:ea typeface="楷体_GB2312" pitchFamily="49" charset="-122"/>
                      </a:endParaRPr>
                    </a:p>
                  </a:txBody>
                  <a:tcPr marT="45724" marB="4572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  <a:headEnd type="none" w="med" len="med"/>
                      <a:tailEnd type="none" w="med" len="med"/>
                    </a:lnTlToBr>
                    <a:lnBlToTr>
                      <a:noFill/>
                      <a:headEnd type="none" w="med" len="med"/>
                      <a:tailEnd type="none" w="med" len="med"/>
                    </a:lnBlToTr>
                    <a:solidFill>
                      <a:srgbClr val="CCECFF"/>
                    </a:solidFill>
                  </a:tcPr>
                </a:tc>
                <a:tc>
                  <a:txBody>
                    <a:bodyPr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2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楷体_GB2312" pitchFamily="49" charset="-122"/>
                          <a:ea typeface="楷体_GB2312" pitchFamily="49" charset="-122"/>
                        </a:rPr>
                        <a:t> </a:t>
                      </a:r>
                      <a:r>
                        <a:rPr kumimoji="1" lang="en-US" altLang="zh-CN" sz="12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/>
                          <a:ea typeface="楷体_GB2312" pitchFamily="49" charset="-122"/>
                        </a:rPr>
                        <a:t>……</a:t>
                      </a:r>
                      <a:r>
                        <a:rPr kumimoji="1" lang="en-US" altLang="zh-CN" sz="12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楷体_GB2312" pitchFamily="49" charset="-122"/>
                          <a:ea typeface="楷体_GB2312" pitchFamily="49" charset="-122"/>
                        </a:rPr>
                        <a:t>.</a:t>
                      </a:r>
                      <a:endParaRPr kumimoji="1" lang="en-US" altLang="zh-CN" sz="12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楷体_GB2312" pitchFamily="49" charset="-122"/>
                        <a:ea typeface="楷体_GB2312" pitchFamily="49" charset="-122"/>
                      </a:endParaRPr>
                    </a:p>
                  </a:txBody>
                  <a:tcPr marT="45724" marB="4572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  <a:headEnd type="none" w="med" len="med"/>
                      <a:tailEnd type="none" w="med" len="med"/>
                    </a:lnTlToBr>
                    <a:lnBlToTr>
                      <a:noFill/>
                      <a:headEnd type="none" w="med" len="med"/>
                      <a:tailEnd type="none" w="med" len="med"/>
                    </a:lnBlToTr>
                    <a:solidFill>
                      <a:srgbClr val="CCECFF"/>
                    </a:solidFill>
                  </a:tcPr>
                </a:tc>
              </a:tr>
              <a:tr h="274328">
                <a:tc>
                  <a:txBody>
                    <a:bodyPr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2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楷体_GB2312" pitchFamily="49" charset="-122"/>
                          <a:ea typeface="楷体_GB2312" pitchFamily="49" charset="-122"/>
                        </a:rPr>
                        <a:t>1400</a:t>
                      </a:r>
                      <a:endParaRPr kumimoji="1" lang="en-US" altLang="zh-CN" sz="12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楷体_GB2312" pitchFamily="49" charset="-122"/>
                        <a:ea typeface="楷体_GB2312" pitchFamily="49" charset="-122"/>
                      </a:endParaRPr>
                    </a:p>
                  </a:txBody>
                  <a:tcPr marT="45724" marB="4572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  <a:headEnd type="none" w="med" len="med"/>
                      <a:tailEnd type="none" w="med" len="med"/>
                    </a:lnTlToBr>
                    <a:lnBlToTr>
                      <a:noFill/>
                      <a:headEnd type="none" w="med" len="med"/>
                      <a:tailEnd type="none" w="med" len="med"/>
                    </a:lnBlToTr>
                    <a:solidFill>
                      <a:srgbClr val="CCECFF"/>
                    </a:solidFill>
                  </a:tcPr>
                </a:tc>
                <a:tc>
                  <a:txBody>
                    <a:bodyPr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12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楷体_GB2312" pitchFamily="49" charset="-122"/>
                          <a:ea typeface="楷体_GB2312" pitchFamily="49" charset="-122"/>
                        </a:rPr>
                        <a:t>元素</a:t>
                      </a:r>
                      <a:r>
                        <a:rPr kumimoji="1" lang="en-US" altLang="zh-CN" sz="12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楷体_GB2312" pitchFamily="49" charset="-122"/>
                          <a:ea typeface="楷体_GB2312" pitchFamily="49" charset="-122"/>
                        </a:rPr>
                        <a:t>2</a:t>
                      </a:r>
                      <a:endParaRPr kumimoji="1" lang="en-US" altLang="zh-CN" sz="12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楷体_GB2312" pitchFamily="49" charset="-122"/>
                        <a:ea typeface="楷体_GB2312" pitchFamily="49" charset="-122"/>
                      </a:endParaRPr>
                    </a:p>
                  </a:txBody>
                  <a:tcPr marT="45724" marB="4572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  <a:headEnd type="none" w="med" len="med"/>
                      <a:tailEnd type="none" w="med" len="med"/>
                    </a:lnTlToBr>
                    <a:lnBlToTr>
                      <a:noFill/>
                      <a:headEnd type="none" w="med" len="med"/>
                      <a:tailEnd type="none" w="med" len="med"/>
                    </a:lnBlToTr>
                    <a:solidFill>
                      <a:srgbClr val="CCECFF"/>
                    </a:solidFill>
                  </a:tcPr>
                </a:tc>
                <a:tc>
                  <a:txBody>
                    <a:bodyPr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2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楷体_GB2312" pitchFamily="49" charset="-122"/>
                          <a:ea typeface="楷体_GB2312" pitchFamily="49" charset="-122"/>
                        </a:rPr>
                        <a:t>1536</a:t>
                      </a:r>
                      <a:endParaRPr kumimoji="1" lang="en-US" altLang="zh-CN" sz="12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楷体_GB2312" pitchFamily="49" charset="-122"/>
                        <a:ea typeface="楷体_GB2312" pitchFamily="49" charset="-122"/>
                      </a:endParaRPr>
                    </a:p>
                  </a:txBody>
                  <a:tcPr marT="45724" marB="4572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  <a:headEnd type="none" w="med" len="med"/>
                      <a:tailEnd type="none" w="med" len="med"/>
                    </a:lnTlToBr>
                    <a:lnBlToTr>
                      <a:noFill/>
                      <a:headEnd type="none" w="med" len="med"/>
                      <a:tailEnd type="none" w="med" len="med"/>
                    </a:lnBlToTr>
                    <a:solidFill>
                      <a:srgbClr val="CCECFF"/>
                    </a:solidFill>
                  </a:tcPr>
                </a:tc>
              </a:tr>
              <a:tr h="274328">
                <a:tc>
                  <a:txBody>
                    <a:bodyPr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2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楷体_GB2312" pitchFamily="49" charset="-122"/>
                          <a:ea typeface="楷体_GB2312" pitchFamily="49" charset="-122"/>
                        </a:rPr>
                        <a:t> </a:t>
                      </a:r>
                      <a:r>
                        <a:rPr kumimoji="1" lang="en-US" altLang="zh-CN" sz="12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/>
                          <a:ea typeface="楷体_GB2312" pitchFamily="49" charset="-122"/>
                        </a:rPr>
                        <a:t>……</a:t>
                      </a:r>
                      <a:r>
                        <a:rPr kumimoji="1" lang="en-US" altLang="zh-CN" sz="12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楷体_GB2312" pitchFamily="49" charset="-122"/>
                          <a:ea typeface="楷体_GB2312" pitchFamily="49" charset="-122"/>
                        </a:rPr>
                        <a:t>.</a:t>
                      </a:r>
                      <a:endParaRPr kumimoji="1" lang="en-US" altLang="zh-CN" sz="12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楷体_GB2312" pitchFamily="49" charset="-122"/>
                        <a:ea typeface="楷体_GB2312" pitchFamily="49" charset="-122"/>
                      </a:endParaRPr>
                    </a:p>
                  </a:txBody>
                  <a:tcPr marT="45724" marB="4572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  <a:headEnd type="none" w="med" len="med"/>
                      <a:tailEnd type="none" w="med" len="med"/>
                    </a:lnTlToBr>
                    <a:lnBlToTr>
                      <a:noFill/>
                      <a:headEnd type="none" w="med" len="med"/>
                      <a:tailEnd type="none" w="med" len="med"/>
                    </a:lnBlToTr>
                    <a:solidFill>
                      <a:srgbClr val="CCECFF"/>
                    </a:solidFill>
                  </a:tcPr>
                </a:tc>
                <a:tc>
                  <a:txBody>
                    <a:bodyPr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2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楷体_GB2312" pitchFamily="49" charset="-122"/>
                          <a:ea typeface="楷体_GB2312" pitchFamily="49" charset="-122"/>
                        </a:rPr>
                        <a:t> </a:t>
                      </a:r>
                      <a:r>
                        <a:rPr kumimoji="1" lang="en-US" altLang="zh-CN" sz="12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/>
                          <a:ea typeface="楷体_GB2312" pitchFamily="49" charset="-122"/>
                        </a:rPr>
                        <a:t>……</a:t>
                      </a:r>
                      <a:r>
                        <a:rPr kumimoji="1" lang="en-US" altLang="zh-CN" sz="12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楷体_GB2312" pitchFamily="49" charset="-122"/>
                          <a:ea typeface="楷体_GB2312" pitchFamily="49" charset="-122"/>
                        </a:rPr>
                        <a:t>..</a:t>
                      </a:r>
                      <a:endParaRPr kumimoji="1" lang="en-US" altLang="zh-CN" sz="12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楷体_GB2312" pitchFamily="49" charset="-122"/>
                        <a:ea typeface="楷体_GB2312" pitchFamily="49" charset="-122"/>
                      </a:endParaRPr>
                    </a:p>
                  </a:txBody>
                  <a:tcPr marT="45724" marB="4572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  <a:headEnd type="none" w="med" len="med"/>
                      <a:tailEnd type="none" w="med" len="med"/>
                    </a:lnTlToBr>
                    <a:lnBlToTr>
                      <a:noFill/>
                      <a:headEnd type="none" w="med" len="med"/>
                      <a:tailEnd type="none" w="med" len="med"/>
                    </a:lnBlToTr>
                    <a:solidFill>
                      <a:srgbClr val="CCECFF"/>
                    </a:solidFill>
                  </a:tcPr>
                </a:tc>
                <a:tc>
                  <a:txBody>
                    <a:bodyPr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2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楷体_GB2312" pitchFamily="49" charset="-122"/>
                          <a:ea typeface="楷体_GB2312" pitchFamily="49" charset="-122"/>
                        </a:rPr>
                        <a:t> </a:t>
                      </a:r>
                      <a:r>
                        <a:rPr kumimoji="1" lang="en-US" altLang="zh-CN" sz="12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/>
                          <a:ea typeface="楷体_GB2312" pitchFamily="49" charset="-122"/>
                        </a:rPr>
                        <a:t>……</a:t>
                      </a:r>
                      <a:r>
                        <a:rPr kumimoji="1" lang="en-US" altLang="zh-CN" sz="12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楷体_GB2312" pitchFamily="49" charset="-122"/>
                          <a:ea typeface="楷体_GB2312" pitchFamily="49" charset="-122"/>
                        </a:rPr>
                        <a:t>.</a:t>
                      </a:r>
                      <a:endParaRPr kumimoji="1" lang="en-US" altLang="zh-CN" sz="12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楷体_GB2312" pitchFamily="49" charset="-122"/>
                        <a:ea typeface="楷体_GB2312" pitchFamily="49" charset="-122"/>
                      </a:endParaRPr>
                    </a:p>
                  </a:txBody>
                  <a:tcPr marT="45724" marB="4572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  <a:headEnd type="none" w="med" len="med"/>
                      <a:tailEnd type="none" w="med" len="med"/>
                    </a:lnTlToBr>
                    <a:lnBlToTr>
                      <a:noFill/>
                      <a:headEnd type="none" w="med" len="med"/>
                      <a:tailEnd type="none" w="med" len="med"/>
                    </a:lnBlToTr>
                    <a:solidFill>
                      <a:srgbClr val="CCECFF"/>
                    </a:solidFill>
                  </a:tcPr>
                </a:tc>
              </a:tr>
              <a:tr h="274328">
                <a:tc>
                  <a:txBody>
                    <a:bodyPr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2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楷体_GB2312" pitchFamily="49" charset="-122"/>
                          <a:ea typeface="楷体_GB2312" pitchFamily="49" charset="-122"/>
                        </a:rPr>
                        <a:t> 1536</a:t>
                      </a:r>
                      <a:endParaRPr kumimoji="1" lang="en-US" altLang="zh-CN" sz="12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楷体_GB2312" pitchFamily="49" charset="-122"/>
                        <a:ea typeface="楷体_GB2312" pitchFamily="49" charset="-122"/>
                      </a:endParaRPr>
                    </a:p>
                  </a:txBody>
                  <a:tcPr marT="45724" marB="4572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  <a:headEnd type="none" w="med" len="med"/>
                      <a:tailEnd type="none" w="med" len="med"/>
                    </a:lnTlToBr>
                    <a:lnBlToTr>
                      <a:noFill/>
                      <a:headEnd type="none" w="med" len="med"/>
                      <a:tailEnd type="none" w="med" len="med"/>
                    </a:lnBlToTr>
                    <a:solidFill>
                      <a:srgbClr val="CCECFF"/>
                    </a:solidFill>
                  </a:tcPr>
                </a:tc>
                <a:tc>
                  <a:txBody>
                    <a:bodyPr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12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楷体_GB2312" pitchFamily="49" charset="-122"/>
                          <a:ea typeface="楷体_GB2312" pitchFamily="49" charset="-122"/>
                        </a:rPr>
                        <a:t>元素</a:t>
                      </a:r>
                      <a:r>
                        <a:rPr kumimoji="1" lang="en-US" altLang="zh-CN" sz="12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楷体_GB2312" pitchFamily="49" charset="-122"/>
                          <a:ea typeface="楷体_GB2312" pitchFamily="49" charset="-122"/>
                        </a:rPr>
                        <a:t>3</a:t>
                      </a:r>
                      <a:endParaRPr kumimoji="1" lang="en-US" altLang="zh-CN" sz="12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楷体_GB2312" pitchFamily="49" charset="-122"/>
                        <a:ea typeface="楷体_GB2312" pitchFamily="49" charset="-122"/>
                      </a:endParaRPr>
                    </a:p>
                  </a:txBody>
                  <a:tcPr marT="45724" marB="4572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  <a:headEnd type="none" w="med" len="med"/>
                      <a:tailEnd type="none" w="med" len="med"/>
                    </a:lnTlToBr>
                    <a:lnBlToTr>
                      <a:noFill/>
                      <a:headEnd type="none" w="med" len="med"/>
                      <a:tailEnd type="none" w="med" len="med"/>
                    </a:lnBlToTr>
                    <a:solidFill>
                      <a:srgbClr val="CCECFF"/>
                    </a:solidFill>
                  </a:tcPr>
                </a:tc>
                <a:tc>
                  <a:txBody>
                    <a:bodyPr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2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楷体_GB2312" pitchFamily="49" charset="-122"/>
                          <a:ea typeface="楷体_GB2312" pitchFamily="49" charset="-122"/>
                        </a:rPr>
                        <a:t>1346</a:t>
                      </a:r>
                      <a:endParaRPr kumimoji="1" lang="en-US" altLang="zh-CN" sz="12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楷体_GB2312" pitchFamily="49" charset="-122"/>
                        <a:ea typeface="楷体_GB2312" pitchFamily="49" charset="-122"/>
                      </a:endParaRPr>
                    </a:p>
                  </a:txBody>
                  <a:tcPr marT="45724" marB="4572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  <a:headEnd type="none" w="med" len="med"/>
                      <a:tailEnd type="none" w="med" len="med"/>
                    </a:lnTlToBr>
                    <a:lnBlToTr>
                      <a:noFill/>
                      <a:headEnd type="none" w="med" len="med"/>
                      <a:tailEnd type="none" w="med" len="med"/>
                    </a:lnBlToTr>
                    <a:solidFill>
                      <a:srgbClr val="CCECFF"/>
                    </a:solidFill>
                  </a:tcPr>
                </a:tc>
              </a:tr>
            </a:tbl>
          </a:graphicData>
        </a:graphic>
      </p:graphicFrame>
    </p:spTree>
    <p:custDataLst>
      <p:tags r:id="rId1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700"/>
    </mc:Choice>
    <mc:Fallback>
      <p:transition/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0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920" name="Text Box 3"/>
          <p:cNvSpPr txBox="1">
            <a:spLocks noChangeArrowheads="1"/>
          </p:cNvSpPr>
          <p:nvPr/>
        </p:nvSpPr>
        <p:spPr bwMode="auto">
          <a:xfrm>
            <a:off x="1545167" y="2678914"/>
            <a:ext cx="3429000" cy="460375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1pPr>
            <a:lvl2pPr marL="742950" indent="-28575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2pPr>
            <a:lvl3pPr marL="11430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3pPr>
            <a:lvl4pPr marL="16002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4pPr>
            <a:lvl5pPr marL="20574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endParaRPr lang="zh-CN" altLang="zh-CN" sz="2400" b="1">
              <a:latin typeface="Microsoft YaHei UI Light" panose="020B0502040204020203" pitchFamily="34" charset="-122"/>
              <a:ea typeface="Microsoft YaHei UI Light" panose="020B0502040204020203" pitchFamily="34" charset="-122"/>
            </a:endParaRPr>
          </a:p>
        </p:txBody>
      </p:sp>
      <p:sp>
        <p:nvSpPr>
          <p:cNvPr id="1048921" name="AutoShape 4"/>
          <p:cNvSpPr/>
          <p:nvPr/>
        </p:nvSpPr>
        <p:spPr bwMode="auto">
          <a:xfrm>
            <a:off x="1730818" y="2338712"/>
            <a:ext cx="427603" cy="3274688"/>
          </a:xfrm>
          <a:prstGeom prst="leftBrace">
            <a:avLst>
              <a:gd name="adj1" fmla="val 53795"/>
              <a:gd name="adj2" fmla="val 50000"/>
            </a:avLst>
          </a:prstGeom>
          <a:noFill/>
          <a:ln w="38100">
            <a:solidFill>
              <a:srgbClr val="FF3300"/>
            </a:solidFill>
            <a:round/>
          </a:ln>
        </p:spPr>
        <p:txBody>
          <a:bodyPr/>
          <a:lstStyle>
            <a:lvl1pPr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1pPr>
            <a:lvl2pPr marL="742950" indent="-28575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2pPr>
            <a:lvl3pPr marL="11430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3pPr>
            <a:lvl4pPr marL="16002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4pPr>
            <a:lvl5pPr marL="20574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9pPr>
          </a:lstStyle>
          <a:p>
            <a:endParaRPr lang="zh-CN" altLang="en-US">
              <a:latin typeface="Microsoft YaHei UI Light" panose="020B0502040204020203" pitchFamily="34" charset="-122"/>
              <a:ea typeface="Microsoft YaHei UI Light" panose="020B0502040204020203" pitchFamily="34" charset="-122"/>
            </a:endParaRPr>
          </a:p>
        </p:txBody>
      </p:sp>
      <p:sp>
        <p:nvSpPr>
          <p:cNvPr id="1048922" name="Text Box 5" descr="花岗岩"/>
          <p:cNvSpPr txBox="1">
            <a:spLocks noChangeArrowheads="1"/>
          </p:cNvSpPr>
          <p:nvPr/>
        </p:nvSpPr>
        <p:spPr bwMode="auto">
          <a:xfrm>
            <a:off x="2005073" y="2055019"/>
            <a:ext cx="2888615" cy="52197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1pPr>
            <a:lvl2pPr marL="742950" indent="-28575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2pPr>
            <a:lvl3pPr marL="11430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3pPr>
            <a:lvl4pPr marL="16002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4pPr>
            <a:lvl5pPr marL="20574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9pPr>
          </a:lstStyle>
          <a:p>
            <a:pPr algn="ctr" eaLnBrk="1" hangingPunct="1">
              <a:spcBef>
                <a:spcPct val="50000"/>
              </a:spcBef>
              <a:spcAft>
                <a:spcPts val="0"/>
              </a:spcAft>
            </a:pPr>
            <a:r>
              <a:rPr lang="en-US" altLang="zh-CN" b="1">
                <a:latin typeface="Microsoft YaHei UI Light" panose="020B0502040204020203" pitchFamily="34" charset="-122"/>
                <a:ea typeface="Microsoft YaHei UI Light" panose="020B0502040204020203" pitchFamily="34" charset="-122"/>
              </a:rPr>
              <a:t> </a:t>
            </a:r>
            <a:r>
              <a:rPr lang="zh-CN" altLang="en-US" b="1">
                <a:latin typeface="Microsoft YaHei UI Light" panose="020B0502040204020203" pitchFamily="34" charset="-122"/>
                <a:ea typeface="Microsoft YaHei UI Light" panose="020B0502040204020203" pitchFamily="34" charset="-122"/>
              </a:rPr>
              <a:t>数据的逻辑结构 </a:t>
            </a:r>
            <a:endParaRPr lang="zh-CN" altLang="en-US" b="1">
              <a:latin typeface="Microsoft YaHei UI Light" panose="020B0502040204020203" pitchFamily="34" charset="-122"/>
              <a:ea typeface="Microsoft YaHei UI Light" panose="020B0502040204020203" pitchFamily="34" charset="-122"/>
            </a:endParaRPr>
          </a:p>
        </p:txBody>
      </p:sp>
      <p:sp>
        <p:nvSpPr>
          <p:cNvPr id="1048923" name="Text Box 6" descr="花岗岩"/>
          <p:cNvSpPr txBox="1">
            <a:spLocks noChangeArrowheads="1"/>
          </p:cNvSpPr>
          <p:nvPr/>
        </p:nvSpPr>
        <p:spPr bwMode="auto">
          <a:xfrm>
            <a:off x="2005073" y="3765175"/>
            <a:ext cx="2888615" cy="52197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1pPr>
            <a:lvl2pPr marL="742950" indent="-28575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2pPr>
            <a:lvl3pPr marL="11430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3pPr>
            <a:lvl4pPr marL="16002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4pPr>
            <a:lvl5pPr marL="20574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9pPr>
          </a:lstStyle>
          <a:p>
            <a:pPr algn="ctr" eaLnBrk="1" hangingPunct="1">
              <a:spcBef>
                <a:spcPct val="50000"/>
              </a:spcBef>
              <a:spcAft>
                <a:spcPts val="0"/>
              </a:spcAft>
            </a:pPr>
            <a:r>
              <a:rPr lang="en-US" altLang="zh-CN" b="1" dirty="0">
                <a:latin typeface="Microsoft YaHei UI Light" panose="020B0502040204020203" pitchFamily="34" charset="-122"/>
                <a:ea typeface="Microsoft YaHei UI Light" panose="020B0502040204020203" pitchFamily="34" charset="-122"/>
              </a:rPr>
              <a:t> </a:t>
            </a:r>
            <a:r>
              <a:rPr lang="zh-CN" altLang="en-US" b="1" dirty="0">
                <a:latin typeface="Microsoft YaHei UI Light" panose="020B0502040204020203" pitchFamily="34" charset="-122"/>
                <a:ea typeface="Microsoft YaHei UI Light" panose="020B0502040204020203" pitchFamily="34" charset="-122"/>
              </a:rPr>
              <a:t>数据的存储结构 </a:t>
            </a:r>
            <a:endParaRPr lang="zh-CN" altLang="en-US" b="1" dirty="0">
              <a:latin typeface="Microsoft YaHei UI Light" panose="020B0502040204020203" pitchFamily="34" charset="-122"/>
              <a:ea typeface="Microsoft YaHei UI Light" panose="020B0502040204020203" pitchFamily="34" charset="-122"/>
            </a:endParaRPr>
          </a:p>
        </p:txBody>
      </p:sp>
      <p:sp>
        <p:nvSpPr>
          <p:cNvPr id="1048924" name="Text Box 7" descr="花岗岩"/>
          <p:cNvSpPr txBox="1">
            <a:spLocks noChangeArrowheads="1"/>
          </p:cNvSpPr>
          <p:nvPr/>
        </p:nvSpPr>
        <p:spPr bwMode="auto">
          <a:xfrm>
            <a:off x="2191727" y="5343696"/>
            <a:ext cx="6687185" cy="52197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1pPr>
            <a:lvl2pPr marL="742950" indent="-28575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2pPr>
            <a:lvl3pPr marL="11430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3pPr>
            <a:lvl4pPr marL="16002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4pPr>
            <a:lvl5pPr marL="20574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9pPr>
          </a:lstStyle>
          <a:p>
            <a:pPr algn="ctr" eaLnBrk="1" hangingPunct="1">
              <a:spcBef>
                <a:spcPct val="50000"/>
              </a:spcBef>
              <a:spcAft>
                <a:spcPts val="0"/>
              </a:spcAft>
            </a:pPr>
            <a:r>
              <a:rPr lang="zh-CN" altLang="en-US" b="1" dirty="0">
                <a:latin typeface="Microsoft YaHei UI Light" panose="020B0502040204020203" pitchFamily="34" charset="-122"/>
                <a:ea typeface="Microsoft YaHei UI Light" panose="020B0502040204020203" pitchFamily="34" charset="-122"/>
              </a:rPr>
              <a:t>数据的运算：</a:t>
            </a:r>
            <a:r>
              <a:rPr lang="zh-CN" altLang="en-US" sz="2400" b="1" dirty="0">
                <a:latin typeface="Microsoft YaHei UI Light" panose="020B0502040204020203" pitchFamily="34" charset="-122"/>
                <a:ea typeface="Microsoft YaHei UI Light" panose="020B0502040204020203" pitchFamily="34" charset="-122"/>
              </a:rPr>
              <a:t>插入、删除、修改、查找、排序 </a:t>
            </a:r>
            <a:endParaRPr lang="zh-CN" altLang="en-US" b="1" dirty="0">
              <a:latin typeface="Microsoft YaHei UI Light" panose="020B0502040204020203" pitchFamily="34" charset="-122"/>
              <a:ea typeface="Microsoft YaHei UI Light" panose="020B0502040204020203" pitchFamily="34" charset="-122"/>
            </a:endParaRPr>
          </a:p>
        </p:txBody>
      </p:sp>
      <p:sp>
        <p:nvSpPr>
          <p:cNvPr id="1048925" name="AutoShape 8"/>
          <p:cNvSpPr/>
          <p:nvPr/>
        </p:nvSpPr>
        <p:spPr bwMode="auto">
          <a:xfrm>
            <a:off x="4894286" y="3580746"/>
            <a:ext cx="201591" cy="1540603"/>
          </a:xfrm>
          <a:prstGeom prst="leftBrace">
            <a:avLst>
              <a:gd name="adj1" fmla="val 68866"/>
              <a:gd name="adj2" fmla="val 50000"/>
            </a:avLst>
          </a:prstGeom>
          <a:noFill/>
          <a:ln w="38100">
            <a:solidFill>
              <a:srgbClr val="FF3300"/>
            </a:solidFill>
            <a:round/>
          </a:ln>
        </p:spPr>
        <p:txBody>
          <a:bodyPr/>
          <a:lstStyle>
            <a:lvl1pPr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1pPr>
            <a:lvl2pPr marL="742950" indent="-28575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2pPr>
            <a:lvl3pPr marL="11430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3pPr>
            <a:lvl4pPr marL="16002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4pPr>
            <a:lvl5pPr marL="20574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9pPr>
          </a:lstStyle>
          <a:p>
            <a:endParaRPr lang="zh-CN" altLang="en-US">
              <a:latin typeface="Microsoft YaHei UI Light" panose="020B0502040204020203" pitchFamily="34" charset="-122"/>
              <a:ea typeface="Microsoft YaHei UI Light" panose="020B0502040204020203" pitchFamily="34" charset="-122"/>
            </a:endParaRPr>
          </a:p>
        </p:txBody>
      </p:sp>
      <p:sp>
        <p:nvSpPr>
          <p:cNvPr id="1048926" name="AutoShape 10"/>
          <p:cNvSpPr/>
          <p:nvPr/>
        </p:nvSpPr>
        <p:spPr bwMode="auto">
          <a:xfrm>
            <a:off x="6480851" y="861000"/>
            <a:ext cx="152400" cy="1360488"/>
          </a:xfrm>
          <a:prstGeom prst="leftBrace">
            <a:avLst>
              <a:gd name="adj1" fmla="val 74392"/>
              <a:gd name="adj2" fmla="val 50000"/>
            </a:avLst>
          </a:prstGeom>
          <a:noFill/>
          <a:ln w="38100">
            <a:solidFill>
              <a:srgbClr val="FF3300"/>
            </a:solidFill>
            <a:round/>
          </a:ln>
        </p:spPr>
        <p:txBody>
          <a:bodyPr/>
          <a:lstStyle>
            <a:lvl1pPr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1pPr>
            <a:lvl2pPr marL="742950" indent="-28575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2pPr>
            <a:lvl3pPr marL="11430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3pPr>
            <a:lvl4pPr marL="16002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4pPr>
            <a:lvl5pPr marL="20574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9pPr>
          </a:lstStyle>
          <a:p>
            <a:endParaRPr lang="zh-CN" altLang="en-US" sz="2000">
              <a:latin typeface="Microsoft YaHei UI Light" panose="020B0502040204020203" pitchFamily="34" charset="-122"/>
              <a:ea typeface="Microsoft YaHei UI Light" panose="020B0502040204020203" pitchFamily="34" charset="-122"/>
            </a:endParaRPr>
          </a:p>
        </p:txBody>
      </p:sp>
      <p:sp>
        <p:nvSpPr>
          <p:cNvPr id="1048927" name="AutoShape 11"/>
          <p:cNvSpPr/>
          <p:nvPr/>
        </p:nvSpPr>
        <p:spPr bwMode="auto">
          <a:xfrm>
            <a:off x="6518951" y="2341041"/>
            <a:ext cx="114300" cy="944563"/>
          </a:xfrm>
          <a:prstGeom prst="leftBrace">
            <a:avLst>
              <a:gd name="adj1" fmla="val 68866"/>
              <a:gd name="adj2" fmla="val 50000"/>
            </a:avLst>
          </a:prstGeom>
          <a:noFill/>
          <a:ln w="38100">
            <a:solidFill>
              <a:srgbClr val="FF3300"/>
            </a:solidFill>
            <a:round/>
          </a:ln>
        </p:spPr>
        <p:txBody>
          <a:bodyPr/>
          <a:lstStyle>
            <a:lvl1pPr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1pPr>
            <a:lvl2pPr marL="742950" indent="-28575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2pPr>
            <a:lvl3pPr marL="11430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3pPr>
            <a:lvl4pPr marL="16002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4pPr>
            <a:lvl5pPr marL="20574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9pPr>
          </a:lstStyle>
          <a:p>
            <a:endParaRPr lang="zh-CN" altLang="en-US" sz="2000">
              <a:latin typeface="Microsoft YaHei UI Light" panose="020B0502040204020203" pitchFamily="34" charset="-122"/>
              <a:ea typeface="Microsoft YaHei UI Light" panose="020B0502040204020203" pitchFamily="34" charset="-122"/>
            </a:endParaRPr>
          </a:p>
        </p:txBody>
      </p:sp>
      <p:sp>
        <p:nvSpPr>
          <p:cNvPr id="1048928" name="Text Box 12" descr="花岗岩"/>
          <p:cNvSpPr txBox="1">
            <a:spLocks noChangeArrowheads="1"/>
          </p:cNvSpPr>
          <p:nvPr/>
        </p:nvSpPr>
        <p:spPr bwMode="auto">
          <a:xfrm>
            <a:off x="5128622" y="1372336"/>
            <a:ext cx="1352550" cy="39878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1pPr>
            <a:lvl2pPr marL="742950" indent="-28575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2pPr>
            <a:lvl3pPr marL="11430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3pPr>
            <a:lvl4pPr marL="16002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4pPr>
            <a:lvl5pPr marL="20574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9pPr>
          </a:lstStyle>
          <a:p>
            <a:pPr algn="ctr" eaLnBrk="1" hangingPunct="1">
              <a:spcBef>
                <a:spcPct val="50000"/>
              </a:spcBef>
              <a:spcAft>
                <a:spcPts val="0"/>
              </a:spcAft>
            </a:pPr>
            <a:r>
              <a:rPr lang="en-US" altLang="zh-CN" sz="2000" b="1" dirty="0">
                <a:latin typeface="Microsoft YaHei UI Light" panose="020B0502040204020203" pitchFamily="34" charset="-122"/>
                <a:ea typeface="Microsoft YaHei UI Light" panose="020B0502040204020203" pitchFamily="34" charset="-122"/>
              </a:rPr>
              <a:t> </a:t>
            </a:r>
            <a:r>
              <a:rPr lang="zh-CN" altLang="en-US" sz="2000" b="1" dirty="0">
                <a:latin typeface="Microsoft YaHei UI Light" panose="020B0502040204020203" pitchFamily="34" charset="-122"/>
                <a:ea typeface="Microsoft YaHei UI Light" panose="020B0502040204020203" pitchFamily="34" charset="-122"/>
              </a:rPr>
              <a:t>线性结构 </a:t>
            </a:r>
            <a:endParaRPr lang="zh-CN" altLang="en-US" sz="2000" b="1" dirty="0">
              <a:latin typeface="Microsoft YaHei UI Light" panose="020B0502040204020203" pitchFamily="34" charset="-122"/>
              <a:ea typeface="Microsoft YaHei UI Light" panose="020B0502040204020203" pitchFamily="34" charset="-122"/>
            </a:endParaRPr>
          </a:p>
        </p:txBody>
      </p:sp>
      <p:sp>
        <p:nvSpPr>
          <p:cNvPr id="1048929" name="Text Box 13" descr="花岗岩"/>
          <p:cNvSpPr txBox="1">
            <a:spLocks noChangeArrowheads="1"/>
          </p:cNvSpPr>
          <p:nvPr/>
        </p:nvSpPr>
        <p:spPr bwMode="auto">
          <a:xfrm>
            <a:off x="5039088" y="2468208"/>
            <a:ext cx="1531620" cy="39878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1pPr>
            <a:lvl2pPr marL="742950" indent="-28575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2pPr>
            <a:lvl3pPr marL="11430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3pPr>
            <a:lvl4pPr marL="16002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4pPr>
            <a:lvl5pPr marL="20574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9pPr>
          </a:lstStyle>
          <a:p>
            <a:pPr algn="ctr" eaLnBrk="1" hangingPunct="1">
              <a:spcBef>
                <a:spcPct val="50000"/>
              </a:spcBef>
              <a:spcAft>
                <a:spcPts val="0"/>
              </a:spcAft>
            </a:pPr>
            <a:r>
              <a:rPr lang="en-US" altLang="zh-CN" sz="2000" b="1" dirty="0">
                <a:latin typeface="Microsoft YaHei UI Light" panose="020B0502040204020203" pitchFamily="34" charset="-122"/>
                <a:ea typeface="Microsoft YaHei UI Light" panose="020B0502040204020203" pitchFamily="34" charset="-122"/>
              </a:rPr>
              <a:t> </a:t>
            </a:r>
            <a:r>
              <a:rPr lang="zh-CN" altLang="en-US" sz="2000" b="1" dirty="0">
                <a:latin typeface="Microsoft YaHei UI Light" panose="020B0502040204020203" pitchFamily="34" charset="-122"/>
                <a:ea typeface="Microsoft YaHei UI Light" panose="020B0502040204020203" pitchFamily="34" charset="-122"/>
              </a:rPr>
              <a:t>非线性结构</a:t>
            </a:r>
            <a:endParaRPr lang="zh-CN" altLang="en-US" sz="2000" b="1" dirty="0">
              <a:latin typeface="Microsoft YaHei UI Light" panose="020B0502040204020203" pitchFamily="34" charset="-122"/>
              <a:ea typeface="Microsoft YaHei UI Light" panose="020B0502040204020203" pitchFamily="34" charset="-122"/>
            </a:endParaRPr>
          </a:p>
        </p:txBody>
      </p:sp>
      <p:sp>
        <p:nvSpPr>
          <p:cNvPr id="1048930" name="Text Box 14" descr="花岗岩"/>
          <p:cNvSpPr txBox="1">
            <a:spLocks noChangeArrowheads="1"/>
          </p:cNvSpPr>
          <p:nvPr/>
        </p:nvSpPr>
        <p:spPr bwMode="auto">
          <a:xfrm>
            <a:off x="5125191" y="3337648"/>
            <a:ext cx="1276985" cy="39878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1pPr>
            <a:lvl2pPr marL="742950" indent="-28575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2pPr>
            <a:lvl3pPr marL="11430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3pPr>
            <a:lvl4pPr marL="16002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4pPr>
            <a:lvl5pPr marL="20574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9pPr>
          </a:lstStyle>
          <a:p>
            <a:pPr algn="ctr" eaLnBrk="1" hangingPunct="1">
              <a:spcBef>
                <a:spcPct val="50000"/>
              </a:spcBef>
              <a:spcAft>
                <a:spcPts val="0"/>
              </a:spcAft>
            </a:pPr>
            <a:r>
              <a:rPr lang="en-US" altLang="zh-CN" sz="2000" b="1" dirty="0">
                <a:latin typeface="Microsoft YaHei UI Light" panose="020B0502040204020203" pitchFamily="34" charset="-122"/>
                <a:ea typeface="Microsoft YaHei UI Light" panose="020B0502040204020203" pitchFamily="34" charset="-122"/>
              </a:rPr>
              <a:t> </a:t>
            </a:r>
            <a:r>
              <a:rPr lang="zh-CN" altLang="en-US" sz="2000" b="1" dirty="0">
                <a:latin typeface="Microsoft YaHei UI Light" panose="020B0502040204020203" pitchFamily="34" charset="-122"/>
                <a:ea typeface="Microsoft YaHei UI Light" panose="020B0502040204020203" pitchFamily="34" charset="-122"/>
              </a:rPr>
              <a:t>顺序存储</a:t>
            </a:r>
            <a:endParaRPr lang="zh-CN" altLang="en-US" sz="2000" b="1" dirty="0">
              <a:latin typeface="Microsoft YaHei UI Light" panose="020B0502040204020203" pitchFamily="34" charset="-122"/>
              <a:ea typeface="Microsoft YaHei UI Light" panose="020B0502040204020203" pitchFamily="34" charset="-122"/>
            </a:endParaRPr>
          </a:p>
        </p:txBody>
      </p:sp>
      <p:sp>
        <p:nvSpPr>
          <p:cNvPr id="1048931" name="Text Box 15" descr="花岗岩"/>
          <p:cNvSpPr txBox="1">
            <a:spLocks noChangeArrowheads="1"/>
          </p:cNvSpPr>
          <p:nvPr/>
        </p:nvSpPr>
        <p:spPr bwMode="auto">
          <a:xfrm>
            <a:off x="5208723" y="4360868"/>
            <a:ext cx="1276985" cy="39878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1pPr>
            <a:lvl2pPr marL="742950" indent="-28575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2pPr>
            <a:lvl3pPr marL="11430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3pPr>
            <a:lvl4pPr marL="16002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4pPr>
            <a:lvl5pPr marL="20574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9pPr>
          </a:lstStyle>
          <a:p>
            <a:pPr algn="ctr" eaLnBrk="1" hangingPunct="1">
              <a:spcBef>
                <a:spcPct val="50000"/>
              </a:spcBef>
              <a:spcAft>
                <a:spcPts val="0"/>
              </a:spcAft>
            </a:pPr>
            <a:r>
              <a:rPr lang="zh-CN" altLang="en-US" sz="2000" b="1" dirty="0">
                <a:latin typeface="Microsoft YaHei UI Light" panose="020B0502040204020203" pitchFamily="34" charset="-122"/>
                <a:ea typeface="Microsoft YaHei UI Light" panose="020B0502040204020203" pitchFamily="34" charset="-122"/>
              </a:rPr>
              <a:t>索引存储 </a:t>
            </a:r>
            <a:endParaRPr lang="zh-CN" altLang="en-US" sz="2000" b="1" dirty="0">
              <a:latin typeface="Microsoft YaHei UI Light" panose="020B0502040204020203" pitchFamily="34" charset="-122"/>
              <a:ea typeface="Microsoft YaHei UI Light" panose="020B0502040204020203" pitchFamily="34" charset="-122"/>
            </a:endParaRPr>
          </a:p>
        </p:txBody>
      </p:sp>
      <p:sp>
        <p:nvSpPr>
          <p:cNvPr id="1048932" name="Text Box 16" descr="花岗岩"/>
          <p:cNvSpPr txBox="1">
            <a:spLocks noChangeArrowheads="1"/>
          </p:cNvSpPr>
          <p:nvPr/>
        </p:nvSpPr>
        <p:spPr bwMode="auto">
          <a:xfrm>
            <a:off x="6702500" y="781344"/>
            <a:ext cx="946785" cy="39878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1pPr>
            <a:lvl2pPr marL="742950" indent="-28575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2pPr>
            <a:lvl3pPr marL="11430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3pPr>
            <a:lvl4pPr marL="16002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4pPr>
            <a:lvl5pPr marL="20574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9pPr>
          </a:lstStyle>
          <a:p>
            <a:pPr eaLnBrk="1" hangingPunct="1">
              <a:spcBef>
                <a:spcPct val="50000"/>
              </a:spcBef>
              <a:spcAft>
                <a:spcPts val="0"/>
              </a:spcAft>
            </a:pPr>
            <a:r>
              <a:rPr lang="zh-CN" altLang="en-US" sz="2000" b="1">
                <a:latin typeface="Microsoft YaHei UI Light" panose="020B0502040204020203" pitchFamily="34" charset="-122"/>
                <a:ea typeface="Microsoft YaHei UI Light" panose="020B0502040204020203" pitchFamily="34" charset="-122"/>
              </a:rPr>
              <a:t>线性表</a:t>
            </a:r>
            <a:endParaRPr lang="zh-CN" altLang="en-US" sz="2000" b="1">
              <a:latin typeface="Microsoft YaHei UI Light" panose="020B0502040204020203" pitchFamily="34" charset="-122"/>
              <a:ea typeface="Microsoft YaHei UI Light" panose="020B0502040204020203" pitchFamily="34" charset="-122"/>
            </a:endParaRPr>
          </a:p>
        </p:txBody>
      </p:sp>
      <p:sp>
        <p:nvSpPr>
          <p:cNvPr id="1048933" name="Text Box 17" descr="花岗岩"/>
          <p:cNvSpPr txBox="1">
            <a:spLocks noChangeArrowheads="1"/>
          </p:cNvSpPr>
          <p:nvPr/>
        </p:nvSpPr>
        <p:spPr bwMode="auto">
          <a:xfrm>
            <a:off x="6702494" y="1300456"/>
            <a:ext cx="1201420" cy="39878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1pPr>
            <a:lvl2pPr marL="742950" indent="-28575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2pPr>
            <a:lvl3pPr marL="11430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3pPr>
            <a:lvl4pPr marL="16002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4pPr>
            <a:lvl5pPr marL="20574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9pPr>
          </a:lstStyle>
          <a:p>
            <a:pPr eaLnBrk="1" hangingPunct="1">
              <a:spcBef>
                <a:spcPct val="50000"/>
              </a:spcBef>
              <a:spcAft>
                <a:spcPts val="0"/>
              </a:spcAft>
            </a:pPr>
            <a:r>
              <a:rPr lang="zh-CN" altLang="en-US" sz="2000" b="1" dirty="0">
                <a:latin typeface="Microsoft YaHei UI Light" panose="020B0502040204020203" pitchFamily="34" charset="-122"/>
                <a:ea typeface="Microsoft YaHei UI Light" panose="020B0502040204020203" pitchFamily="34" charset="-122"/>
              </a:rPr>
              <a:t>栈、队列</a:t>
            </a:r>
            <a:endParaRPr lang="zh-CN" altLang="en-US" sz="2000" b="1" dirty="0">
              <a:latin typeface="Microsoft YaHei UI Light" panose="020B0502040204020203" pitchFamily="34" charset="-122"/>
              <a:ea typeface="Microsoft YaHei UI Light" panose="020B0502040204020203" pitchFamily="34" charset="-122"/>
            </a:endParaRPr>
          </a:p>
        </p:txBody>
      </p:sp>
      <p:sp>
        <p:nvSpPr>
          <p:cNvPr id="1048934" name="Text Box 18" descr="花岗岩"/>
          <p:cNvSpPr txBox="1">
            <a:spLocks noChangeArrowheads="1"/>
          </p:cNvSpPr>
          <p:nvPr/>
        </p:nvSpPr>
        <p:spPr bwMode="auto">
          <a:xfrm>
            <a:off x="6702494" y="1819568"/>
            <a:ext cx="1201420" cy="39878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1pPr>
            <a:lvl2pPr marL="742950" indent="-28575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2pPr>
            <a:lvl3pPr marL="11430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3pPr>
            <a:lvl4pPr marL="16002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4pPr>
            <a:lvl5pPr marL="20574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9pPr>
          </a:lstStyle>
          <a:p>
            <a:pPr eaLnBrk="1" hangingPunct="1">
              <a:spcBef>
                <a:spcPct val="50000"/>
              </a:spcBef>
              <a:spcAft>
                <a:spcPts val="0"/>
              </a:spcAft>
            </a:pPr>
            <a:r>
              <a:rPr lang="zh-CN" altLang="en-US" sz="2000" b="1" dirty="0">
                <a:latin typeface="Microsoft YaHei UI Light" panose="020B0502040204020203" pitchFamily="34" charset="-122"/>
                <a:ea typeface="Microsoft YaHei UI Light" panose="020B0502040204020203" pitchFamily="34" charset="-122"/>
              </a:rPr>
              <a:t>串、数组</a:t>
            </a:r>
            <a:endParaRPr lang="zh-CN" altLang="en-US" sz="2000" b="1" dirty="0">
              <a:latin typeface="Microsoft YaHei UI Light" panose="020B0502040204020203" pitchFamily="34" charset="-122"/>
              <a:ea typeface="Microsoft YaHei UI Light" panose="020B0502040204020203" pitchFamily="34" charset="-122"/>
            </a:endParaRPr>
          </a:p>
        </p:txBody>
      </p:sp>
      <p:sp>
        <p:nvSpPr>
          <p:cNvPr id="1048935" name="Text Box 19" descr="花岗岩"/>
          <p:cNvSpPr txBox="1">
            <a:spLocks noChangeArrowheads="1"/>
          </p:cNvSpPr>
          <p:nvPr/>
        </p:nvSpPr>
        <p:spPr bwMode="auto">
          <a:xfrm>
            <a:off x="6665075" y="2338712"/>
            <a:ext cx="1201420" cy="39878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1pPr>
            <a:lvl2pPr marL="742950" indent="-28575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2pPr>
            <a:lvl3pPr marL="11430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3pPr>
            <a:lvl4pPr marL="16002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4pPr>
            <a:lvl5pPr marL="20574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9pPr>
          </a:lstStyle>
          <a:p>
            <a:pPr eaLnBrk="1" hangingPunct="1">
              <a:spcBef>
                <a:spcPct val="50000"/>
              </a:spcBef>
              <a:spcAft>
                <a:spcPts val="0"/>
              </a:spcAft>
            </a:pPr>
            <a:r>
              <a:rPr lang="zh-CN" altLang="en-US" sz="2000" b="1">
                <a:latin typeface="Microsoft YaHei UI Light" panose="020B0502040204020203" pitchFamily="34" charset="-122"/>
                <a:ea typeface="Microsoft YaHei UI Light" panose="020B0502040204020203" pitchFamily="34" charset="-122"/>
              </a:rPr>
              <a:t>树形结构</a:t>
            </a:r>
            <a:endParaRPr lang="zh-CN" altLang="en-US" sz="2000" b="1">
              <a:latin typeface="Microsoft YaHei UI Light" panose="020B0502040204020203" pitchFamily="34" charset="-122"/>
              <a:ea typeface="Microsoft YaHei UI Light" panose="020B0502040204020203" pitchFamily="34" charset="-122"/>
            </a:endParaRPr>
          </a:p>
        </p:txBody>
      </p:sp>
      <p:sp>
        <p:nvSpPr>
          <p:cNvPr id="1048936" name="Text Box 20" descr="花岗岩"/>
          <p:cNvSpPr txBox="1">
            <a:spLocks noChangeArrowheads="1"/>
          </p:cNvSpPr>
          <p:nvPr/>
        </p:nvSpPr>
        <p:spPr bwMode="auto">
          <a:xfrm>
            <a:off x="6665075" y="2872112"/>
            <a:ext cx="1201420" cy="39878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1pPr>
            <a:lvl2pPr marL="742950" indent="-28575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2pPr>
            <a:lvl3pPr marL="11430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3pPr>
            <a:lvl4pPr marL="16002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4pPr>
            <a:lvl5pPr marL="20574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9pPr>
          </a:lstStyle>
          <a:p>
            <a:pPr eaLnBrk="1" hangingPunct="1">
              <a:spcBef>
                <a:spcPct val="50000"/>
              </a:spcBef>
              <a:spcAft>
                <a:spcPts val="0"/>
              </a:spcAft>
            </a:pPr>
            <a:r>
              <a:rPr lang="zh-CN" altLang="en-US" sz="2000" b="1">
                <a:latin typeface="Microsoft YaHei UI Light" panose="020B0502040204020203" pitchFamily="34" charset="-122"/>
                <a:ea typeface="Microsoft YaHei UI Light" panose="020B0502040204020203" pitchFamily="34" charset="-122"/>
              </a:rPr>
              <a:t>图形结构</a:t>
            </a:r>
            <a:endParaRPr lang="zh-CN" altLang="en-US" sz="2000" b="1">
              <a:latin typeface="Microsoft YaHei UI Light" panose="020B0502040204020203" pitchFamily="34" charset="-122"/>
              <a:ea typeface="Microsoft YaHei UI Light" panose="020B0502040204020203" pitchFamily="34" charset="-122"/>
            </a:endParaRPr>
          </a:p>
        </p:txBody>
      </p:sp>
      <p:sp>
        <p:nvSpPr>
          <p:cNvPr id="1048937" name="Text Box 24"/>
          <p:cNvSpPr txBox="1">
            <a:spLocks noChangeArrowheads="1"/>
          </p:cNvSpPr>
          <p:nvPr/>
        </p:nvSpPr>
        <p:spPr bwMode="auto">
          <a:xfrm>
            <a:off x="61531" y="2259630"/>
            <a:ext cx="1662060" cy="3212465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lvl1pPr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1pPr>
            <a:lvl2pPr marL="742950" indent="-28575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2pPr>
            <a:lvl3pPr marL="11430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3pPr>
            <a:lvl4pPr marL="16002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4pPr>
            <a:lvl5pPr marL="20574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9pPr>
          </a:lstStyle>
          <a:p>
            <a:pPr algn="ctr" eaLnBrk="1" hangingPunct="1">
              <a:spcBef>
                <a:spcPct val="50000"/>
              </a:spcBef>
              <a:spcAft>
                <a:spcPts val="0"/>
              </a:spcAft>
            </a:pPr>
            <a:r>
              <a:rPr lang="zh-CN" altLang="en-US" sz="1600" b="1" dirty="0">
                <a:solidFill>
                  <a:srgbClr val="0070C0"/>
                </a:solidFill>
                <a:latin typeface="Microsoft YaHei UI Light" panose="020B0502040204020203" pitchFamily="34" charset="-122"/>
                <a:ea typeface="Microsoft YaHei UI Light" panose="020B0502040204020203" pitchFamily="34" charset="-122"/>
              </a:rPr>
              <a:t>逻辑结构唯一</a:t>
            </a:r>
            <a:endParaRPr lang="zh-CN" altLang="en-US" sz="1600" b="1" dirty="0">
              <a:solidFill>
                <a:srgbClr val="0070C0"/>
              </a:solidFill>
              <a:latin typeface="Microsoft YaHei UI Light" panose="020B0502040204020203" pitchFamily="34" charset="-122"/>
              <a:ea typeface="Microsoft YaHei UI Light" panose="020B0502040204020203" pitchFamily="34" charset="-122"/>
            </a:endParaRPr>
          </a:p>
          <a:p>
            <a:pPr algn="ctr" eaLnBrk="1" hangingPunct="1">
              <a:spcBef>
                <a:spcPct val="50000"/>
              </a:spcBef>
            </a:pPr>
            <a:endParaRPr lang="en-US" altLang="zh-CN" sz="2000" b="1" dirty="0">
              <a:solidFill>
                <a:srgbClr val="0070C0"/>
              </a:solidFill>
              <a:latin typeface="Microsoft YaHei UI Light" panose="020B0502040204020203" pitchFamily="34" charset="-122"/>
              <a:ea typeface="Microsoft YaHei UI Light" panose="020B0502040204020203" pitchFamily="34" charset="-122"/>
            </a:endParaRPr>
          </a:p>
          <a:p>
            <a:pPr algn="ctr" eaLnBrk="1" hangingPunct="1">
              <a:spcBef>
                <a:spcPct val="50000"/>
              </a:spcBef>
            </a:pPr>
            <a:endParaRPr lang="en-US" altLang="zh-CN" sz="1600" b="1" dirty="0">
              <a:solidFill>
                <a:srgbClr val="0070C0"/>
              </a:solidFill>
              <a:latin typeface="Microsoft YaHei UI Light" panose="020B0502040204020203" pitchFamily="34" charset="-122"/>
              <a:ea typeface="Microsoft YaHei UI Light" panose="020B0502040204020203" pitchFamily="34" charset="-122"/>
            </a:endParaRPr>
          </a:p>
          <a:p>
            <a:pPr algn="ctr" eaLnBrk="1" hangingPunct="1">
              <a:spcBef>
                <a:spcPct val="50000"/>
              </a:spcBef>
            </a:pPr>
            <a:endParaRPr lang="en-US" altLang="zh-CN" sz="1600" b="1" dirty="0">
              <a:solidFill>
                <a:srgbClr val="0070C0"/>
              </a:solidFill>
              <a:latin typeface="Microsoft YaHei UI Light" panose="020B0502040204020203" pitchFamily="34" charset="-122"/>
              <a:ea typeface="Microsoft YaHei UI Light" panose="020B0502040204020203" pitchFamily="34" charset="-122"/>
            </a:endParaRPr>
          </a:p>
          <a:p>
            <a:pPr algn="ctr" eaLnBrk="1" hangingPunct="1">
              <a:spcBef>
                <a:spcPts val="50"/>
              </a:spcBef>
              <a:spcAft>
                <a:spcPts val="0"/>
              </a:spcAft>
            </a:pPr>
            <a:r>
              <a:rPr lang="zh-CN" altLang="en-US" sz="1600" b="1" dirty="0">
                <a:solidFill>
                  <a:srgbClr val="0070C0"/>
                </a:solidFill>
                <a:latin typeface="Microsoft YaHei UI Light" panose="020B0502040204020203" pitchFamily="34" charset="-122"/>
                <a:ea typeface="Microsoft YaHei UI Light" panose="020B0502040204020203" pitchFamily="34" charset="-122"/>
              </a:rPr>
              <a:t>存储结构不唯一</a:t>
            </a:r>
            <a:endParaRPr lang="zh-CN" altLang="en-US" sz="1600" b="1" dirty="0">
              <a:solidFill>
                <a:srgbClr val="0070C0"/>
              </a:solidFill>
              <a:latin typeface="Microsoft YaHei UI Light" panose="020B0502040204020203" pitchFamily="34" charset="-122"/>
              <a:ea typeface="Microsoft YaHei UI Light" panose="020B0502040204020203" pitchFamily="34" charset="-122"/>
            </a:endParaRPr>
          </a:p>
          <a:p>
            <a:pPr algn="ctr" eaLnBrk="1" hangingPunct="1">
              <a:spcBef>
                <a:spcPct val="50000"/>
              </a:spcBef>
            </a:pPr>
            <a:endParaRPr lang="zh-CN" altLang="en-US" sz="1600" b="1" dirty="0">
              <a:solidFill>
                <a:srgbClr val="0070C0"/>
              </a:solidFill>
              <a:latin typeface="Microsoft YaHei UI Light" panose="020B0502040204020203" pitchFamily="34" charset="-122"/>
              <a:ea typeface="Microsoft YaHei UI Light" panose="020B0502040204020203" pitchFamily="34" charset="-122"/>
            </a:endParaRPr>
          </a:p>
          <a:p>
            <a:pPr algn="ctr" eaLnBrk="1" hangingPunct="1">
              <a:spcBef>
                <a:spcPct val="50000"/>
              </a:spcBef>
            </a:pPr>
            <a:endParaRPr lang="en-US" altLang="zh-CN" sz="2400" b="1" dirty="0">
              <a:solidFill>
                <a:srgbClr val="0070C0"/>
              </a:solidFill>
              <a:latin typeface="Microsoft YaHei UI Light" panose="020B0502040204020203" pitchFamily="34" charset="-122"/>
              <a:ea typeface="Microsoft YaHei UI Light" panose="020B0502040204020203" pitchFamily="34" charset="-122"/>
            </a:endParaRPr>
          </a:p>
          <a:p>
            <a:pPr algn="ctr" eaLnBrk="1" hangingPunct="1">
              <a:spcBef>
                <a:spcPts val="50"/>
              </a:spcBef>
            </a:pPr>
            <a:r>
              <a:rPr lang="zh-CN" altLang="en-US" sz="1600" b="1" dirty="0">
                <a:solidFill>
                  <a:srgbClr val="0070C0"/>
                </a:solidFill>
                <a:latin typeface="Microsoft YaHei UI Light" panose="020B0502040204020203" pitchFamily="34" charset="-122"/>
                <a:ea typeface="Microsoft YaHei UI Light" panose="020B0502040204020203" pitchFamily="34" charset="-122"/>
              </a:rPr>
              <a:t>运算的实现依赖于存储结构</a:t>
            </a:r>
            <a:endParaRPr lang="zh-CN" altLang="en-US" sz="1600" b="1" dirty="0">
              <a:solidFill>
                <a:srgbClr val="0070C0"/>
              </a:solidFill>
              <a:latin typeface="Microsoft YaHei UI Light" panose="020B0502040204020203" pitchFamily="34" charset="-122"/>
              <a:ea typeface="Microsoft YaHei UI Light" panose="020B0502040204020203" pitchFamily="34" charset="-122"/>
            </a:endParaRPr>
          </a:p>
        </p:txBody>
      </p:sp>
      <p:sp>
        <p:nvSpPr>
          <p:cNvPr id="1048938" name="AutoShape 25"/>
          <p:cNvSpPr>
            <a:spLocks noChangeArrowheads="1"/>
          </p:cNvSpPr>
          <p:nvPr/>
        </p:nvSpPr>
        <p:spPr bwMode="auto">
          <a:xfrm>
            <a:off x="797845" y="4353391"/>
            <a:ext cx="189443" cy="442649"/>
          </a:xfrm>
          <a:prstGeom prst="upArrow">
            <a:avLst>
              <a:gd name="adj1" fmla="val 50000"/>
              <a:gd name="adj2" fmla="val 186080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</a:ln>
        </p:spPr>
        <p:txBody>
          <a:bodyPr wrap="none" anchor="ctr"/>
          <a:lstStyle>
            <a:lvl1pPr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1pPr>
            <a:lvl2pPr marL="742950" indent="-28575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2pPr>
            <a:lvl3pPr marL="11430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3pPr>
            <a:lvl4pPr marL="16002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4pPr>
            <a:lvl5pPr marL="20574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9pPr>
          </a:lstStyle>
          <a:p>
            <a:endParaRPr lang="zh-CN" altLang="en-US">
              <a:latin typeface="Microsoft YaHei UI Light" panose="020B0502040204020203" pitchFamily="34" charset="-122"/>
              <a:ea typeface="Microsoft YaHei UI Light" panose="020B0502040204020203" pitchFamily="34" charset="-122"/>
            </a:endParaRPr>
          </a:p>
        </p:txBody>
      </p:sp>
      <p:sp>
        <p:nvSpPr>
          <p:cNvPr id="1048939" name="AutoShape 8"/>
          <p:cNvSpPr/>
          <p:nvPr/>
        </p:nvSpPr>
        <p:spPr bwMode="auto">
          <a:xfrm>
            <a:off x="4894283" y="1532473"/>
            <a:ext cx="244215" cy="1135795"/>
          </a:xfrm>
          <a:prstGeom prst="leftBrace">
            <a:avLst>
              <a:gd name="adj1" fmla="val 68866"/>
              <a:gd name="adj2" fmla="val 50000"/>
            </a:avLst>
          </a:prstGeom>
          <a:noFill/>
          <a:ln w="38100">
            <a:solidFill>
              <a:srgbClr val="FF3300"/>
            </a:solidFill>
            <a:round/>
          </a:ln>
        </p:spPr>
        <p:txBody>
          <a:bodyPr/>
          <a:lstStyle>
            <a:lvl1pPr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1pPr>
            <a:lvl2pPr marL="742950" indent="-28575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2pPr>
            <a:lvl3pPr marL="11430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3pPr>
            <a:lvl4pPr marL="16002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4pPr>
            <a:lvl5pPr marL="20574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9pPr>
          </a:lstStyle>
          <a:p>
            <a:endParaRPr lang="zh-CN" altLang="en-US" sz="2000">
              <a:latin typeface="Microsoft YaHei UI Light" panose="020B0502040204020203" pitchFamily="34" charset="-122"/>
              <a:ea typeface="Microsoft YaHei UI Light" panose="020B0502040204020203" pitchFamily="34" charset="-122"/>
            </a:endParaRPr>
          </a:p>
        </p:txBody>
      </p:sp>
      <p:sp>
        <p:nvSpPr>
          <p:cNvPr id="1048940" name="Text Box 14" descr="花岗岩"/>
          <p:cNvSpPr txBox="1">
            <a:spLocks noChangeArrowheads="1"/>
          </p:cNvSpPr>
          <p:nvPr/>
        </p:nvSpPr>
        <p:spPr bwMode="auto">
          <a:xfrm>
            <a:off x="5208827" y="3832232"/>
            <a:ext cx="1201420" cy="39878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1pPr>
            <a:lvl2pPr marL="742950" indent="-28575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2pPr>
            <a:lvl3pPr marL="11430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3pPr>
            <a:lvl4pPr marL="16002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4pPr>
            <a:lvl5pPr marL="20574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9pPr>
          </a:lstStyle>
          <a:p>
            <a:pPr algn="ctr">
              <a:spcBef>
                <a:spcPct val="50000"/>
              </a:spcBef>
              <a:spcAft>
                <a:spcPts val="0"/>
              </a:spcAft>
            </a:pPr>
            <a:r>
              <a:rPr lang="zh-CN" altLang="en-US" sz="2000" b="1" dirty="0">
                <a:latin typeface="Microsoft YaHei UI Light" panose="020B0502040204020203" pitchFamily="34" charset="-122"/>
                <a:ea typeface="Microsoft YaHei UI Light" panose="020B0502040204020203" pitchFamily="34" charset="-122"/>
              </a:rPr>
              <a:t>链式存储</a:t>
            </a:r>
            <a:endParaRPr lang="zh-CN" altLang="en-US" sz="2000" b="1" dirty="0">
              <a:latin typeface="Microsoft YaHei UI Light" panose="020B0502040204020203" pitchFamily="34" charset="-122"/>
              <a:ea typeface="Microsoft YaHei UI Light" panose="020B0502040204020203" pitchFamily="34" charset="-122"/>
            </a:endParaRPr>
          </a:p>
        </p:txBody>
      </p:sp>
      <p:sp>
        <p:nvSpPr>
          <p:cNvPr id="1048941" name="Text Box 15" descr="花岗岩"/>
          <p:cNvSpPr txBox="1">
            <a:spLocks noChangeArrowheads="1"/>
          </p:cNvSpPr>
          <p:nvPr/>
        </p:nvSpPr>
        <p:spPr bwMode="auto">
          <a:xfrm>
            <a:off x="5003602" y="4899381"/>
            <a:ext cx="1428115" cy="39878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1pPr>
            <a:lvl2pPr marL="742950" indent="-28575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2pPr>
            <a:lvl3pPr marL="11430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3pPr>
            <a:lvl4pPr marL="16002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4pPr>
            <a:lvl5pPr marL="20574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9pPr>
          </a:lstStyle>
          <a:p>
            <a:pPr algn="ctr" eaLnBrk="1" hangingPunct="1">
              <a:spcBef>
                <a:spcPct val="50000"/>
              </a:spcBef>
              <a:spcAft>
                <a:spcPts val="0"/>
              </a:spcAft>
            </a:pPr>
            <a:r>
              <a:rPr lang="en-US" altLang="zh-CN" sz="2000" b="1" dirty="0">
                <a:latin typeface="Microsoft YaHei UI Light" panose="020B0502040204020203" pitchFamily="34" charset="-122"/>
                <a:ea typeface="Microsoft YaHei UI Light" panose="020B0502040204020203" pitchFamily="34" charset="-122"/>
              </a:rPr>
              <a:t>  </a:t>
            </a:r>
            <a:r>
              <a:rPr lang="zh-CN" altLang="en-US" sz="2000" b="1" dirty="0">
                <a:latin typeface="Microsoft YaHei UI Light" panose="020B0502040204020203" pitchFamily="34" charset="-122"/>
                <a:ea typeface="Microsoft YaHei UI Light" panose="020B0502040204020203" pitchFamily="34" charset="-122"/>
              </a:rPr>
              <a:t>散列存储 </a:t>
            </a:r>
            <a:endParaRPr lang="zh-CN" altLang="en-US" sz="2000" b="1" dirty="0">
              <a:latin typeface="Microsoft YaHei UI Light" panose="020B0502040204020203" pitchFamily="34" charset="-122"/>
              <a:ea typeface="Microsoft YaHei UI Light" panose="020B0502040204020203" pitchFamily="34" charset="-122"/>
            </a:endParaRPr>
          </a:p>
        </p:txBody>
      </p:sp>
      <p:sp>
        <p:nvSpPr>
          <p:cNvPr id="1048942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rtl="0">
              <a:spcAft>
                <a:spcPts val="0"/>
              </a:spcAft>
            </a:pPr>
            <a:fld id="{71B7BAC7-FE87-40F6-AA24-4F4685D1B022}" type="slidenum">
              <a:rPr lang="en-US" altLang="zh-CN" noProof="0" smtClean="0"/>
            </a:fld>
            <a:endParaRPr lang="zh-CN" altLang="en-US" noProof="0" dirty="0"/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700"/>
    </mc:Choice>
    <mc:Fallback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0" nodeType="after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9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489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489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3500"/>
                            </p:stCondLst>
                            <p:childTnLst>
                              <p:par>
                                <p:cTn id="10" presetID="2" presetClass="entr" presetSubtype="2" fill="hold" grpId="0" nodeType="after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93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04893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04893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7000"/>
                            </p:stCondLst>
                            <p:childTnLst>
                              <p:par>
                                <p:cTn id="15" presetID="2" presetClass="entr" presetSubtype="2" fill="hold" grpId="0" nodeType="after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93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04893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04893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0500"/>
                            </p:stCondLst>
                            <p:childTnLst>
                              <p:par>
                                <p:cTn id="20" presetID="1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489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48937" grpId="0" advAuto="3000" autoUpdateAnimBg="0" build="p"/>
      <p:bldP spid="1048938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0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946" name="标题 1"/>
          <p:cNvSpPr>
            <a:spLocks noGrp="1"/>
          </p:cNvSpPr>
          <p:nvPr>
            <p:ph type="title"/>
          </p:nvPr>
        </p:nvSpPr>
        <p:spPr>
          <a:xfrm>
            <a:off x="628650" y="258407"/>
            <a:ext cx="7886700" cy="1325563"/>
          </a:xfrm>
        </p:spPr>
        <p:txBody>
          <a:bodyPr>
            <a:normAutofit/>
          </a:bodyPr>
          <a:p>
            <a:pPr>
              <a:spcAft>
                <a:spcPts val="0"/>
              </a:spcAft>
            </a:pPr>
            <a:r>
              <a:rPr lang="zh-CN" altLang="en-US" dirty="0"/>
              <a:t>抽象数据类型 </a:t>
            </a:r>
            <a:br>
              <a:rPr lang="zh-CN" altLang="en-US" dirty="0"/>
            </a:br>
            <a:r>
              <a:rPr lang="en-US" altLang="zh-CN" sz="2400" dirty="0"/>
              <a:t>(ADTs: Abstract  Data Types)</a:t>
            </a:r>
            <a:endParaRPr lang="en-US" altLang="zh-CN" sz="2400" dirty="0"/>
          </a:p>
        </p:txBody>
      </p:sp>
      <p:sp>
        <p:nvSpPr>
          <p:cNvPr id="1048947" name="内容占位符 2"/>
          <p:cNvSpPr>
            <a:spLocks noGrp="1"/>
          </p:cNvSpPr>
          <p:nvPr>
            <p:ph sz="half" idx="1"/>
          </p:nvPr>
        </p:nvSpPr>
        <p:spPr>
          <a:xfrm>
            <a:off x="275608" y="1523032"/>
            <a:ext cx="5791199" cy="4351339"/>
          </a:xfrm>
        </p:spPr>
        <p:txBody>
          <a:bodyPr>
            <a:normAutofit/>
          </a:bodyPr>
          <a:p>
            <a:pPr>
              <a:spcAft>
                <a:spcPts val="0"/>
              </a:spcAft>
            </a:pPr>
            <a:r>
              <a:rPr lang="zh-CN" altLang="en-US" sz="2000" dirty="0"/>
              <a:t>更高层次的数据抽象</a:t>
            </a:r>
            <a:endParaRPr lang="en-US" altLang="zh-CN" sz="2000" dirty="0"/>
          </a:p>
          <a:p>
            <a:pPr>
              <a:spcAft>
                <a:spcPts val="0"/>
              </a:spcAft>
            </a:pPr>
            <a:r>
              <a:rPr lang="zh-CN" altLang="en-US" sz="2000" dirty="0"/>
              <a:t>由用户定义用以表示应用问题的数据模型</a:t>
            </a:r>
            <a:endParaRPr lang="en-US" altLang="zh-CN" sz="2000" dirty="0"/>
          </a:p>
          <a:p>
            <a:pPr>
              <a:spcAft>
                <a:spcPts val="0"/>
              </a:spcAft>
            </a:pPr>
            <a:r>
              <a:rPr lang="zh-CN" altLang="en-US" sz="2000" dirty="0"/>
              <a:t>由基本的数据类型组成</a:t>
            </a:r>
            <a:r>
              <a:rPr lang="en-US" altLang="zh-CN" sz="2000" dirty="0"/>
              <a:t>, </a:t>
            </a:r>
            <a:r>
              <a:rPr lang="zh-CN" altLang="en-US" sz="2000" dirty="0"/>
              <a:t>并包括一组相关的操作</a:t>
            </a:r>
            <a:endParaRPr lang="en-US" altLang="zh-CN" sz="2000" dirty="0"/>
          </a:p>
          <a:p>
            <a:pPr>
              <a:spcAft>
                <a:spcPts val="0"/>
              </a:spcAft>
            </a:pPr>
            <a:r>
              <a:rPr lang="zh-CN" altLang="en-US" sz="2000" dirty="0"/>
              <a:t>抽象数据类型可以用以下的三元组来表示：</a:t>
            </a:r>
            <a:endParaRPr lang="zh-CN" altLang="en-US" sz="2000" dirty="0"/>
          </a:p>
          <a:p>
            <a:pPr>
              <a:spcAft>
                <a:spcPts val="0"/>
              </a:spcAft>
            </a:pPr>
            <a:r>
              <a:rPr lang="en-US" altLang="zh-CN" sz="2000" dirty="0"/>
              <a:t>           ADT = </a:t>
            </a:r>
            <a:r>
              <a:rPr lang="zh-CN" altLang="en-US" sz="2000" dirty="0"/>
              <a:t>（</a:t>
            </a:r>
            <a:r>
              <a:rPr lang="en-US" altLang="zh-CN" sz="2000" dirty="0"/>
              <a:t>D</a:t>
            </a:r>
            <a:r>
              <a:rPr lang="zh-CN" altLang="en-US" sz="2000" dirty="0"/>
              <a:t>，</a:t>
            </a:r>
            <a:r>
              <a:rPr lang="en-US" altLang="zh-CN" sz="2000" dirty="0"/>
              <a:t>S</a:t>
            </a:r>
            <a:r>
              <a:rPr lang="zh-CN" altLang="en-US" sz="2000" dirty="0"/>
              <a:t>，</a:t>
            </a:r>
            <a:r>
              <a:rPr lang="en-US" altLang="zh-CN" sz="2000" dirty="0"/>
              <a:t>P</a:t>
            </a:r>
            <a:r>
              <a:rPr lang="zh-CN" altLang="en-US" sz="2000" dirty="0"/>
              <a:t>）</a:t>
            </a:r>
            <a:endParaRPr lang="zh-CN" altLang="en-US" sz="2000" dirty="0"/>
          </a:p>
          <a:p>
            <a:endParaRPr lang="zh-CN" altLang="en-US" sz="1600" dirty="0"/>
          </a:p>
          <a:p>
            <a:pPr marL="0" indent="0">
              <a:buNone/>
            </a:pPr>
            <a:r>
              <a:rPr lang="zh-CN" altLang="en-US" sz="2000" dirty="0"/>
              <a:t>   </a:t>
            </a:r>
            <a:r>
              <a:rPr lang="zh-CN" altLang="en-US" sz="1800" dirty="0"/>
              <a:t>数据对象   </a:t>
            </a:r>
            <a:r>
              <a:rPr lang="en-US" altLang="zh-CN" sz="1800" dirty="0"/>
              <a:t>D</a:t>
            </a:r>
            <a:r>
              <a:rPr lang="zh-CN" altLang="en-US" sz="1800" dirty="0"/>
              <a:t>上的关系集    </a:t>
            </a:r>
            <a:r>
              <a:rPr lang="en-US" altLang="zh-CN" sz="1800" dirty="0"/>
              <a:t>D</a:t>
            </a:r>
            <a:r>
              <a:rPr lang="zh-CN" altLang="en-US" sz="1800" dirty="0"/>
              <a:t>上的操作集 </a:t>
            </a:r>
            <a:endParaRPr lang="zh-CN" altLang="en-US" sz="1800" dirty="0"/>
          </a:p>
          <a:p>
            <a:endParaRPr lang="zh-CN" altLang="en-US" sz="2000" dirty="0"/>
          </a:p>
          <a:p>
            <a:endParaRPr lang="zh-CN" altLang="en-US" sz="2000" dirty="0"/>
          </a:p>
        </p:txBody>
      </p:sp>
      <p:sp>
        <p:nvSpPr>
          <p:cNvPr id="1048948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rtl="0">
              <a:spcAft>
                <a:spcPts val="0"/>
              </a:spcAft>
            </a:pPr>
            <a:fld id="{71B7BAC7-FE87-40F6-AA24-4F4685D1B022}" type="slidenum">
              <a:rPr lang="en-US" smtClean="0"/>
            </a:fld>
            <a:endParaRPr lang="en-US"/>
          </a:p>
        </p:txBody>
      </p:sp>
      <p:sp>
        <p:nvSpPr>
          <p:cNvPr id="1048949" name="Rectangle 6"/>
          <p:cNvSpPr>
            <a:spLocks noChangeArrowheads="1"/>
          </p:cNvSpPr>
          <p:nvPr/>
        </p:nvSpPr>
        <p:spPr bwMode="auto">
          <a:xfrm>
            <a:off x="4758267" y="4380895"/>
            <a:ext cx="4394201" cy="1655445"/>
          </a:xfrm>
          <a:prstGeom prst="rect">
            <a:avLst/>
          </a:prstGeom>
          <a:noFill/>
          <a:ln w="9525">
            <a:solidFill>
              <a:srgbClr val="00FFFF"/>
            </a:solidFill>
            <a:miter lim="800000"/>
          </a:ln>
        </p:spPr>
        <p:txBody>
          <a:bodyPr wrap="square">
            <a:spAutoFit/>
          </a:bodyPr>
          <a:lstStyle>
            <a:lvl1pPr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1pPr>
            <a:lvl2pPr marL="742950" indent="-28575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2pPr>
            <a:lvl3pPr marL="11430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3pPr>
            <a:lvl4pPr marL="16002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4pPr>
            <a:lvl5pPr marL="20574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9pPr>
          </a:lstStyle>
          <a:p>
            <a:pPr eaLnBrk="1" hangingPunct="1">
              <a:spcBef>
                <a:spcPct val="50000"/>
              </a:spcBef>
              <a:spcAft>
                <a:spcPts val="0"/>
              </a:spcAft>
            </a:pPr>
            <a:r>
              <a:rPr lang="en-US" altLang="zh-CN" sz="20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ADT</a:t>
            </a:r>
            <a:r>
              <a:rPr lang="zh-CN" altLang="en-US" sz="20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抽象数据类型名</a:t>
            </a:r>
            <a:r>
              <a:rPr lang="en-US" altLang="zh-CN" sz="20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{ </a:t>
            </a:r>
            <a:endParaRPr lang="en-US" altLang="zh-CN" sz="2000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  <a:p>
            <a:pPr eaLnBrk="1" hangingPunct="1">
              <a:spcBef>
                <a:spcPts val="50"/>
              </a:spcBef>
              <a:spcAft>
                <a:spcPts val="0"/>
              </a:spcAft>
            </a:pPr>
            <a:r>
              <a:rPr lang="en-US" altLang="zh-CN" sz="20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        </a:t>
            </a:r>
            <a:r>
              <a:rPr lang="zh-CN" altLang="en-US" sz="20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数据</a:t>
            </a:r>
            <a:r>
              <a:rPr lang="zh-CN" altLang="en-US" sz="2000" dirty="0">
                <a:solidFill>
                  <a:schemeClr val="accent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对象</a:t>
            </a:r>
            <a:r>
              <a:rPr lang="zh-CN" altLang="en-US" sz="20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：</a:t>
            </a:r>
            <a:r>
              <a:rPr lang="en-US" altLang="zh-CN" sz="20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&lt;</a:t>
            </a:r>
            <a:r>
              <a:rPr lang="zh-CN" altLang="en-US" sz="20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数据对象的定义</a:t>
            </a:r>
            <a:r>
              <a:rPr lang="en-US" altLang="zh-CN" sz="20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&gt;</a:t>
            </a:r>
            <a:endParaRPr lang="en-US" altLang="zh-CN" sz="2000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  <a:p>
            <a:pPr eaLnBrk="1" hangingPunct="1">
              <a:spcBef>
                <a:spcPts val="50"/>
              </a:spcBef>
              <a:spcAft>
                <a:spcPts val="0"/>
              </a:spcAft>
            </a:pPr>
            <a:r>
              <a:rPr lang="en-US" altLang="zh-CN" sz="20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        </a:t>
            </a:r>
            <a:r>
              <a:rPr lang="zh-CN" altLang="en-US" sz="20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数据</a:t>
            </a:r>
            <a:r>
              <a:rPr lang="zh-CN" altLang="en-US" sz="2000" dirty="0">
                <a:solidFill>
                  <a:schemeClr val="accent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关系</a:t>
            </a:r>
            <a:r>
              <a:rPr lang="zh-CN" altLang="en-US" sz="20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：</a:t>
            </a:r>
            <a:r>
              <a:rPr lang="en-US" altLang="zh-CN" sz="20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&lt;</a:t>
            </a:r>
            <a:r>
              <a:rPr lang="zh-CN" altLang="en-US" sz="20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数据关系的定义</a:t>
            </a:r>
            <a:r>
              <a:rPr lang="en-US" altLang="zh-CN" sz="20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&gt; </a:t>
            </a:r>
            <a:endParaRPr lang="en-US" altLang="zh-CN" sz="2000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  <a:p>
            <a:pPr eaLnBrk="1" hangingPunct="1">
              <a:spcBef>
                <a:spcPts val="50"/>
              </a:spcBef>
              <a:spcAft>
                <a:spcPts val="0"/>
              </a:spcAft>
            </a:pPr>
            <a:r>
              <a:rPr lang="en-US" altLang="zh-CN" sz="20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        </a:t>
            </a:r>
            <a:r>
              <a:rPr lang="zh-CN" altLang="en-US" sz="20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基本</a:t>
            </a:r>
            <a:r>
              <a:rPr lang="zh-CN" altLang="en-US" sz="2000" dirty="0">
                <a:solidFill>
                  <a:schemeClr val="accent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操作</a:t>
            </a:r>
            <a:r>
              <a:rPr lang="zh-CN" altLang="en-US" sz="20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 ：</a:t>
            </a:r>
            <a:r>
              <a:rPr lang="en-US" altLang="zh-CN" sz="20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&lt;</a:t>
            </a:r>
            <a:r>
              <a:rPr lang="zh-CN" altLang="en-US" sz="20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基本操作的定义</a:t>
            </a:r>
            <a:r>
              <a:rPr lang="en-US" altLang="zh-CN" sz="20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&gt; </a:t>
            </a:r>
            <a:endParaRPr lang="en-US" altLang="zh-CN" sz="2000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  <a:p>
            <a:pPr eaLnBrk="1" hangingPunct="1">
              <a:spcBef>
                <a:spcPts val="50"/>
              </a:spcBef>
            </a:pPr>
            <a:r>
              <a:rPr lang="en-US" altLang="zh-CN" sz="20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    } ADT</a:t>
            </a:r>
            <a:r>
              <a:rPr lang="zh-CN" altLang="en-US" sz="20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抽象数据类型名</a:t>
            </a:r>
            <a:endParaRPr lang="zh-CN" altLang="en-US" sz="2000" dirty="0">
              <a:solidFill>
                <a:srgbClr val="FF33CC"/>
              </a:solidFill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1048950" name="Rectangle 7"/>
          <p:cNvSpPr>
            <a:spLocks noChangeArrowheads="1"/>
          </p:cNvSpPr>
          <p:nvPr/>
        </p:nvSpPr>
        <p:spPr bwMode="auto">
          <a:xfrm>
            <a:off x="5935142" y="3859955"/>
            <a:ext cx="2406651" cy="3987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lvl1pPr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1pPr>
            <a:lvl2pPr marL="742950" indent="-28575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2pPr>
            <a:lvl3pPr marL="11430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3pPr>
            <a:lvl4pPr marL="16002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4pPr>
            <a:lvl5pPr marL="20574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9pPr>
          </a:lstStyle>
          <a:p>
            <a:pPr algn="ctr" eaLnBrk="1" hangingPunct="1">
              <a:spcBef>
                <a:spcPct val="50000"/>
              </a:spcBef>
              <a:spcAft>
                <a:spcPts val="0"/>
              </a:spcAft>
            </a:pPr>
            <a:r>
              <a:rPr lang="en-US" altLang="zh-CN" sz="2000" dirty="0">
                <a:solidFill>
                  <a:schemeClr val="accent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ADT</a:t>
            </a:r>
            <a:r>
              <a:rPr lang="zh-CN" altLang="en-US" sz="20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常用定义格式</a:t>
            </a:r>
            <a:endParaRPr lang="zh-CN" altLang="en-US" sz="2000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cxnSp>
        <p:nvCxnSpPr>
          <p:cNvPr id="3145732" name="直接箭头连接符 9"/>
          <p:cNvCxnSpPr/>
          <p:nvPr/>
        </p:nvCxnSpPr>
        <p:spPr>
          <a:xfrm flipV="1">
            <a:off x="923290" y="3785870"/>
            <a:ext cx="1394460" cy="57086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3145733" name="直接箭头连接符 11"/>
          <p:cNvCxnSpPr/>
          <p:nvPr/>
        </p:nvCxnSpPr>
        <p:spPr>
          <a:xfrm flipV="1">
            <a:off x="2588683" y="3811279"/>
            <a:ext cx="279400" cy="42333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3145734" name="直接箭头连接符 13"/>
          <p:cNvCxnSpPr/>
          <p:nvPr/>
        </p:nvCxnSpPr>
        <p:spPr>
          <a:xfrm flipH="1" flipV="1">
            <a:off x="3486150" y="3785879"/>
            <a:ext cx="584200" cy="47413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custDataLst>
      <p:tags r:id="rId1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700"/>
    </mc:Choice>
    <mc:Fallback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9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489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489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18" presetClass="entr" presetSubtype="6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949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2" dur="500"/>
                                        <p:tgtEl>
                                          <p:spTgt spid="1048949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2000"/>
                            </p:stCondLst>
                            <p:childTnLst>
                              <p:par>
                                <p:cTn id="14" presetID="18" presetClass="entr" presetSubtype="6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94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6" dur="500"/>
                                        <p:tgtEl>
                                          <p:spTgt spid="104894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3500"/>
                            </p:stCondLst>
                            <p:childTnLst>
                              <p:par>
                                <p:cTn id="18" presetID="18" presetClass="entr" presetSubtype="6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94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20" dur="500"/>
                                        <p:tgtEl>
                                          <p:spTgt spid="104894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5000"/>
                            </p:stCondLst>
                            <p:childTnLst>
                              <p:par>
                                <p:cTn id="22" presetID="18" presetClass="entr" presetSubtype="6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94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24" dur="500"/>
                                        <p:tgtEl>
                                          <p:spTgt spid="104894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6500"/>
                            </p:stCondLst>
                            <p:childTnLst>
                              <p:par>
                                <p:cTn id="26" presetID="18" presetClass="entr" presetSubtype="6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94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28" dur="500"/>
                                        <p:tgtEl>
                                          <p:spTgt spid="104894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8000"/>
                            </p:stCondLst>
                            <p:childTnLst>
                              <p:par>
                                <p:cTn id="30" presetID="18" presetClass="entr" presetSubtype="6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94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32" dur="500"/>
                                        <p:tgtEl>
                                          <p:spTgt spid="104894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48949" grpId="0" animBg="1" advAuto="1000" autoUpdateAnimBg="0" build="p"/>
      <p:bldP spid="1048950" grpId="0" autoUpdateAnimBg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0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954" name="标题 4"/>
          <p:cNvSpPr>
            <a:spLocks noGrp="1"/>
          </p:cNvSpPr>
          <p:nvPr>
            <p:ph type="title"/>
          </p:nvPr>
        </p:nvSpPr>
        <p:spPr>
          <a:xfrm>
            <a:off x="197726" y="307005"/>
            <a:ext cx="7886700" cy="1325563"/>
          </a:xfrm>
        </p:spPr>
        <p:txBody>
          <a:bodyPr/>
          <a:p>
            <a:pPr>
              <a:spcAft>
                <a:spcPts val="0"/>
              </a:spcAft>
            </a:pPr>
            <a:r>
              <a:rPr lang="en-US" altLang="zh-CN" dirty="0" smtClean="0"/>
              <a:t>Example: ATD Complex</a:t>
            </a:r>
            <a:endParaRPr lang="zh-CN" altLang="en-US" dirty="0"/>
          </a:p>
        </p:txBody>
      </p:sp>
      <p:sp>
        <p:nvSpPr>
          <p:cNvPr id="1048955" name="内容占位符 5"/>
          <p:cNvSpPr>
            <a:spLocks noGrp="1"/>
          </p:cNvSpPr>
          <p:nvPr>
            <p:ph sz="half" idx="1"/>
          </p:nvPr>
        </p:nvSpPr>
        <p:spPr>
          <a:xfrm>
            <a:off x="94615" y="1811655"/>
            <a:ext cx="4602480" cy="4351655"/>
          </a:xfrm>
        </p:spPr>
        <p:txBody>
          <a:bodyPr>
            <a:normAutofit fontScale="92500"/>
          </a:bodyPr>
          <a:p>
            <a:pPr>
              <a:lnSpc>
                <a:spcPct val="115000"/>
              </a:lnSpc>
              <a:spcAft>
                <a:spcPts val="0"/>
              </a:spcAft>
            </a:pPr>
            <a:r>
              <a:rPr lang="zh-CN" altLang="en-US" dirty="0" smtClean="0"/>
              <a:t>数据对象：</a:t>
            </a:r>
            <a:br>
              <a:rPr lang="en-US" altLang="zh-CN" dirty="0" smtClean="0"/>
            </a:br>
            <a:r>
              <a:rPr lang="en-US" altLang="zh-CN" sz="2400" dirty="0"/>
              <a:t>D={e1,e2|e1,e2 ∈R,R</a:t>
            </a:r>
            <a:r>
              <a:rPr lang="zh-CN" altLang="en-US" sz="2400" dirty="0"/>
              <a:t>为实数集</a:t>
            </a:r>
            <a:r>
              <a:rPr lang="en-US" altLang="zh-CN" sz="2400" dirty="0"/>
              <a:t>}</a:t>
            </a:r>
            <a:endParaRPr lang="en-US" altLang="zh-CN" sz="2400" dirty="0"/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lang="zh-CN" altLang="en-US" dirty="0" smtClean="0"/>
              <a:t>数据关系：</a:t>
            </a:r>
            <a:br>
              <a:rPr lang="en-US" altLang="zh-CN" dirty="0" smtClean="0"/>
            </a:br>
            <a:r>
              <a:rPr lang="en-US" altLang="zh-CN" sz="2400" dirty="0"/>
              <a:t>S={&lt;e1,e2&gt;|e1</a:t>
            </a:r>
            <a:r>
              <a:rPr lang="zh-CN" altLang="en-US" sz="2400" dirty="0"/>
              <a:t>为实部</a:t>
            </a:r>
            <a:r>
              <a:rPr lang="en-US" altLang="zh-CN" sz="2400" dirty="0"/>
              <a:t>,e2</a:t>
            </a:r>
            <a:r>
              <a:rPr lang="zh-CN" altLang="en-US" sz="2400" dirty="0"/>
              <a:t>为虚部</a:t>
            </a:r>
            <a:r>
              <a:rPr lang="en-US" altLang="zh-CN" sz="2400" dirty="0"/>
              <a:t>}</a:t>
            </a:r>
            <a:endParaRPr lang="en-US" altLang="zh-CN" sz="2400" dirty="0"/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lang="zh-CN" altLang="en-US" dirty="0" smtClean="0"/>
              <a:t>基本操作：</a:t>
            </a:r>
            <a:br>
              <a:rPr lang="en-US" altLang="zh-CN" dirty="0" smtClean="0"/>
            </a:br>
            <a:r>
              <a:rPr lang="en-US" altLang="zh-CN" dirty="0" smtClean="0"/>
              <a:t>              </a:t>
            </a:r>
            <a:r>
              <a:rPr lang="en-US" altLang="zh-CN" sz="2400" dirty="0"/>
              <a:t>Create(&amp;</a:t>
            </a:r>
            <a:r>
              <a:rPr lang="en-US" altLang="zh-CN" sz="2400" dirty="0" err="1"/>
              <a:t>C,x,y</a:t>
            </a:r>
            <a:r>
              <a:rPr lang="en-US" altLang="zh-CN" sz="2400" dirty="0"/>
              <a:t>)</a:t>
            </a:r>
            <a:endParaRPr lang="en-US" altLang="zh-CN" sz="2400" dirty="0"/>
          </a:p>
          <a:p>
            <a:pPr marL="0" indent="0">
              <a:lnSpc>
                <a:spcPct val="115000"/>
              </a:lnSpc>
              <a:spcAft>
                <a:spcPts val="0"/>
              </a:spcAft>
              <a:buNone/>
            </a:pPr>
            <a:r>
              <a:rPr lang="en-US" altLang="zh-CN" sz="2400" dirty="0"/>
              <a:t>                   </a:t>
            </a:r>
            <a:r>
              <a:rPr lang="en-US" altLang="zh-CN" sz="2400" dirty="0" err="1"/>
              <a:t>GetReal</a:t>
            </a:r>
            <a:r>
              <a:rPr lang="en-US" altLang="zh-CN" sz="2400" dirty="0"/>
              <a:t>(C)</a:t>
            </a:r>
            <a:endParaRPr lang="en-US" altLang="zh-CN" sz="2400" dirty="0"/>
          </a:p>
          <a:p>
            <a:pPr marL="0" indent="0">
              <a:lnSpc>
                <a:spcPct val="115000"/>
              </a:lnSpc>
              <a:spcAft>
                <a:spcPts val="0"/>
              </a:spcAft>
              <a:buNone/>
            </a:pPr>
            <a:r>
              <a:rPr lang="en-US" altLang="zh-CN" sz="2400" dirty="0"/>
              <a:t>                   Add(C1</a:t>
            </a:r>
            <a:r>
              <a:rPr lang="zh-CN" altLang="en-US" sz="2400" dirty="0"/>
              <a:t>，</a:t>
            </a:r>
            <a:r>
              <a:rPr lang="en-US" altLang="zh-CN" sz="2400" dirty="0"/>
              <a:t>C2)</a:t>
            </a:r>
            <a:endParaRPr lang="en-US" altLang="zh-CN" sz="2400" dirty="0"/>
          </a:p>
          <a:p>
            <a:pPr marL="0" indent="0">
              <a:lnSpc>
                <a:spcPct val="115000"/>
              </a:lnSpc>
              <a:buNone/>
            </a:pPr>
            <a:r>
              <a:rPr lang="en-US" altLang="zh-CN" sz="2400" dirty="0"/>
              <a:t>                   ……</a:t>
            </a:r>
            <a:endParaRPr lang="zh-CN" altLang="en-US" sz="2400" dirty="0"/>
          </a:p>
        </p:txBody>
      </p:sp>
      <p:sp>
        <p:nvSpPr>
          <p:cNvPr id="1048956" name="内容占位符 6"/>
          <p:cNvSpPr>
            <a:spLocks noGrp="1"/>
          </p:cNvSpPr>
          <p:nvPr>
            <p:ph sz="half" idx="2"/>
          </p:nvPr>
        </p:nvSpPr>
        <p:spPr>
          <a:xfrm>
            <a:off x="4697095" y="1701165"/>
            <a:ext cx="4184650" cy="4351655"/>
          </a:xfrm>
        </p:spPr>
        <p:txBody>
          <a:bodyPr>
            <a:normAutofit fontScale="92500"/>
          </a:bodyPr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2000" dirty="0">
                <a:latin typeface="Calibri" panose="020F0502020204030204" charset="0"/>
                <a:cs typeface="Calibri" panose="020F0502020204030204" charset="0"/>
              </a:rPr>
              <a:t>表示部分：</a:t>
            </a:r>
            <a:endParaRPr lang="en-US" altLang="zh-CN" sz="2000" dirty="0">
              <a:latin typeface="Calibri" panose="020F0502020204030204" charset="0"/>
              <a:cs typeface="Calibri" panose="020F0502020204030204" charset="0"/>
            </a:endParaRP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000" dirty="0" err="1">
                <a:latin typeface="Calibri" panose="020F0502020204030204" charset="0"/>
                <a:cs typeface="Calibri" panose="020F0502020204030204" charset="0"/>
              </a:rPr>
              <a:t>typedef</a:t>
            </a:r>
            <a:r>
              <a:rPr lang="en-US" altLang="zh-CN" sz="2000" dirty="0"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lang="en-US" altLang="zh-CN" sz="2000" dirty="0" err="1">
                <a:latin typeface="Calibri" panose="020F0502020204030204" charset="0"/>
                <a:cs typeface="Calibri" panose="020F0502020204030204" charset="0"/>
              </a:rPr>
              <a:t>struct</a:t>
            </a:r>
            <a:r>
              <a:rPr lang="en-US" altLang="zh-CN" sz="2000" dirty="0">
                <a:latin typeface="Calibri" panose="020F0502020204030204" charset="0"/>
                <a:cs typeface="Calibri" panose="020F0502020204030204" charset="0"/>
              </a:rPr>
              <a:t>{</a:t>
            </a:r>
            <a:endParaRPr lang="en-US" altLang="zh-CN" sz="2000" dirty="0">
              <a:latin typeface="Calibri" panose="020F0502020204030204" charset="0"/>
              <a:cs typeface="Calibri" panose="020F0502020204030204" charset="0"/>
            </a:endParaRP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000" dirty="0">
                <a:latin typeface="Calibri" panose="020F0502020204030204" charset="0"/>
                <a:cs typeface="Calibri" panose="020F0502020204030204" charset="0"/>
              </a:rPr>
              <a:t>   float </a:t>
            </a:r>
            <a:r>
              <a:rPr lang="en-US" altLang="zh-CN" sz="2000" dirty="0" err="1">
                <a:latin typeface="Calibri" panose="020F0502020204030204" charset="0"/>
                <a:cs typeface="Calibri" panose="020F0502020204030204" charset="0"/>
              </a:rPr>
              <a:t>Realpart</a:t>
            </a:r>
            <a:r>
              <a:rPr lang="en-US" altLang="zh-CN" sz="2000" dirty="0">
                <a:latin typeface="Calibri" panose="020F0502020204030204" charset="0"/>
                <a:cs typeface="Calibri" panose="020F0502020204030204" charset="0"/>
              </a:rPr>
              <a:t>;</a:t>
            </a:r>
            <a:endParaRPr lang="en-US" altLang="zh-CN" sz="2000" dirty="0">
              <a:latin typeface="Calibri" panose="020F0502020204030204" charset="0"/>
              <a:cs typeface="Calibri" panose="020F0502020204030204" charset="0"/>
            </a:endParaRP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000" dirty="0">
                <a:latin typeface="Calibri" panose="020F0502020204030204" charset="0"/>
                <a:cs typeface="Calibri" panose="020F0502020204030204" charset="0"/>
              </a:rPr>
              <a:t>   float </a:t>
            </a:r>
            <a:r>
              <a:rPr lang="en-US" altLang="zh-CN" sz="2000" dirty="0" err="1">
                <a:latin typeface="Calibri" panose="020F0502020204030204" charset="0"/>
                <a:cs typeface="Calibri" panose="020F0502020204030204" charset="0"/>
              </a:rPr>
              <a:t>Imagepart</a:t>
            </a:r>
            <a:r>
              <a:rPr lang="en-US" altLang="zh-CN" sz="2000" dirty="0">
                <a:latin typeface="Calibri" panose="020F0502020204030204" charset="0"/>
                <a:cs typeface="Calibri" panose="020F0502020204030204" charset="0"/>
              </a:rPr>
              <a:t>;</a:t>
            </a:r>
            <a:endParaRPr lang="en-US" altLang="zh-CN" sz="2000" dirty="0">
              <a:latin typeface="Calibri" panose="020F0502020204030204" charset="0"/>
              <a:cs typeface="Calibri" panose="020F0502020204030204" charset="0"/>
            </a:endParaRP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000" dirty="0">
                <a:latin typeface="Calibri" panose="020F0502020204030204" charset="0"/>
                <a:cs typeface="Calibri" panose="020F0502020204030204" charset="0"/>
              </a:rPr>
              <a:t>}  Complex;</a:t>
            </a:r>
            <a:endParaRPr lang="en-US" altLang="zh-CN" sz="2000" dirty="0">
              <a:latin typeface="Calibri" panose="020F0502020204030204" charset="0"/>
              <a:cs typeface="Calibri" panose="020F0502020204030204" charset="0"/>
            </a:endParaRP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2000" dirty="0">
                <a:latin typeface="Calibri" panose="020F0502020204030204" charset="0"/>
                <a:cs typeface="Calibri" panose="020F0502020204030204" charset="0"/>
              </a:rPr>
              <a:t>实现部分：</a:t>
            </a:r>
            <a:endParaRPr lang="en-US" altLang="zh-CN" sz="2000" dirty="0">
              <a:latin typeface="Calibri" panose="020F0502020204030204" charset="0"/>
              <a:cs typeface="Calibri" panose="020F0502020204030204" charset="0"/>
            </a:endParaRP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000" dirty="0">
                <a:latin typeface="Calibri" panose="020F0502020204030204" charset="0"/>
                <a:cs typeface="Calibri" panose="020F0502020204030204" charset="0"/>
              </a:rPr>
              <a:t>void Create(&amp;Complex </a:t>
            </a:r>
            <a:r>
              <a:rPr lang="en-US" altLang="zh-CN" sz="2000" dirty="0" err="1">
                <a:latin typeface="Calibri" panose="020F0502020204030204" charset="0"/>
                <a:cs typeface="Calibri" panose="020F0502020204030204" charset="0"/>
              </a:rPr>
              <a:t>c,float</a:t>
            </a:r>
            <a:r>
              <a:rPr lang="en-US" altLang="zh-CN" sz="2000" dirty="0"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lang="en-US" altLang="zh-CN" sz="2000" dirty="0" err="1">
                <a:latin typeface="Calibri" panose="020F0502020204030204" charset="0"/>
                <a:cs typeface="Calibri" panose="020F0502020204030204" charset="0"/>
              </a:rPr>
              <a:t>x,float</a:t>
            </a:r>
            <a:r>
              <a:rPr lang="en-US" altLang="zh-CN" sz="2000" dirty="0">
                <a:latin typeface="Calibri" panose="020F0502020204030204" charset="0"/>
                <a:cs typeface="Calibri" panose="020F0502020204030204" charset="0"/>
              </a:rPr>
              <a:t> y){</a:t>
            </a:r>
            <a:endParaRPr lang="en-US" altLang="zh-CN" sz="2000" dirty="0">
              <a:latin typeface="Calibri" panose="020F0502020204030204" charset="0"/>
              <a:cs typeface="Calibri" panose="020F0502020204030204" charset="0"/>
            </a:endParaRP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000" dirty="0">
                <a:latin typeface="Calibri" panose="020F0502020204030204" charset="0"/>
                <a:cs typeface="Calibri" panose="020F0502020204030204" charset="0"/>
              </a:rPr>
              <a:t>    </a:t>
            </a:r>
            <a:r>
              <a:rPr lang="en-US" altLang="zh-CN" sz="2000" dirty="0" err="1">
                <a:latin typeface="Calibri" panose="020F0502020204030204" charset="0"/>
                <a:cs typeface="Calibri" panose="020F0502020204030204" charset="0"/>
              </a:rPr>
              <a:t>c.Realpart</a:t>
            </a:r>
            <a:r>
              <a:rPr lang="en-US" altLang="zh-CN" sz="2000" dirty="0">
                <a:latin typeface="Calibri" panose="020F0502020204030204" charset="0"/>
                <a:cs typeface="Calibri" panose="020F0502020204030204" charset="0"/>
              </a:rPr>
              <a:t>=x;</a:t>
            </a:r>
            <a:endParaRPr lang="en-US" altLang="zh-CN" sz="2000" dirty="0">
              <a:latin typeface="Calibri" panose="020F0502020204030204" charset="0"/>
              <a:cs typeface="Calibri" panose="020F0502020204030204" charset="0"/>
            </a:endParaRP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000" dirty="0">
                <a:latin typeface="Calibri" panose="020F0502020204030204" charset="0"/>
                <a:cs typeface="Calibri" panose="020F0502020204030204" charset="0"/>
              </a:rPr>
              <a:t>    </a:t>
            </a:r>
            <a:r>
              <a:rPr lang="en-US" altLang="zh-CN" sz="2000" dirty="0" err="1">
                <a:latin typeface="Calibri" panose="020F0502020204030204" charset="0"/>
                <a:cs typeface="Calibri" panose="020F0502020204030204" charset="0"/>
              </a:rPr>
              <a:t>c.Imagepart</a:t>
            </a:r>
            <a:r>
              <a:rPr lang="en-US" altLang="zh-CN" sz="2000" dirty="0">
                <a:latin typeface="Calibri" panose="020F0502020204030204" charset="0"/>
                <a:cs typeface="Calibri" panose="020F0502020204030204" charset="0"/>
              </a:rPr>
              <a:t>=y;</a:t>
            </a:r>
            <a:endParaRPr lang="en-US" altLang="zh-CN" sz="2000" dirty="0">
              <a:latin typeface="Calibri" panose="020F0502020204030204" charset="0"/>
              <a:cs typeface="Calibri" panose="020F0502020204030204" charset="0"/>
            </a:endParaRP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000" dirty="0">
                <a:latin typeface="Calibri" panose="020F0502020204030204" charset="0"/>
                <a:cs typeface="Calibri" panose="020F0502020204030204" charset="0"/>
              </a:rPr>
              <a:t>}</a:t>
            </a:r>
            <a:endParaRPr lang="en-US" altLang="zh-CN" sz="2000" dirty="0">
              <a:latin typeface="Calibri" panose="020F0502020204030204" charset="0"/>
              <a:cs typeface="Calibri" panose="020F0502020204030204" charset="0"/>
            </a:endParaRP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000" dirty="0">
                <a:latin typeface="Calibri" panose="020F0502020204030204" charset="0"/>
                <a:cs typeface="Calibri" panose="020F0502020204030204" charset="0"/>
              </a:rPr>
              <a:t>float </a:t>
            </a:r>
            <a:r>
              <a:rPr lang="en-US" altLang="zh-CN" sz="2000" dirty="0" err="1">
                <a:latin typeface="Calibri" panose="020F0502020204030204" charset="0"/>
                <a:cs typeface="Calibri" panose="020F0502020204030204" charset="0"/>
              </a:rPr>
              <a:t>GetReal</a:t>
            </a:r>
            <a:r>
              <a:rPr lang="en-US" altLang="zh-CN" sz="2000" dirty="0">
                <a:latin typeface="Calibri" panose="020F0502020204030204" charset="0"/>
                <a:cs typeface="Calibri" panose="020F0502020204030204" charset="0"/>
              </a:rPr>
              <a:t>(Complex c){</a:t>
            </a:r>
            <a:endParaRPr lang="en-US" altLang="zh-CN" sz="2000" dirty="0">
              <a:latin typeface="Calibri" panose="020F0502020204030204" charset="0"/>
              <a:cs typeface="Calibri" panose="020F0502020204030204" charset="0"/>
            </a:endParaRP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000" dirty="0">
                <a:latin typeface="Calibri" panose="020F0502020204030204" charset="0"/>
                <a:cs typeface="Calibri" panose="020F0502020204030204" charset="0"/>
              </a:rPr>
              <a:t>   return </a:t>
            </a:r>
            <a:r>
              <a:rPr lang="en-US" altLang="zh-CN" sz="2000" dirty="0" err="1">
                <a:latin typeface="Calibri" panose="020F0502020204030204" charset="0"/>
                <a:cs typeface="Calibri" panose="020F0502020204030204" charset="0"/>
              </a:rPr>
              <a:t>c.Realpart</a:t>
            </a:r>
            <a:r>
              <a:rPr lang="en-US" altLang="zh-CN" sz="2000" dirty="0">
                <a:latin typeface="Calibri" panose="020F0502020204030204" charset="0"/>
                <a:cs typeface="Calibri" panose="020F0502020204030204" charset="0"/>
              </a:rPr>
              <a:t>;</a:t>
            </a:r>
            <a:endParaRPr lang="en-US" altLang="zh-CN" sz="2000" dirty="0">
              <a:latin typeface="Calibri" panose="020F0502020204030204" charset="0"/>
              <a:cs typeface="Calibri" panose="020F0502020204030204" charset="0"/>
            </a:endParaRP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000" dirty="0">
                <a:latin typeface="Calibri" panose="020F0502020204030204" charset="0"/>
                <a:cs typeface="Calibri" panose="020F0502020204030204" charset="0"/>
              </a:rPr>
              <a:t>}</a:t>
            </a:r>
            <a:endParaRPr lang="en-US" altLang="zh-CN" sz="2000" dirty="0">
              <a:latin typeface="Calibri" panose="020F0502020204030204" charset="0"/>
              <a:cs typeface="Calibri" panose="020F0502020204030204" charset="0"/>
            </a:endParaRPr>
          </a:p>
          <a:p>
            <a:pPr marL="0" indent="0">
              <a:lnSpc>
                <a:spcPct val="105000"/>
              </a:lnSpc>
              <a:spcBef>
                <a:spcPts val="0"/>
              </a:spcBef>
              <a:buNone/>
            </a:pPr>
            <a:r>
              <a:rPr lang="en-US" altLang="zh-CN" sz="2000" dirty="0">
                <a:latin typeface="Calibri" panose="020F0502020204030204" charset="0"/>
                <a:cs typeface="Calibri" panose="020F0502020204030204" charset="0"/>
              </a:rPr>
              <a:t>……</a:t>
            </a:r>
            <a:endParaRPr lang="en-US" altLang="zh-CN" sz="2000" dirty="0">
              <a:latin typeface="Calibri" panose="020F0502020204030204" charset="0"/>
              <a:cs typeface="Calibri" panose="020F0502020204030204" charset="0"/>
            </a:endParaRPr>
          </a:p>
        </p:txBody>
      </p:sp>
      <p:sp>
        <p:nvSpPr>
          <p:cNvPr id="1048957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rtl="0">
              <a:spcAft>
                <a:spcPts val="0"/>
              </a:spcAft>
            </a:pPr>
            <a:fld id="{71B7BAC7-FE87-40F6-AA24-4F4685D1B022}" type="slidenum">
              <a:rPr lang="en-US" smtClean="0"/>
            </a:fld>
            <a:endParaRPr lang="en-US"/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700"/>
    </mc:Choice>
    <mc:Fallback>
      <p:transition/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21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961" name="标题 4"/>
          <p:cNvSpPr>
            <a:spLocks noGrp="1"/>
          </p:cNvSpPr>
          <p:nvPr>
            <p:ph type="title"/>
          </p:nvPr>
        </p:nvSpPr>
        <p:spPr>
          <a:xfrm>
            <a:off x="2162175" y="2527300"/>
            <a:ext cx="3502660" cy="916940"/>
          </a:xfrm>
        </p:spPr>
        <p:txBody>
          <a:bodyPr/>
          <a:p>
            <a:pPr>
              <a:spcAft>
                <a:spcPts val="0"/>
              </a:spcAft>
            </a:pPr>
            <a:r>
              <a:rPr lang="zh-CN" altLang="en-US" dirty="0" smtClean="0"/>
              <a:t>算法及算法分析</a:t>
            </a:r>
            <a:endParaRPr lang="zh-CN" altLang="en-US" dirty="0"/>
          </a:p>
        </p:txBody>
      </p:sp>
      <p:sp>
        <p:nvSpPr>
          <p:cNvPr id="1048962" name="文本占位符 5"/>
          <p:cNvSpPr>
            <a:spLocks noGrp="1"/>
          </p:cNvSpPr>
          <p:nvPr>
            <p:ph type="body" idx="1"/>
          </p:nvPr>
        </p:nvSpPr>
        <p:spPr>
          <a:xfrm>
            <a:off x="2162175" y="3471545"/>
            <a:ext cx="2957830" cy="568325"/>
          </a:xfrm>
        </p:spPr>
        <p:txBody>
          <a:bodyPr/>
          <a:p>
            <a:pPr>
              <a:spcAft>
                <a:spcPts val="0"/>
              </a:spcAft>
            </a:pPr>
            <a:r>
              <a:rPr lang="zh-CN" altLang="en-US" dirty="0" smtClean="0"/>
              <a:t>算法定义及特性，算法时间复杂度，空间复杂度分析</a:t>
            </a:r>
            <a:endParaRPr lang="zh-CN" altLang="en-US" dirty="0"/>
          </a:p>
        </p:txBody>
      </p:sp>
      <p:sp>
        <p:nvSpPr>
          <p:cNvPr id="104896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rtl="0">
              <a:spcAft>
                <a:spcPts val="0"/>
              </a:spcAft>
            </a:pPr>
            <a:fld id="{71B7BAC7-FE87-40F6-AA24-4F4685D1B022}" type="slidenum">
              <a:rPr lang="en-US" altLang="zh-CN" noProof="0" smtClean="0"/>
            </a:fld>
            <a:endParaRPr lang="zh-CN" altLang="en-US" noProof="0" dirty="0"/>
          </a:p>
        </p:txBody>
      </p:sp>
    </p:spTree>
    <p:custDataLst>
      <p:tags r:id="rId1"/>
    </p:custData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p14:dur="700"/>
    </mc:Choice>
    <mc:Fallback>
      <p:transition/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1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967" name="标题 3"/>
          <p:cNvSpPr>
            <a:spLocks noGrp="1"/>
          </p:cNvSpPr>
          <p:nvPr>
            <p:ph type="title"/>
          </p:nvPr>
        </p:nvSpPr>
        <p:spPr/>
        <p:txBody>
          <a:bodyPr/>
          <a:p>
            <a:pPr>
              <a:spcAft>
                <a:spcPts val="0"/>
              </a:spcAft>
            </a:pPr>
            <a:r>
              <a:rPr lang="zh-CN" altLang="en-US" dirty="0" smtClean="0"/>
              <a:t>算法定义和特征</a:t>
            </a:r>
            <a:endParaRPr lang="zh-CN" altLang="en-US" dirty="0"/>
          </a:p>
        </p:txBody>
      </p:sp>
      <p:sp>
        <p:nvSpPr>
          <p:cNvPr id="1048968" name="内容占位符 4"/>
          <p:cNvSpPr>
            <a:spLocks noGrp="1"/>
          </p:cNvSpPr>
          <p:nvPr>
            <p:ph idx="1"/>
          </p:nvPr>
        </p:nvSpPr>
        <p:spPr/>
        <p:txBody>
          <a:bodyPr/>
          <a:p>
            <a:pPr>
              <a:spcAft>
                <a:spcPts val="0"/>
              </a:spcAft>
            </a:pPr>
            <a:r>
              <a:rPr lang="zh-CN" altLang="en-US" dirty="0" smtClean="0"/>
              <a:t>定义：</a:t>
            </a:r>
            <a:endParaRPr lang="en-US" altLang="zh-CN" dirty="0" smtClean="0"/>
          </a:p>
          <a:p>
            <a:pPr lvl="1">
              <a:spcBef>
                <a:spcPts val="375"/>
              </a:spcBef>
              <a:spcAft>
                <a:spcPts val="0"/>
              </a:spcAft>
            </a:pPr>
            <a:r>
              <a:rPr lang="zh-CN" altLang="en-US" dirty="0" smtClean="0"/>
              <a:t>一</a:t>
            </a:r>
            <a:r>
              <a:rPr lang="zh-CN" altLang="en-US" dirty="0"/>
              <a:t>个</a:t>
            </a:r>
            <a:r>
              <a:rPr lang="zh-CN" altLang="en-US" dirty="0">
                <a:solidFill>
                  <a:srgbClr val="FF0000"/>
                </a:solidFill>
              </a:rPr>
              <a:t>有穷</a:t>
            </a:r>
            <a:r>
              <a:rPr lang="zh-CN" altLang="en-US" dirty="0"/>
              <a:t>的指令集，这些指令为解决某一特定任务规定了一个运算</a:t>
            </a:r>
            <a:r>
              <a:rPr lang="zh-CN" altLang="en-US" dirty="0" smtClean="0"/>
              <a:t>序列</a:t>
            </a:r>
            <a:endParaRPr lang="en-US" altLang="zh-CN" dirty="0" smtClean="0"/>
          </a:p>
          <a:p>
            <a:pPr>
              <a:spcBef>
                <a:spcPts val="750"/>
              </a:spcBef>
              <a:spcAft>
                <a:spcPts val="0"/>
              </a:spcAft>
            </a:pPr>
            <a:r>
              <a:rPr lang="zh-CN" altLang="en-US" dirty="0" smtClean="0"/>
              <a:t>特性</a:t>
            </a:r>
            <a:r>
              <a:rPr lang="zh-CN" altLang="en-US" dirty="0"/>
              <a:t>：</a:t>
            </a:r>
            <a:endParaRPr lang="zh-CN" altLang="en-US" dirty="0"/>
          </a:p>
          <a:p>
            <a:pPr lvl="1">
              <a:spcBef>
                <a:spcPts val="375"/>
              </a:spcBef>
              <a:spcAft>
                <a:spcPts val="0"/>
              </a:spcAft>
            </a:pPr>
            <a:r>
              <a:rPr lang="zh-CN" altLang="en-US" dirty="0"/>
              <a:t> </a:t>
            </a:r>
            <a:r>
              <a:rPr lang="zh-CN" altLang="en-US" dirty="0">
                <a:solidFill>
                  <a:schemeClr val="accent1">
                    <a:lumMod val="75000"/>
                  </a:schemeClr>
                </a:solidFill>
              </a:rPr>
              <a:t>输入</a:t>
            </a:r>
            <a:r>
              <a:rPr lang="zh-CN" altLang="en-US" dirty="0"/>
              <a:t>  </a:t>
            </a:r>
            <a:r>
              <a:rPr lang="zh-CN" altLang="en-US" dirty="0" smtClean="0"/>
              <a:t>   有</a:t>
            </a:r>
            <a:r>
              <a:rPr lang="en-US" altLang="zh-CN" dirty="0"/>
              <a:t>0</a:t>
            </a:r>
            <a:r>
              <a:rPr lang="zh-CN" altLang="en-US" dirty="0"/>
              <a:t>个或多个输入</a:t>
            </a:r>
            <a:endParaRPr lang="zh-CN" altLang="en-US" dirty="0"/>
          </a:p>
          <a:p>
            <a:pPr lvl="1">
              <a:spcBef>
                <a:spcPts val="375"/>
              </a:spcBef>
              <a:spcAft>
                <a:spcPts val="0"/>
              </a:spcAft>
            </a:pPr>
            <a:r>
              <a:rPr lang="zh-CN" altLang="en-US" dirty="0"/>
              <a:t> </a:t>
            </a:r>
            <a:r>
              <a:rPr lang="zh-CN" altLang="en-US" dirty="0">
                <a:solidFill>
                  <a:schemeClr val="accent1">
                    <a:lumMod val="75000"/>
                  </a:schemeClr>
                </a:solidFill>
              </a:rPr>
              <a:t>输出</a:t>
            </a:r>
            <a:r>
              <a:rPr lang="zh-CN" altLang="en-US" dirty="0"/>
              <a:t>  </a:t>
            </a:r>
            <a:r>
              <a:rPr lang="zh-CN" altLang="en-US" dirty="0" smtClean="0"/>
              <a:t>   有</a:t>
            </a:r>
            <a:r>
              <a:rPr lang="zh-CN" altLang="en-US" dirty="0"/>
              <a:t>一个或多个输出</a:t>
            </a:r>
            <a:r>
              <a:rPr lang="en-US" altLang="zh-CN" dirty="0"/>
              <a:t>(</a:t>
            </a:r>
            <a:r>
              <a:rPr lang="zh-CN" altLang="en-US" dirty="0"/>
              <a:t>处理结果</a:t>
            </a:r>
            <a:r>
              <a:rPr lang="en-US" altLang="zh-CN" dirty="0"/>
              <a:t>)</a:t>
            </a:r>
            <a:endParaRPr lang="en-US" altLang="zh-CN" dirty="0"/>
          </a:p>
          <a:p>
            <a:pPr lvl="1">
              <a:spcBef>
                <a:spcPts val="375"/>
              </a:spcBef>
              <a:spcAft>
                <a:spcPts val="0"/>
              </a:spcAft>
            </a:pPr>
            <a:r>
              <a:rPr lang="en-US" altLang="zh-CN" dirty="0"/>
              <a:t> </a:t>
            </a:r>
            <a:r>
              <a:rPr lang="zh-CN" altLang="en-US" dirty="0">
                <a:solidFill>
                  <a:schemeClr val="accent1">
                    <a:lumMod val="75000"/>
                  </a:schemeClr>
                </a:solidFill>
              </a:rPr>
              <a:t>确定性</a:t>
            </a:r>
            <a:r>
              <a:rPr lang="zh-CN" altLang="en-US" dirty="0"/>
              <a:t>  每步定义都是确切、无歧义的</a:t>
            </a:r>
            <a:endParaRPr lang="zh-CN" altLang="en-US" dirty="0"/>
          </a:p>
          <a:p>
            <a:pPr lvl="1">
              <a:spcBef>
                <a:spcPts val="375"/>
              </a:spcBef>
              <a:spcAft>
                <a:spcPts val="0"/>
              </a:spcAft>
            </a:pPr>
            <a:r>
              <a:rPr lang="zh-CN" altLang="en-US" dirty="0"/>
              <a:t> </a:t>
            </a:r>
            <a:r>
              <a:rPr lang="zh-CN" altLang="en-US" dirty="0">
                <a:solidFill>
                  <a:schemeClr val="accent1">
                    <a:lumMod val="75000"/>
                  </a:schemeClr>
                </a:solidFill>
              </a:rPr>
              <a:t>有穷性</a:t>
            </a:r>
            <a:r>
              <a:rPr lang="zh-CN" altLang="en-US" dirty="0"/>
              <a:t>  算法应在执行有穷步后结束</a:t>
            </a:r>
            <a:endParaRPr lang="zh-CN" altLang="en-US" dirty="0"/>
          </a:p>
          <a:p>
            <a:pPr lvl="1">
              <a:spcBef>
                <a:spcPts val="375"/>
              </a:spcBef>
            </a:pPr>
            <a:r>
              <a:rPr lang="zh-CN" altLang="en-US" dirty="0"/>
              <a:t> </a:t>
            </a:r>
            <a:r>
              <a:rPr lang="zh-CN" altLang="en-US" dirty="0">
                <a:solidFill>
                  <a:schemeClr val="accent1">
                    <a:lumMod val="75000"/>
                  </a:schemeClr>
                </a:solidFill>
              </a:rPr>
              <a:t>有效性</a:t>
            </a:r>
            <a:r>
              <a:rPr lang="zh-CN" altLang="en-US" dirty="0"/>
              <a:t>  每一条运算应足够基本</a:t>
            </a:r>
            <a:endParaRPr lang="zh-CN" altLang="en-US" dirty="0"/>
          </a:p>
        </p:txBody>
      </p:sp>
      <p:sp>
        <p:nvSpPr>
          <p:cNvPr id="1048969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rtl="0">
              <a:spcAft>
                <a:spcPts val="0"/>
              </a:spcAft>
            </a:pPr>
            <a:fld id="{71B7BAC7-FE87-40F6-AA24-4F4685D1B022}" type="slidenum">
              <a:rPr lang="en-US" altLang="zh-CN" noProof="0" smtClean="0"/>
            </a:fld>
            <a:endParaRPr lang="zh-CN" altLang="en-US" noProof="0" dirty="0"/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700"/>
    </mc:Choice>
    <mc:Fallback>
      <p:transition/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1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981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pPr>
              <a:spcAft>
                <a:spcPts val="0"/>
              </a:spcAft>
            </a:pPr>
            <a:r>
              <a:rPr lang="zh-CN" altLang="en-US" dirty="0" smtClean="0"/>
              <a:t>算法描述</a:t>
            </a:r>
            <a:r>
              <a:rPr lang="en-US" altLang="zh-CN" dirty="0" smtClean="0"/>
              <a:t>-</a:t>
            </a:r>
            <a:r>
              <a:rPr lang="zh-CN" altLang="en-US" spc="-25" dirty="0"/>
              <a:t>欧几里德算法</a:t>
            </a:r>
            <a:endParaRPr lang="zh-CN" altLang="en-US" dirty="0"/>
          </a:p>
        </p:txBody>
      </p:sp>
      <p:sp>
        <p:nvSpPr>
          <p:cNvPr id="1048982" name="文本占位符 3"/>
          <p:cNvSpPr>
            <a:spLocks noGrp="1"/>
          </p:cNvSpPr>
          <p:nvPr>
            <p:ph type="body" idx="1"/>
          </p:nvPr>
        </p:nvSpPr>
        <p:spPr>
          <a:xfrm>
            <a:off x="289482" y="1766467"/>
            <a:ext cx="3868340" cy="823912"/>
          </a:xfrm>
        </p:spPr>
        <p:txBody>
          <a:bodyPr/>
          <a:p>
            <a:pPr>
              <a:spcAft>
                <a:spcPts val="0"/>
              </a:spcAft>
            </a:pPr>
            <a:r>
              <a:rPr lang="zh-CN" altLang="en-US" dirty="0" smtClean="0"/>
              <a:t>自然语言</a:t>
            </a:r>
            <a:endParaRPr lang="zh-CN" altLang="en-US" dirty="0"/>
          </a:p>
        </p:txBody>
      </p:sp>
      <p:sp>
        <p:nvSpPr>
          <p:cNvPr id="1048983" name="内容占位符 4"/>
          <p:cNvSpPr>
            <a:spLocks noGrp="1"/>
          </p:cNvSpPr>
          <p:nvPr>
            <p:ph sz="half" idx="2"/>
          </p:nvPr>
        </p:nvSpPr>
        <p:spPr>
          <a:xfrm>
            <a:off x="289482" y="2642235"/>
            <a:ext cx="3868340" cy="3573463"/>
          </a:xfrm>
        </p:spPr>
        <p:txBody>
          <a:bodyPr>
            <a:normAutofit fontScale="95000" lnSpcReduction="20000"/>
          </a:bodyPr>
          <a:p>
            <a:pPr marL="179705" indent="0">
              <a:lnSpc>
                <a:spcPct val="100000"/>
              </a:lnSpc>
              <a:spcBef>
                <a:spcPts val="855"/>
              </a:spcBef>
              <a:spcAft>
                <a:spcPts val="0"/>
              </a:spcAft>
              <a:buNone/>
            </a:pPr>
            <a:r>
              <a:rPr lang="zh-CN" altLang="en-US" sz="2000" spc="-25" dirty="0"/>
              <a:t>①输</a:t>
            </a:r>
            <a:r>
              <a:rPr lang="zh-CN" altLang="en-US" sz="2000" spc="-20" dirty="0"/>
              <a:t>入</a:t>
            </a:r>
            <a:r>
              <a:rPr lang="en-US" altLang="zh-CN" sz="2000" i="1" dirty="0">
                <a:latin typeface="Arial" panose="020B0604020202020204"/>
                <a:cs typeface="Arial" panose="020B0604020202020204"/>
              </a:rPr>
              <a:t>m</a:t>
            </a:r>
            <a:r>
              <a:rPr lang="zh-CN" altLang="en-US" sz="2000" i="1" spc="-5" dirty="0">
                <a:latin typeface="Arial" panose="020B0604020202020204"/>
                <a:cs typeface="Arial" panose="020B0604020202020204"/>
              </a:rPr>
              <a:t> </a:t>
            </a:r>
            <a:r>
              <a:rPr lang="zh-CN" altLang="en-US" sz="2000" spc="-20" dirty="0"/>
              <a:t>和</a:t>
            </a:r>
            <a:r>
              <a:rPr lang="en-US" altLang="zh-CN" sz="2000" i="1" spc="-11" dirty="0">
                <a:latin typeface="Arial" panose="020B0604020202020204"/>
                <a:cs typeface="Arial" panose="020B0604020202020204"/>
              </a:rPr>
              <a:t>n</a:t>
            </a:r>
            <a:r>
              <a:rPr lang="zh-CN" altLang="en-US" sz="2000" spc="-25" dirty="0"/>
              <a:t>；</a:t>
            </a:r>
            <a:endParaRPr lang="zh-CN" altLang="en-US" sz="2000" spc="-25" dirty="0"/>
          </a:p>
          <a:p>
            <a:pPr marL="179705" indent="0">
              <a:lnSpc>
                <a:spcPct val="100000"/>
              </a:lnSpc>
              <a:spcBef>
                <a:spcPts val="1005"/>
              </a:spcBef>
              <a:spcAft>
                <a:spcPts val="0"/>
              </a:spcAft>
              <a:buNone/>
            </a:pPr>
            <a:r>
              <a:rPr lang="zh-CN" altLang="en-US" sz="2000" spc="-25" dirty="0"/>
              <a:t>②</a:t>
            </a:r>
            <a:r>
              <a:rPr lang="zh-CN" altLang="en-US" sz="2000" spc="-551" dirty="0"/>
              <a:t> </a:t>
            </a:r>
            <a:r>
              <a:rPr lang="zh-CN" altLang="en-US" sz="2000" spc="-25" dirty="0"/>
              <a:t>求</a:t>
            </a:r>
            <a:r>
              <a:rPr lang="en-US" altLang="zh-CN" sz="2000" i="1" dirty="0">
                <a:latin typeface="Arial" panose="020B0604020202020204"/>
                <a:cs typeface="Arial" panose="020B0604020202020204"/>
              </a:rPr>
              <a:t>m</a:t>
            </a:r>
            <a:r>
              <a:rPr lang="zh-CN" altLang="en-US" sz="2000" spc="-25" dirty="0"/>
              <a:t>除</a:t>
            </a:r>
            <a:r>
              <a:rPr lang="zh-CN" altLang="en-US" sz="2000" spc="-20" dirty="0"/>
              <a:t>以</a:t>
            </a:r>
            <a:r>
              <a:rPr lang="en-US" altLang="zh-CN" sz="2000" i="1" spc="-11" dirty="0">
                <a:latin typeface="Arial" panose="020B0604020202020204"/>
                <a:cs typeface="Arial" panose="020B0604020202020204"/>
              </a:rPr>
              <a:t>n</a:t>
            </a:r>
            <a:r>
              <a:rPr lang="zh-CN" altLang="en-US" sz="2000" spc="-25" dirty="0"/>
              <a:t>的余</a:t>
            </a:r>
            <a:r>
              <a:rPr lang="zh-CN" altLang="en-US" sz="2000" spc="-20" dirty="0"/>
              <a:t>数</a:t>
            </a:r>
            <a:r>
              <a:rPr lang="en-US" altLang="zh-CN" sz="2000" i="1" spc="-5" dirty="0">
                <a:latin typeface="Arial" panose="020B0604020202020204"/>
                <a:cs typeface="Arial" panose="020B0604020202020204"/>
              </a:rPr>
              <a:t>r</a:t>
            </a:r>
            <a:r>
              <a:rPr lang="zh-CN" altLang="en-US" sz="2000" spc="-25" dirty="0"/>
              <a:t>；</a:t>
            </a:r>
            <a:endParaRPr lang="zh-CN" altLang="en-US" sz="2000" spc="-25" dirty="0"/>
          </a:p>
          <a:p>
            <a:pPr marL="179705" marR="5080" indent="0">
              <a:lnSpc>
                <a:spcPct val="105000"/>
              </a:lnSpc>
              <a:spcBef>
                <a:spcPts val="865"/>
              </a:spcBef>
              <a:spcAft>
                <a:spcPts val="0"/>
              </a:spcAft>
              <a:buNone/>
            </a:pPr>
            <a:r>
              <a:rPr lang="zh-CN" altLang="en-US" sz="2000" spc="-25" dirty="0"/>
              <a:t>③</a:t>
            </a:r>
            <a:r>
              <a:rPr lang="zh-CN" altLang="en-US" sz="2000" spc="-551" dirty="0"/>
              <a:t> </a:t>
            </a:r>
            <a:r>
              <a:rPr lang="zh-CN" altLang="en-US" sz="2000" spc="-25" dirty="0"/>
              <a:t>若</a:t>
            </a:r>
            <a:r>
              <a:rPr lang="en-US" altLang="zh-CN" sz="2000" i="1" dirty="0">
                <a:latin typeface="Arial" panose="020B0604020202020204"/>
                <a:cs typeface="Arial" panose="020B0604020202020204"/>
              </a:rPr>
              <a:t>r</a:t>
            </a:r>
            <a:r>
              <a:rPr lang="zh-CN" altLang="en-US" sz="2000" spc="-25" dirty="0"/>
              <a:t>等于</a:t>
            </a:r>
            <a:r>
              <a:rPr lang="en-US" altLang="zh-CN" sz="2000" spc="-5" dirty="0">
                <a:latin typeface="Arial" panose="020B0604020202020204"/>
                <a:cs typeface="Arial" panose="020B0604020202020204"/>
              </a:rPr>
              <a:t>0</a:t>
            </a:r>
            <a:r>
              <a:rPr lang="zh-CN" altLang="en-US" sz="2000" spc="-20" dirty="0"/>
              <a:t>，</a:t>
            </a:r>
            <a:r>
              <a:rPr lang="zh-CN" altLang="en-US" sz="2000" spc="-25" dirty="0"/>
              <a:t>则</a:t>
            </a:r>
            <a:r>
              <a:rPr lang="en-US" altLang="zh-CN" sz="2000" i="1" spc="-5" dirty="0">
                <a:latin typeface="Arial" panose="020B0604020202020204"/>
                <a:cs typeface="Arial" panose="020B0604020202020204"/>
              </a:rPr>
              <a:t>n</a:t>
            </a:r>
            <a:r>
              <a:rPr lang="zh-CN" altLang="en-US" sz="2000" spc="-25" dirty="0"/>
              <a:t>为最大公约数，算法结束；否则执行 第④步；</a:t>
            </a:r>
            <a:endParaRPr lang="zh-CN" altLang="en-US" sz="2000" spc="-25" dirty="0"/>
          </a:p>
          <a:p>
            <a:pPr marL="179705" indent="0">
              <a:lnSpc>
                <a:spcPct val="100000"/>
              </a:lnSpc>
              <a:spcBef>
                <a:spcPts val="855"/>
              </a:spcBef>
              <a:spcAft>
                <a:spcPts val="0"/>
              </a:spcAft>
              <a:buNone/>
            </a:pPr>
            <a:r>
              <a:rPr lang="zh-CN" altLang="en-US" sz="2000" spc="-25" dirty="0"/>
              <a:t>④</a:t>
            </a:r>
            <a:r>
              <a:rPr lang="zh-CN" altLang="en-US" sz="2000" spc="-551" dirty="0"/>
              <a:t> </a:t>
            </a:r>
            <a:r>
              <a:rPr lang="zh-CN" altLang="en-US" sz="2000" spc="-25" dirty="0"/>
              <a:t>将</a:t>
            </a:r>
            <a:r>
              <a:rPr lang="en-US" altLang="zh-CN" sz="2000" i="1" spc="-5" dirty="0">
                <a:latin typeface="Arial" panose="020B0604020202020204"/>
                <a:cs typeface="Arial" panose="020B0604020202020204"/>
              </a:rPr>
              <a:t>n</a:t>
            </a:r>
            <a:r>
              <a:rPr lang="zh-CN" altLang="en-US" sz="2000" spc="-25" dirty="0"/>
              <a:t>的值放</a:t>
            </a:r>
            <a:r>
              <a:rPr lang="zh-CN" altLang="en-US" sz="2000" spc="-20" dirty="0"/>
              <a:t>在</a:t>
            </a:r>
            <a:r>
              <a:rPr lang="en-US" altLang="zh-CN" sz="2000" i="1" spc="-5" dirty="0">
                <a:latin typeface="Arial" panose="020B0604020202020204"/>
                <a:cs typeface="Arial" panose="020B0604020202020204"/>
              </a:rPr>
              <a:t>m</a:t>
            </a:r>
            <a:r>
              <a:rPr lang="zh-CN" altLang="en-US" sz="2000" spc="-25" dirty="0"/>
              <a:t>中，</a:t>
            </a:r>
            <a:r>
              <a:rPr lang="zh-CN" altLang="en-US" sz="2000" spc="-20" dirty="0"/>
              <a:t>将</a:t>
            </a:r>
            <a:r>
              <a:rPr lang="en-US" altLang="zh-CN" sz="2000" i="1" spc="-5" dirty="0">
                <a:latin typeface="Arial" panose="020B0604020202020204"/>
                <a:cs typeface="Arial" panose="020B0604020202020204"/>
              </a:rPr>
              <a:t>r</a:t>
            </a:r>
            <a:r>
              <a:rPr lang="zh-CN" altLang="en-US" sz="2000" spc="-25" dirty="0"/>
              <a:t>的值放</a:t>
            </a:r>
            <a:r>
              <a:rPr lang="zh-CN" altLang="en-US" sz="2000" spc="-20" dirty="0"/>
              <a:t>在</a:t>
            </a:r>
            <a:r>
              <a:rPr lang="en-US" altLang="zh-CN" sz="2000" i="1" spc="-11" dirty="0">
                <a:latin typeface="Arial" panose="020B0604020202020204"/>
                <a:cs typeface="Arial" panose="020B0604020202020204"/>
              </a:rPr>
              <a:t>n</a:t>
            </a:r>
            <a:r>
              <a:rPr lang="zh-CN" altLang="en-US" sz="2000" spc="-25" dirty="0"/>
              <a:t>中；</a:t>
            </a:r>
            <a:endParaRPr lang="zh-CN" altLang="en-US" sz="2000" spc="-25" dirty="0"/>
          </a:p>
          <a:p>
            <a:pPr marL="179705" indent="0">
              <a:lnSpc>
                <a:spcPct val="100000"/>
              </a:lnSpc>
              <a:spcBef>
                <a:spcPts val="1005"/>
              </a:spcBef>
              <a:spcAft>
                <a:spcPts val="0"/>
              </a:spcAft>
              <a:buNone/>
            </a:pPr>
            <a:r>
              <a:rPr lang="zh-CN" altLang="en-US" sz="2000" spc="-25" dirty="0"/>
              <a:t>⑤</a:t>
            </a:r>
            <a:r>
              <a:rPr lang="zh-CN" altLang="en-US" sz="2000" spc="-551" dirty="0"/>
              <a:t> </a:t>
            </a:r>
            <a:r>
              <a:rPr lang="zh-CN" altLang="en-US" sz="2000" spc="-25" dirty="0"/>
              <a:t>重新执行第②步。</a:t>
            </a:r>
            <a:endParaRPr lang="en-US" altLang="zh-CN" sz="2000" spc="-25" dirty="0"/>
          </a:p>
          <a:p>
            <a:pPr marL="179705" indent="0">
              <a:lnSpc>
                <a:spcPct val="100000"/>
              </a:lnSpc>
              <a:spcBef>
                <a:spcPts val="1005"/>
              </a:spcBef>
              <a:buNone/>
            </a:pPr>
            <a:endParaRPr lang="en-US" altLang="zh-CN" sz="2000" spc="-25" dirty="0"/>
          </a:p>
          <a:p>
            <a:pPr marL="179705" indent="0">
              <a:lnSpc>
                <a:spcPct val="100000"/>
              </a:lnSpc>
              <a:spcBef>
                <a:spcPts val="1005"/>
              </a:spcBef>
              <a:buNone/>
            </a:pPr>
            <a:endParaRPr lang="en-US" altLang="zh-CN" sz="2000" spc="-25" dirty="0"/>
          </a:p>
          <a:p>
            <a:pPr marL="179705" indent="0">
              <a:lnSpc>
                <a:spcPct val="100000"/>
              </a:lnSpc>
              <a:spcBef>
                <a:spcPts val="1005"/>
              </a:spcBef>
              <a:buNone/>
            </a:pPr>
            <a:r>
              <a:rPr lang="zh-CN" altLang="en-US" sz="2000" spc="-25" dirty="0"/>
              <a:t>优点：容易理解 缺点：冗长、二义性</a:t>
            </a:r>
            <a:endParaRPr lang="zh-CN" altLang="en-US" sz="2000" spc="-25" dirty="0"/>
          </a:p>
          <a:p>
            <a:endParaRPr lang="zh-CN" altLang="en-US" dirty="0"/>
          </a:p>
        </p:txBody>
      </p:sp>
      <p:sp>
        <p:nvSpPr>
          <p:cNvPr id="1048984" name="文本占位符 5"/>
          <p:cNvSpPr>
            <a:spLocks noGrp="1"/>
          </p:cNvSpPr>
          <p:nvPr>
            <p:ph type="body" sz="quarter" idx="3"/>
          </p:nvPr>
        </p:nvSpPr>
        <p:spPr>
          <a:xfrm>
            <a:off x="4288790" y="1766467"/>
            <a:ext cx="3887391" cy="823912"/>
          </a:xfrm>
        </p:spPr>
        <p:txBody>
          <a:bodyPr/>
          <a:p>
            <a:pPr>
              <a:spcAft>
                <a:spcPts val="0"/>
              </a:spcAft>
            </a:pPr>
            <a:r>
              <a:rPr lang="zh-CN" altLang="en-US" dirty="0" smtClean="0"/>
              <a:t>程序语言或伪代码</a:t>
            </a:r>
            <a:endParaRPr lang="zh-CN" altLang="en-US" dirty="0"/>
          </a:p>
        </p:txBody>
      </p:sp>
      <p:sp>
        <p:nvSpPr>
          <p:cNvPr id="1048985" name="内容占位符 6"/>
          <p:cNvSpPr>
            <a:spLocks noGrp="1"/>
          </p:cNvSpPr>
          <p:nvPr>
            <p:ph sz="quarter" idx="4"/>
          </p:nvPr>
        </p:nvSpPr>
        <p:spPr>
          <a:xfrm>
            <a:off x="4394835" y="2642235"/>
            <a:ext cx="4215130" cy="3608070"/>
          </a:xfrm>
        </p:spPr>
        <p:txBody>
          <a:bodyPr>
            <a:normAutofit/>
          </a:bodyPr>
          <a:p>
            <a:pPr marL="0" indent="0">
              <a:spcAft>
                <a:spcPts val="0"/>
              </a:spcAft>
              <a:buNone/>
            </a:pPr>
            <a:r>
              <a:rPr lang="en-US" altLang="zh-CN" sz="2000" dirty="0"/>
              <a:t>1. r = m % n;</a:t>
            </a:r>
            <a:endParaRPr lang="en-US" altLang="zh-CN" sz="2000" dirty="0"/>
          </a:p>
          <a:p>
            <a:pPr marL="0" indent="0">
              <a:spcAft>
                <a:spcPts val="0"/>
              </a:spcAft>
              <a:buNone/>
            </a:pPr>
            <a:r>
              <a:rPr lang="en-US" altLang="zh-CN" sz="2000" dirty="0"/>
              <a:t>2. </a:t>
            </a:r>
            <a:r>
              <a:rPr lang="en-US" sz="2000" dirty="0"/>
              <a:t>while(n!=0){</a:t>
            </a:r>
            <a:endParaRPr lang="en-US" altLang="zh-CN" sz="2000" dirty="0"/>
          </a:p>
          <a:p>
            <a:pPr marL="0" indent="561340">
              <a:spcAft>
                <a:spcPts val="0"/>
              </a:spcAft>
              <a:buNone/>
            </a:pPr>
            <a:r>
              <a:rPr lang="en-US" altLang="zh-CN" sz="2000" dirty="0"/>
              <a:t>m = n;</a:t>
            </a:r>
            <a:endParaRPr lang="en-US" altLang="zh-CN" sz="2000" dirty="0"/>
          </a:p>
          <a:p>
            <a:pPr marL="0" indent="561340">
              <a:spcAft>
                <a:spcPts val="0"/>
              </a:spcAft>
              <a:buNone/>
            </a:pPr>
            <a:r>
              <a:rPr lang="en-US" altLang="zh-CN" sz="2000" dirty="0"/>
              <a:t>n = r;</a:t>
            </a:r>
            <a:endParaRPr lang="en-US" altLang="zh-CN" sz="2000" dirty="0"/>
          </a:p>
          <a:p>
            <a:pPr marL="0" indent="561340">
              <a:spcAft>
                <a:spcPts val="0"/>
              </a:spcAft>
              <a:buNone/>
            </a:pPr>
            <a:r>
              <a:rPr lang="en-US" altLang="zh-CN" sz="2000" dirty="0"/>
              <a:t>r = m % n;} </a:t>
            </a:r>
            <a:endParaRPr lang="en-US" altLang="zh-CN" sz="2000" dirty="0"/>
          </a:p>
          <a:p>
            <a:pPr marL="0" indent="0">
              <a:spcAft>
                <a:spcPts val="0"/>
              </a:spcAft>
              <a:buNone/>
            </a:pPr>
            <a:r>
              <a:rPr lang="en-US" altLang="zh-CN" sz="2000" dirty="0"/>
              <a:t>3. output</a:t>
            </a:r>
            <a:r>
              <a:rPr lang="zh-CN" altLang="en-US" sz="2000" dirty="0"/>
              <a:t> </a:t>
            </a:r>
            <a:r>
              <a:rPr lang="en-US" altLang="zh-CN" sz="2000" dirty="0"/>
              <a:t>n</a:t>
            </a:r>
            <a:endParaRPr lang="en-US" altLang="zh-CN" sz="2000" dirty="0"/>
          </a:p>
          <a:p>
            <a:pPr marL="0" indent="0">
              <a:buNone/>
            </a:pPr>
            <a:r>
              <a:rPr lang="zh-CN" altLang="en-US" sz="2000" spc="-25" dirty="0"/>
              <a:t>表达能力强，抽象性强，容易理解</a:t>
            </a:r>
            <a:r>
              <a:rPr lang="en-US" altLang="zh-CN" sz="2000" spc="-25" dirty="0"/>
              <a:t> ;</a:t>
            </a:r>
            <a:endParaRPr lang="zh-CN" altLang="en-US" sz="2000" spc="-25" dirty="0"/>
          </a:p>
        </p:txBody>
      </p:sp>
      <p:sp>
        <p:nvSpPr>
          <p:cNvPr id="1048986" name="灯片编号占位符 7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rtl="0">
              <a:spcAft>
                <a:spcPts val="0"/>
              </a:spcAft>
            </a:pPr>
            <a:fld id="{71B7BAC7-FE87-40F6-AA24-4F4685D1B022}" type="slidenum">
              <a:rPr lang="en-US" smtClean="0"/>
            </a:fld>
            <a:endParaRPr lang="en-US"/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700"/>
    </mc:Choice>
    <mc:Fallback>
      <p:transition/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2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990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pPr>
              <a:spcAft>
                <a:spcPts val="0"/>
              </a:spcAft>
            </a:pPr>
            <a:r>
              <a:rPr lang="zh-CN" altLang="en-US" smtClean="0"/>
              <a:t>提出问题：如何评价算法？</a:t>
            </a:r>
            <a:endParaRPr lang="zh-CN" altLang="en-US" smtClean="0"/>
          </a:p>
        </p:txBody>
      </p:sp>
      <p:sp>
        <p:nvSpPr>
          <p:cNvPr id="1048991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pPr>
              <a:spcAft>
                <a:spcPts val="0"/>
              </a:spcAft>
            </a:pPr>
            <a:r>
              <a:rPr lang="zh-CN" altLang="en-US" smtClean="0"/>
              <a:t>假设有</a:t>
            </a:r>
            <a:r>
              <a:rPr lang="en-US" altLang="zh-CN" smtClean="0"/>
              <a:t>4</a:t>
            </a:r>
            <a:r>
              <a:rPr lang="zh-CN" altLang="en-US" smtClean="0"/>
              <a:t>间寝室（</a:t>
            </a:r>
            <a:r>
              <a:rPr lang="en-US" altLang="zh-CN" smtClean="0"/>
              <a:t>A/B/C/D</a:t>
            </a:r>
            <a:r>
              <a:rPr lang="zh-CN" altLang="en-US" smtClean="0"/>
              <a:t>），如果要将</a:t>
            </a:r>
            <a:r>
              <a:rPr lang="en-US" altLang="zh-CN" smtClean="0"/>
              <a:t>A</a:t>
            </a:r>
            <a:r>
              <a:rPr lang="zh-CN" altLang="en-US" smtClean="0"/>
              <a:t>寝室的物品搬到</a:t>
            </a:r>
            <a:r>
              <a:rPr lang="en-US" altLang="zh-CN" smtClean="0"/>
              <a:t>B</a:t>
            </a:r>
            <a:r>
              <a:rPr lang="zh-CN" altLang="en-US" smtClean="0"/>
              <a:t>寝室，</a:t>
            </a:r>
            <a:r>
              <a:rPr lang="en-US" altLang="zh-CN" smtClean="0"/>
              <a:t>B</a:t>
            </a:r>
            <a:r>
              <a:rPr lang="zh-CN" altLang="en-US" smtClean="0"/>
              <a:t>寝室的物品搬到</a:t>
            </a:r>
            <a:r>
              <a:rPr lang="en-US" altLang="zh-CN" smtClean="0"/>
              <a:t>C</a:t>
            </a:r>
            <a:r>
              <a:rPr lang="zh-CN" altLang="en-US" smtClean="0"/>
              <a:t>寝室，</a:t>
            </a:r>
            <a:r>
              <a:rPr lang="en-US" altLang="zh-CN" smtClean="0"/>
              <a:t>C</a:t>
            </a:r>
            <a:r>
              <a:rPr lang="zh-CN" altLang="en-US" smtClean="0"/>
              <a:t>寝室的物品搬到</a:t>
            </a:r>
            <a:r>
              <a:rPr lang="en-US" altLang="zh-CN" smtClean="0"/>
              <a:t>D</a:t>
            </a:r>
            <a:r>
              <a:rPr lang="zh-CN" altLang="en-US" smtClean="0"/>
              <a:t>寝室，</a:t>
            </a:r>
            <a:r>
              <a:rPr lang="en-US" altLang="zh-CN" smtClean="0"/>
              <a:t>D</a:t>
            </a:r>
            <a:r>
              <a:rPr lang="zh-CN" altLang="en-US" smtClean="0"/>
              <a:t>寝室的物品搬到</a:t>
            </a:r>
            <a:r>
              <a:rPr lang="en-US" altLang="zh-CN" smtClean="0"/>
              <a:t>A</a:t>
            </a:r>
            <a:r>
              <a:rPr lang="zh-CN" altLang="en-US" smtClean="0"/>
              <a:t>寝室，且规定只有当某间寝室为空时才能往进搬东西，物品从一间寝室搬到另一间寝室的时间为</a:t>
            </a:r>
            <a:r>
              <a:rPr lang="en-US" altLang="zh-CN" smtClean="0"/>
              <a:t>T</a:t>
            </a:r>
            <a:r>
              <a:rPr lang="zh-CN" altLang="en-US" smtClean="0"/>
              <a:t>。请描述完成上述任务的算法，并评价其算法优劣。</a:t>
            </a:r>
            <a:endParaRPr lang="zh-CN" altLang="en-US" smtClean="0"/>
          </a:p>
        </p:txBody>
      </p:sp>
      <p:sp>
        <p:nvSpPr>
          <p:cNvPr id="1048992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rtl="0">
              <a:spcAft>
                <a:spcPts val="0"/>
              </a:spcAft>
            </a:pPr>
            <a:fld id="{71B7BAC7-FE87-40F6-AA24-4F4685D1B022}" type="slidenum">
              <a:rPr lang="en-US" altLang="zh-CN" noProof="0" smtClean="0"/>
            </a:fld>
            <a:endParaRPr lang="zh-CN" altLang="en-US" noProof="0" dirty="0"/>
          </a:p>
        </p:txBody>
      </p:sp>
      <p:sp>
        <p:nvSpPr>
          <p:cNvPr id="1048993" name="圆角矩形 4"/>
          <p:cNvSpPr/>
          <p:nvPr/>
        </p:nvSpPr>
        <p:spPr bwMode="auto">
          <a:xfrm>
            <a:off x="1701806" y="4864106"/>
            <a:ext cx="896939" cy="896939"/>
          </a:xfrm>
          <a:prstGeom prst="roundRect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lIns="0" tIns="0" rIns="182880" bIns="0"/>
          <a:p>
            <a:pPr>
              <a:spcBef>
                <a:spcPct val="50000"/>
              </a:spcBef>
            </a:pPr>
            <a:r>
              <a:rPr lang="en-US" altLang="zh-CN" sz="2400" dirty="0">
                <a:solidFill>
                  <a:srgbClr val="FF0000"/>
                </a:solidFill>
              </a:rPr>
              <a:t>A</a:t>
            </a:r>
            <a:endParaRPr lang="zh-CN" altLang="en-US" sz="2400" dirty="0">
              <a:solidFill>
                <a:srgbClr val="FF0000"/>
              </a:solidFill>
            </a:endParaRPr>
          </a:p>
        </p:txBody>
      </p:sp>
      <p:sp>
        <p:nvSpPr>
          <p:cNvPr id="1048994" name="圆角矩形 5"/>
          <p:cNvSpPr/>
          <p:nvPr/>
        </p:nvSpPr>
        <p:spPr bwMode="auto">
          <a:xfrm>
            <a:off x="2598749" y="4864106"/>
            <a:ext cx="896937" cy="896939"/>
          </a:xfrm>
          <a:prstGeom prst="roundRect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lIns="0" tIns="0" rIns="182880" bIns="0"/>
          <a:p>
            <a:pPr>
              <a:spcBef>
                <a:spcPct val="50000"/>
              </a:spcBef>
            </a:pPr>
            <a:r>
              <a:rPr lang="en-US" altLang="zh-CN" sz="2400" dirty="0">
                <a:solidFill>
                  <a:srgbClr val="FF0000"/>
                </a:solidFill>
              </a:rPr>
              <a:t>B</a:t>
            </a:r>
            <a:endParaRPr lang="zh-CN" altLang="en-US" sz="2400" dirty="0">
              <a:solidFill>
                <a:srgbClr val="FF0000"/>
              </a:solidFill>
            </a:endParaRPr>
          </a:p>
        </p:txBody>
      </p:sp>
      <p:sp>
        <p:nvSpPr>
          <p:cNvPr id="1048995" name="圆角矩形 6"/>
          <p:cNvSpPr/>
          <p:nvPr/>
        </p:nvSpPr>
        <p:spPr bwMode="auto">
          <a:xfrm>
            <a:off x="3495681" y="4864106"/>
            <a:ext cx="896939" cy="896939"/>
          </a:xfrm>
          <a:prstGeom prst="roundRect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lIns="0" tIns="0" rIns="182880" bIns="0"/>
          <a:p>
            <a:pPr>
              <a:spcBef>
                <a:spcPct val="50000"/>
              </a:spcBef>
            </a:pPr>
            <a:r>
              <a:rPr lang="en-US" altLang="zh-CN" sz="2400" dirty="0">
                <a:solidFill>
                  <a:srgbClr val="FF0000"/>
                </a:solidFill>
              </a:rPr>
              <a:t>C</a:t>
            </a:r>
            <a:endParaRPr lang="zh-CN" altLang="en-US" sz="2400" dirty="0">
              <a:solidFill>
                <a:srgbClr val="FF0000"/>
              </a:solidFill>
            </a:endParaRPr>
          </a:p>
        </p:txBody>
      </p:sp>
      <p:sp>
        <p:nvSpPr>
          <p:cNvPr id="1048996" name="圆角矩形 7"/>
          <p:cNvSpPr/>
          <p:nvPr/>
        </p:nvSpPr>
        <p:spPr bwMode="auto">
          <a:xfrm>
            <a:off x="4392623" y="4864106"/>
            <a:ext cx="896937" cy="896939"/>
          </a:xfrm>
          <a:prstGeom prst="roundRect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lIns="0" tIns="0" rIns="182880" bIns="0"/>
          <a:p>
            <a:pPr>
              <a:spcBef>
                <a:spcPct val="50000"/>
              </a:spcBef>
            </a:pPr>
            <a:r>
              <a:rPr lang="en-US" altLang="zh-CN" sz="2400" dirty="0">
                <a:solidFill>
                  <a:srgbClr val="FF0000"/>
                </a:solidFill>
              </a:rPr>
              <a:t>D</a:t>
            </a:r>
            <a:endParaRPr lang="zh-CN" altLang="en-US" sz="2400" dirty="0">
              <a:solidFill>
                <a:srgbClr val="FF0000"/>
              </a:solidFill>
            </a:endParaRPr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700"/>
    </mc:Choice>
    <mc:Fallback>
      <p:transition/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2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000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pPr>
              <a:spcAft>
                <a:spcPts val="0"/>
              </a:spcAft>
            </a:pPr>
            <a:r>
              <a:rPr lang="zh-CN" altLang="en-US" smtClean="0"/>
              <a:t>方案一：占用尽量少的额外空间</a:t>
            </a:r>
            <a:endParaRPr lang="zh-CN" altLang="en-US" smtClean="0"/>
          </a:p>
        </p:txBody>
      </p:sp>
      <p:sp>
        <p:nvSpPr>
          <p:cNvPr id="1049001" name="内容占位符 2"/>
          <p:cNvSpPr>
            <a:spLocks noGrp="1"/>
          </p:cNvSpPr>
          <p:nvPr>
            <p:ph idx="1"/>
          </p:nvPr>
        </p:nvSpPr>
        <p:spPr>
          <a:xfrm>
            <a:off x="917586" y="4146554"/>
            <a:ext cx="7369175" cy="1949451"/>
          </a:xfrm>
        </p:spPr>
        <p:txBody>
          <a:bodyPr/>
          <a:p>
            <a:pPr>
              <a:spcAft>
                <a:spcPts val="0"/>
              </a:spcAft>
            </a:pPr>
            <a:r>
              <a:rPr lang="zh-CN" altLang="en-US" smtClean="0"/>
              <a:t>占用额外空间</a:t>
            </a:r>
            <a:r>
              <a:rPr lang="en-US" altLang="zh-CN" smtClean="0"/>
              <a:t>1</a:t>
            </a:r>
            <a:endParaRPr lang="en-US" altLang="zh-CN" smtClean="0"/>
          </a:p>
          <a:p>
            <a:pPr>
              <a:spcBef>
                <a:spcPts val="750"/>
              </a:spcBef>
            </a:pPr>
            <a:r>
              <a:rPr lang="zh-CN" altLang="en-US" smtClean="0"/>
              <a:t>消耗时间</a:t>
            </a:r>
            <a:r>
              <a:rPr lang="en-US" altLang="zh-CN" smtClean="0"/>
              <a:t>5T</a:t>
            </a:r>
            <a:endParaRPr lang="en-US" altLang="zh-CN" smtClean="0"/>
          </a:p>
          <a:p>
            <a:endParaRPr lang="zh-CN" altLang="en-US" smtClean="0"/>
          </a:p>
        </p:txBody>
      </p:sp>
      <p:sp>
        <p:nvSpPr>
          <p:cNvPr id="1049002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rtl="0">
              <a:spcAft>
                <a:spcPts val="0"/>
              </a:spcAft>
            </a:pPr>
            <a:fld id="{71B7BAC7-FE87-40F6-AA24-4F4685D1B022}" type="slidenum">
              <a:rPr lang="en-US" altLang="zh-CN" noProof="0" smtClean="0"/>
            </a:fld>
            <a:endParaRPr lang="zh-CN" altLang="en-US" noProof="0" dirty="0"/>
          </a:p>
        </p:txBody>
      </p:sp>
      <p:sp>
        <p:nvSpPr>
          <p:cNvPr id="1049003" name="圆角矩形 4"/>
          <p:cNvSpPr/>
          <p:nvPr/>
        </p:nvSpPr>
        <p:spPr bwMode="auto">
          <a:xfrm>
            <a:off x="1343030" y="2173299"/>
            <a:ext cx="896939" cy="896937"/>
          </a:xfrm>
          <a:prstGeom prst="roundRect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lIns="0" tIns="0" rIns="182880" bIns="0"/>
          <a:p>
            <a:pPr>
              <a:spcBef>
                <a:spcPct val="50000"/>
              </a:spcBef>
            </a:pPr>
            <a:r>
              <a:rPr lang="en-US" altLang="zh-CN" sz="2400" dirty="0">
                <a:solidFill>
                  <a:srgbClr val="FF0000"/>
                </a:solidFill>
              </a:rPr>
              <a:t>A</a:t>
            </a:r>
            <a:endParaRPr lang="zh-CN" altLang="en-US" sz="2400" dirty="0">
              <a:solidFill>
                <a:srgbClr val="FF0000"/>
              </a:solidFill>
            </a:endParaRPr>
          </a:p>
        </p:txBody>
      </p:sp>
      <p:sp>
        <p:nvSpPr>
          <p:cNvPr id="1049004" name="圆角矩形 5"/>
          <p:cNvSpPr/>
          <p:nvPr/>
        </p:nvSpPr>
        <p:spPr bwMode="auto">
          <a:xfrm>
            <a:off x="2239974" y="2173299"/>
            <a:ext cx="896937" cy="896937"/>
          </a:xfrm>
          <a:prstGeom prst="roundRect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lIns="0" tIns="0" rIns="182880" bIns="0"/>
          <a:p>
            <a:pPr>
              <a:spcBef>
                <a:spcPct val="50000"/>
              </a:spcBef>
            </a:pPr>
            <a:r>
              <a:rPr lang="en-US" altLang="zh-CN" sz="2400" dirty="0">
                <a:solidFill>
                  <a:srgbClr val="FF0000"/>
                </a:solidFill>
              </a:rPr>
              <a:t>B</a:t>
            </a:r>
            <a:endParaRPr lang="zh-CN" altLang="en-US" sz="2400" dirty="0">
              <a:solidFill>
                <a:srgbClr val="FF0000"/>
              </a:solidFill>
            </a:endParaRPr>
          </a:p>
        </p:txBody>
      </p:sp>
      <p:sp>
        <p:nvSpPr>
          <p:cNvPr id="1049005" name="圆角矩形 6"/>
          <p:cNvSpPr/>
          <p:nvPr/>
        </p:nvSpPr>
        <p:spPr bwMode="auto">
          <a:xfrm>
            <a:off x="3136906" y="2173299"/>
            <a:ext cx="896939" cy="896937"/>
          </a:xfrm>
          <a:prstGeom prst="roundRect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lIns="0" tIns="0" rIns="182880" bIns="0"/>
          <a:p>
            <a:pPr>
              <a:spcBef>
                <a:spcPct val="50000"/>
              </a:spcBef>
            </a:pPr>
            <a:r>
              <a:rPr lang="en-US" altLang="zh-CN" sz="2400" dirty="0">
                <a:solidFill>
                  <a:srgbClr val="FF0000"/>
                </a:solidFill>
              </a:rPr>
              <a:t>C</a:t>
            </a:r>
            <a:endParaRPr lang="zh-CN" altLang="en-US" sz="2400" dirty="0">
              <a:solidFill>
                <a:srgbClr val="FF0000"/>
              </a:solidFill>
            </a:endParaRPr>
          </a:p>
        </p:txBody>
      </p:sp>
      <p:sp>
        <p:nvSpPr>
          <p:cNvPr id="1049006" name="圆角矩形 7"/>
          <p:cNvSpPr/>
          <p:nvPr/>
        </p:nvSpPr>
        <p:spPr bwMode="auto">
          <a:xfrm>
            <a:off x="4033849" y="2173299"/>
            <a:ext cx="896937" cy="896937"/>
          </a:xfrm>
          <a:prstGeom prst="roundRect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lIns="0" tIns="0" rIns="182880" bIns="0"/>
          <a:p>
            <a:pPr>
              <a:spcBef>
                <a:spcPct val="50000"/>
              </a:spcBef>
            </a:pPr>
            <a:r>
              <a:rPr lang="en-US" altLang="zh-CN" sz="2400" dirty="0">
                <a:solidFill>
                  <a:srgbClr val="FF0000"/>
                </a:solidFill>
              </a:rPr>
              <a:t>D</a:t>
            </a:r>
            <a:endParaRPr lang="zh-CN" altLang="en-US" sz="2400" dirty="0">
              <a:solidFill>
                <a:srgbClr val="FF0000"/>
              </a:solidFill>
            </a:endParaRPr>
          </a:p>
        </p:txBody>
      </p:sp>
      <p:sp>
        <p:nvSpPr>
          <p:cNvPr id="1049007" name="圆角矩形 8"/>
          <p:cNvSpPr/>
          <p:nvPr/>
        </p:nvSpPr>
        <p:spPr bwMode="auto">
          <a:xfrm>
            <a:off x="6007106" y="2173299"/>
            <a:ext cx="896939" cy="896937"/>
          </a:xfrm>
          <a:prstGeom prst="roundRect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lIns="0" tIns="0" rIns="182880" bIns="0"/>
          <a:p>
            <a:pPr>
              <a:spcBef>
                <a:spcPct val="50000"/>
              </a:spcBef>
            </a:pPr>
            <a:r>
              <a:rPr lang="zh-CN" altLang="en-US" sz="1600" dirty="0">
                <a:solidFill>
                  <a:srgbClr val="FF0000"/>
                </a:solidFill>
              </a:rPr>
              <a:t>周转房</a:t>
            </a:r>
            <a:endParaRPr lang="zh-CN" altLang="en-US" sz="1600" dirty="0">
              <a:solidFill>
                <a:srgbClr val="FF0000"/>
              </a:solidFill>
            </a:endParaRPr>
          </a:p>
        </p:txBody>
      </p:sp>
      <p:cxnSp>
        <p:nvCxnSpPr>
          <p:cNvPr id="3145735" name="曲线连接符 10"/>
          <p:cNvCxnSpPr>
            <a:cxnSpLocks noChangeShapeType="1"/>
            <a:stCxn id="1049006" idx="0"/>
            <a:endCxn id="1049007" idx="0"/>
          </p:cNvCxnSpPr>
          <p:nvPr/>
        </p:nvCxnSpPr>
        <p:spPr bwMode="auto">
          <a:xfrm rot="5400000" flipH="1" flipV="1">
            <a:off x="5468939" y="1185872"/>
            <a:ext cx="1588" cy="1973263"/>
          </a:xfrm>
          <a:prstGeom prst="curvedConnector3">
            <a:avLst>
              <a:gd name="adj1" fmla="val 14395468"/>
            </a:avLst>
          </a:prstGeom>
          <a:noFill/>
          <a:ln w="9525" algn="ctr">
            <a:solidFill>
              <a:schemeClr val="accent1"/>
            </a:solidFill>
            <a:round/>
            <a:tailEnd type="triangle" w="med" len="med"/>
          </a:ln>
        </p:spPr>
      </p:cxnSp>
      <p:cxnSp>
        <p:nvCxnSpPr>
          <p:cNvPr id="3145736" name="曲线连接符 12"/>
          <p:cNvCxnSpPr>
            <a:cxnSpLocks noChangeShapeType="1"/>
            <a:stCxn id="1049005" idx="2"/>
            <a:endCxn id="1049006" idx="2"/>
          </p:cNvCxnSpPr>
          <p:nvPr/>
        </p:nvCxnSpPr>
        <p:spPr bwMode="auto">
          <a:xfrm rot="16200000" flipH="1">
            <a:off x="4033846" y="2620974"/>
            <a:ext cx="1587" cy="896937"/>
          </a:xfrm>
          <a:prstGeom prst="curvedConnector3">
            <a:avLst>
              <a:gd name="adj1" fmla="val 14395468"/>
            </a:avLst>
          </a:prstGeom>
          <a:noFill/>
          <a:ln w="9525" algn="ctr">
            <a:solidFill>
              <a:schemeClr val="accent1"/>
            </a:solidFill>
            <a:round/>
            <a:tailEnd type="triangle" w="med" len="med"/>
          </a:ln>
        </p:spPr>
      </p:cxnSp>
      <p:cxnSp>
        <p:nvCxnSpPr>
          <p:cNvPr id="3145737" name="曲线连接符 15"/>
          <p:cNvCxnSpPr>
            <a:cxnSpLocks noChangeShapeType="1"/>
            <a:stCxn id="1049004" idx="2"/>
            <a:endCxn id="1049005" idx="2"/>
          </p:cNvCxnSpPr>
          <p:nvPr/>
        </p:nvCxnSpPr>
        <p:spPr bwMode="auto">
          <a:xfrm rot="16200000" flipH="1">
            <a:off x="3136910" y="2620969"/>
            <a:ext cx="1587" cy="896939"/>
          </a:xfrm>
          <a:prstGeom prst="curvedConnector3">
            <a:avLst>
              <a:gd name="adj1" fmla="val 14395468"/>
            </a:avLst>
          </a:prstGeom>
          <a:noFill/>
          <a:ln w="9525" algn="ctr">
            <a:solidFill>
              <a:schemeClr val="accent1"/>
            </a:solidFill>
            <a:round/>
            <a:tailEnd type="triangle" w="med" len="med"/>
          </a:ln>
        </p:spPr>
      </p:cxnSp>
      <p:cxnSp>
        <p:nvCxnSpPr>
          <p:cNvPr id="3145738" name="曲线连接符 18"/>
          <p:cNvCxnSpPr>
            <a:cxnSpLocks noChangeShapeType="1"/>
            <a:stCxn id="1049003" idx="2"/>
            <a:endCxn id="1049004" idx="2"/>
          </p:cNvCxnSpPr>
          <p:nvPr/>
        </p:nvCxnSpPr>
        <p:spPr bwMode="auto">
          <a:xfrm rot="16200000" flipH="1">
            <a:off x="2239973" y="2620974"/>
            <a:ext cx="1587" cy="896937"/>
          </a:xfrm>
          <a:prstGeom prst="curvedConnector3">
            <a:avLst>
              <a:gd name="adj1" fmla="val 14395468"/>
            </a:avLst>
          </a:prstGeom>
          <a:noFill/>
          <a:ln w="9525" algn="ctr">
            <a:solidFill>
              <a:schemeClr val="accent1"/>
            </a:solidFill>
            <a:round/>
            <a:tailEnd type="triangle" w="med" len="med"/>
          </a:ln>
        </p:spPr>
      </p:cxnSp>
      <p:cxnSp>
        <p:nvCxnSpPr>
          <p:cNvPr id="3145739" name="曲线连接符 21"/>
          <p:cNvCxnSpPr>
            <a:cxnSpLocks noChangeShapeType="1"/>
            <a:stCxn id="1049007" idx="2"/>
            <a:endCxn id="1049003" idx="2"/>
          </p:cNvCxnSpPr>
          <p:nvPr/>
        </p:nvCxnSpPr>
        <p:spPr bwMode="auto">
          <a:xfrm rot="5400000">
            <a:off x="4123542" y="737402"/>
            <a:ext cx="1587" cy="4664075"/>
          </a:xfrm>
          <a:prstGeom prst="curvedConnector3">
            <a:avLst>
              <a:gd name="adj1" fmla="val 33143079"/>
            </a:avLst>
          </a:prstGeom>
          <a:noFill/>
          <a:ln w="9525" algn="ctr">
            <a:solidFill>
              <a:schemeClr val="accent1"/>
            </a:solidFill>
            <a:round/>
            <a:tailEnd type="triangle" w="med" len="med"/>
          </a:ln>
        </p:spPr>
      </p:cxnSp>
      <p:sp>
        <p:nvSpPr>
          <p:cNvPr id="1049008" name="TextBox 25"/>
          <p:cNvSpPr txBox="1">
            <a:spLocks noChangeArrowheads="1"/>
          </p:cNvSpPr>
          <p:nvPr/>
        </p:nvSpPr>
        <p:spPr bwMode="auto">
          <a:xfrm>
            <a:off x="5289558" y="1635127"/>
            <a:ext cx="538163" cy="337185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Aft>
                <a:spcPts val="0"/>
              </a:spcAft>
            </a:pPr>
            <a:r>
              <a:rPr lang="en-US" altLang="zh-CN" sz="1600" b="1"/>
              <a:t>1T</a:t>
            </a:r>
            <a:endParaRPr lang="zh-CN" altLang="en-US" sz="1600" b="1"/>
          </a:p>
        </p:txBody>
      </p:sp>
      <p:sp>
        <p:nvSpPr>
          <p:cNvPr id="1049009" name="TextBox 26"/>
          <p:cNvSpPr txBox="1">
            <a:spLocks noChangeArrowheads="1"/>
          </p:cNvSpPr>
          <p:nvPr/>
        </p:nvSpPr>
        <p:spPr bwMode="auto">
          <a:xfrm>
            <a:off x="3854458" y="3090869"/>
            <a:ext cx="538163" cy="337185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Aft>
                <a:spcPts val="0"/>
              </a:spcAft>
            </a:pPr>
            <a:r>
              <a:rPr lang="en-US" altLang="zh-CN" sz="1600" b="1"/>
              <a:t>2T</a:t>
            </a:r>
            <a:endParaRPr lang="zh-CN" altLang="en-US" sz="1600" b="1"/>
          </a:p>
        </p:txBody>
      </p:sp>
      <p:sp>
        <p:nvSpPr>
          <p:cNvPr id="1049010" name="TextBox 27"/>
          <p:cNvSpPr txBox="1">
            <a:spLocks noChangeArrowheads="1"/>
          </p:cNvSpPr>
          <p:nvPr/>
        </p:nvSpPr>
        <p:spPr bwMode="auto">
          <a:xfrm>
            <a:off x="2957518" y="3090869"/>
            <a:ext cx="538163" cy="337185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Aft>
                <a:spcPts val="0"/>
              </a:spcAft>
            </a:pPr>
            <a:r>
              <a:rPr lang="en-US" altLang="zh-CN" sz="1600" b="1"/>
              <a:t>3T</a:t>
            </a:r>
            <a:endParaRPr lang="zh-CN" altLang="en-US" sz="1600" b="1"/>
          </a:p>
        </p:txBody>
      </p:sp>
      <p:sp>
        <p:nvSpPr>
          <p:cNvPr id="1049011" name="TextBox 28"/>
          <p:cNvSpPr txBox="1">
            <a:spLocks noChangeArrowheads="1"/>
          </p:cNvSpPr>
          <p:nvPr/>
        </p:nvSpPr>
        <p:spPr bwMode="auto">
          <a:xfrm>
            <a:off x="2060585" y="3090869"/>
            <a:ext cx="538163" cy="337185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Aft>
                <a:spcPts val="0"/>
              </a:spcAft>
            </a:pPr>
            <a:r>
              <a:rPr lang="en-US" altLang="zh-CN" sz="1600" b="1"/>
              <a:t>4T</a:t>
            </a:r>
            <a:endParaRPr lang="zh-CN" altLang="en-US" sz="1600" b="1"/>
          </a:p>
        </p:txBody>
      </p:sp>
      <p:sp>
        <p:nvSpPr>
          <p:cNvPr id="1049012" name="TextBox 29"/>
          <p:cNvSpPr txBox="1">
            <a:spLocks noChangeArrowheads="1"/>
          </p:cNvSpPr>
          <p:nvPr/>
        </p:nvSpPr>
        <p:spPr bwMode="auto">
          <a:xfrm>
            <a:off x="4006858" y="3449643"/>
            <a:ext cx="538163" cy="337185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Aft>
                <a:spcPts val="0"/>
              </a:spcAft>
            </a:pPr>
            <a:r>
              <a:rPr lang="en-US" altLang="zh-CN" sz="1600" b="1"/>
              <a:t>5T</a:t>
            </a:r>
            <a:endParaRPr lang="zh-CN" altLang="en-US" sz="1600" b="1"/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700"/>
    </mc:Choice>
    <mc:Fallback>
      <p:transition/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2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016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pPr>
              <a:spcAft>
                <a:spcPts val="0"/>
              </a:spcAft>
            </a:pPr>
            <a:r>
              <a:rPr lang="zh-CN" altLang="en-US" smtClean="0"/>
              <a:t>方案二：在最短时间内完成</a:t>
            </a:r>
            <a:endParaRPr lang="zh-CN" altLang="en-US" smtClean="0"/>
          </a:p>
        </p:txBody>
      </p:sp>
      <p:sp>
        <p:nvSpPr>
          <p:cNvPr id="1049017" name="内容占位符 2"/>
          <p:cNvSpPr>
            <a:spLocks noGrp="1"/>
          </p:cNvSpPr>
          <p:nvPr>
            <p:ph idx="1"/>
          </p:nvPr>
        </p:nvSpPr>
        <p:spPr>
          <a:xfrm>
            <a:off x="917586" y="4146554"/>
            <a:ext cx="7369175" cy="1949451"/>
          </a:xfrm>
        </p:spPr>
        <p:txBody>
          <a:bodyPr/>
          <a:p>
            <a:pPr>
              <a:spcAft>
                <a:spcPts val="0"/>
              </a:spcAft>
            </a:pPr>
            <a:r>
              <a:rPr lang="zh-CN" altLang="en-US" smtClean="0"/>
              <a:t>占用额外空间</a:t>
            </a:r>
            <a:r>
              <a:rPr lang="en-US" altLang="zh-CN" smtClean="0"/>
              <a:t>4</a:t>
            </a:r>
            <a:endParaRPr lang="en-US" altLang="zh-CN" smtClean="0"/>
          </a:p>
          <a:p>
            <a:pPr>
              <a:spcBef>
                <a:spcPts val="750"/>
              </a:spcBef>
            </a:pPr>
            <a:r>
              <a:rPr lang="zh-CN" altLang="en-US" smtClean="0"/>
              <a:t>消耗时间</a:t>
            </a:r>
            <a:r>
              <a:rPr lang="en-US" altLang="zh-CN" smtClean="0"/>
              <a:t>2T</a:t>
            </a:r>
            <a:endParaRPr lang="en-US" altLang="zh-CN" smtClean="0"/>
          </a:p>
          <a:p>
            <a:endParaRPr lang="zh-CN" altLang="en-US" smtClean="0"/>
          </a:p>
        </p:txBody>
      </p:sp>
      <p:sp>
        <p:nvSpPr>
          <p:cNvPr id="1049018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rtl="0">
              <a:spcAft>
                <a:spcPts val="0"/>
              </a:spcAft>
            </a:pPr>
            <a:fld id="{71B7BAC7-FE87-40F6-AA24-4F4685D1B022}" type="slidenum">
              <a:rPr lang="en-US" altLang="zh-CN" noProof="0" smtClean="0"/>
            </a:fld>
            <a:endParaRPr lang="zh-CN" altLang="en-US" noProof="0" dirty="0"/>
          </a:p>
        </p:txBody>
      </p:sp>
      <p:sp>
        <p:nvSpPr>
          <p:cNvPr id="1049019" name="圆角矩形 4"/>
          <p:cNvSpPr/>
          <p:nvPr/>
        </p:nvSpPr>
        <p:spPr bwMode="auto">
          <a:xfrm>
            <a:off x="446099" y="2173299"/>
            <a:ext cx="896937" cy="896937"/>
          </a:xfrm>
          <a:prstGeom prst="roundRect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lIns="0" tIns="0" rIns="182880" bIns="0"/>
          <a:p>
            <a:pPr>
              <a:spcBef>
                <a:spcPct val="50000"/>
              </a:spcBef>
            </a:pPr>
            <a:r>
              <a:rPr lang="en-US" altLang="zh-CN" sz="2400" dirty="0">
                <a:solidFill>
                  <a:srgbClr val="FF0000"/>
                </a:solidFill>
              </a:rPr>
              <a:t>A</a:t>
            </a:r>
            <a:endParaRPr lang="zh-CN" altLang="en-US" sz="2400" dirty="0">
              <a:solidFill>
                <a:srgbClr val="FF0000"/>
              </a:solidFill>
            </a:endParaRPr>
          </a:p>
        </p:txBody>
      </p:sp>
      <p:sp>
        <p:nvSpPr>
          <p:cNvPr id="1049020" name="圆角矩形 5"/>
          <p:cNvSpPr/>
          <p:nvPr/>
        </p:nvSpPr>
        <p:spPr bwMode="auto">
          <a:xfrm>
            <a:off x="1343030" y="2173299"/>
            <a:ext cx="896939" cy="896937"/>
          </a:xfrm>
          <a:prstGeom prst="roundRect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lIns="0" tIns="0" rIns="182880" bIns="0"/>
          <a:p>
            <a:pPr>
              <a:spcBef>
                <a:spcPct val="50000"/>
              </a:spcBef>
            </a:pPr>
            <a:r>
              <a:rPr lang="en-US" altLang="zh-CN" sz="2400" dirty="0">
                <a:solidFill>
                  <a:srgbClr val="FF0000"/>
                </a:solidFill>
              </a:rPr>
              <a:t>B</a:t>
            </a:r>
            <a:endParaRPr lang="zh-CN" altLang="en-US" sz="2400" dirty="0">
              <a:solidFill>
                <a:srgbClr val="FF0000"/>
              </a:solidFill>
            </a:endParaRPr>
          </a:p>
        </p:txBody>
      </p:sp>
      <p:sp>
        <p:nvSpPr>
          <p:cNvPr id="1049021" name="圆角矩形 6"/>
          <p:cNvSpPr/>
          <p:nvPr/>
        </p:nvSpPr>
        <p:spPr bwMode="auto">
          <a:xfrm>
            <a:off x="2239974" y="2173299"/>
            <a:ext cx="896937" cy="896937"/>
          </a:xfrm>
          <a:prstGeom prst="roundRect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lIns="0" tIns="0" rIns="182880" bIns="0"/>
          <a:p>
            <a:pPr>
              <a:spcBef>
                <a:spcPct val="50000"/>
              </a:spcBef>
            </a:pPr>
            <a:r>
              <a:rPr lang="en-US" altLang="zh-CN" sz="2400" dirty="0">
                <a:solidFill>
                  <a:srgbClr val="FF0000"/>
                </a:solidFill>
              </a:rPr>
              <a:t>C</a:t>
            </a:r>
            <a:endParaRPr lang="zh-CN" altLang="en-US" sz="2400" dirty="0">
              <a:solidFill>
                <a:srgbClr val="FF0000"/>
              </a:solidFill>
            </a:endParaRPr>
          </a:p>
        </p:txBody>
      </p:sp>
      <p:sp>
        <p:nvSpPr>
          <p:cNvPr id="1049022" name="圆角矩形 7"/>
          <p:cNvSpPr/>
          <p:nvPr/>
        </p:nvSpPr>
        <p:spPr bwMode="auto">
          <a:xfrm>
            <a:off x="3136906" y="2173299"/>
            <a:ext cx="896939" cy="896937"/>
          </a:xfrm>
          <a:prstGeom prst="roundRect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lIns="0" tIns="0" rIns="182880" bIns="0"/>
          <a:p>
            <a:pPr>
              <a:spcBef>
                <a:spcPct val="50000"/>
              </a:spcBef>
            </a:pPr>
            <a:r>
              <a:rPr lang="en-US" altLang="zh-CN" sz="2400" dirty="0">
                <a:solidFill>
                  <a:srgbClr val="FF0000"/>
                </a:solidFill>
              </a:rPr>
              <a:t>D</a:t>
            </a:r>
            <a:endParaRPr lang="zh-CN" altLang="en-US" sz="2400" dirty="0">
              <a:solidFill>
                <a:srgbClr val="FF0000"/>
              </a:solidFill>
            </a:endParaRPr>
          </a:p>
        </p:txBody>
      </p:sp>
      <p:sp>
        <p:nvSpPr>
          <p:cNvPr id="1049023" name="圆角矩形 8"/>
          <p:cNvSpPr/>
          <p:nvPr/>
        </p:nvSpPr>
        <p:spPr bwMode="auto">
          <a:xfrm>
            <a:off x="5110174" y="2173299"/>
            <a:ext cx="896937" cy="896937"/>
          </a:xfrm>
          <a:prstGeom prst="roundRect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lIns="0" tIns="0" rIns="182880" bIns="0"/>
          <a:p>
            <a:pPr>
              <a:spcBef>
                <a:spcPct val="50000"/>
              </a:spcBef>
            </a:pPr>
            <a:r>
              <a:rPr lang="zh-CN" altLang="en-US" sz="1600" dirty="0">
                <a:solidFill>
                  <a:srgbClr val="FF0000"/>
                </a:solidFill>
              </a:rPr>
              <a:t>周转房</a:t>
            </a:r>
            <a:endParaRPr lang="zh-CN" altLang="en-US" sz="1600" dirty="0">
              <a:solidFill>
                <a:srgbClr val="FF0000"/>
              </a:solidFill>
            </a:endParaRPr>
          </a:p>
        </p:txBody>
      </p:sp>
      <p:cxnSp>
        <p:nvCxnSpPr>
          <p:cNvPr id="3145740" name="曲线连接符 9"/>
          <p:cNvCxnSpPr>
            <a:cxnSpLocks noChangeShapeType="1"/>
            <a:stCxn id="1049019" idx="0"/>
            <a:endCxn id="1049023" idx="0"/>
          </p:cNvCxnSpPr>
          <p:nvPr/>
        </p:nvCxnSpPr>
        <p:spPr bwMode="auto">
          <a:xfrm rot="5400000" flipH="1" flipV="1">
            <a:off x="3226595" y="-159543"/>
            <a:ext cx="1588" cy="4664075"/>
          </a:xfrm>
          <a:prstGeom prst="curvedConnector3">
            <a:avLst>
              <a:gd name="adj1" fmla="val 14395468"/>
            </a:avLst>
          </a:prstGeom>
          <a:noFill/>
          <a:ln w="9525" algn="ctr">
            <a:solidFill>
              <a:schemeClr val="accent1"/>
            </a:solidFill>
            <a:round/>
            <a:tailEnd type="triangle" w="med" len="med"/>
          </a:ln>
        </p:spPr>
      </p:cxnSp>
      <p:cxnSp>
        <p:nvCxnSpPr>
          <p:cNvPr id="3145741" name="曲线连接符 13"/>
          <p:cNvCxnSpPr>
            <a:cxnSpLocks noChangeShapeType="1"/>
            <a:stCxn id="1049023" idx="2"/>
            <a:endCxn id="1049020" idx="2"/>
          </p:cNvCxnSpPr>
          <p:nvPr/>
        </p:nvCxnSpPr>
        <p:spPr bwMode="auto">
          <a:xfrm rot="5400000">
            <a:off x="3675073" y="1185874"/>
            <a:ext cx="1587" cy="3767137"/>
          </a:xfrm>
          <a:prstGeom prst="curvedConnector3">
            <a:avLst>
              <a:gd name="adj1" fmla="val 14395468"/>
            </a:avLst>
          </a:prstGeom>
          <a:noFill/>
          <a:ln w="9525" algn="ctr">
            <a:solidFill>
              <a:schemeClr val="accent1"/>
            </a:solidFill>
            <a:round/>
            <a:tailEnd type="triangle" w="med" len="med"/>
          </a:ln>
        </p:spPr>
      </p:cxnSp>
      <p:sp>
        <p:nvSpPr>
          <p:cNvPr id="1049024" name="TextBox 14"/>
          <p:cNvSpPr txBox="1">
            <a:spLocks noChangeArrowheads="1"/>
          </p:cNvSpPr>
          <p:nvPr/>
        </p:nvSpPr>
        <p:spPr bwMode="auto">
          <a:xfrm>
            <a:off x="4392618" y="1635127"/>
            <a:ext cx="538163" cy="337185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Aft>
                <a:spcPts val="0"/>
              </a:spcAft>
            </a:pPr>
            <a:r>
              <a:rPr lang="en-US" altLang="zh-CN" sz="1600" b="1"/>
              <a:t>1T</a:t>
            </a:r>
            <a:endParaRPr lang="zh-CN" altLang="en-US" sz="1600" b="1"/>
          </a:p>
        </p:txBody>
      </p:sp>
      <p:sp>
        <p:nvSpPr>
          <p:cNvPr id="1049025" name="TextBox 18"/>
          <p:cNvSpPr txBox="1">
            <a:spLocks noChangeArrowheads="1"/>
          </p:cNvSpPr>
          <p:nvPr/>
        </p:nvSpPr>
        <p:spPr bwMode="auto">
          <a:xfrm>
            <a:off x="4392618" y="3449643"/>
            <a:ext cx="538163" cy="337185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Aft>
                <a:spcPts val="0"/>
              </a:spcAft>
            </a:pPr>
            <a:r>
              <a:rPr lang="en-US" altLang="zh-CN" sz="1600" b="1"/>
              <a:t>2T</a:t>
            </a:r>
            <a:endParaRPr lang="zh-CN" altLang="en-US" sz="1600" b="1"/>
          </a:p>
        </p:txBody>
      </p:sp>
      <p:sp>
        <p:nvSpPr>
          <p:cNvPr id="1049026" name="圆角矩形 19"/>
          <p:cNvSpPr/>
          <p:nvPr/>
        </p:nvSpPr>
        <p:spPr bwMode="auto">
          <a:xfrm>
            <a:off x="6007106" y="2173299"/>
            <a:ext cx="896939" cy="896937"/>
          </a:xfrm>
          <a:prstGeom prst="roundRect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lIns="0" tIns="0" rIns="182880" bIns="0"/>
          <a:p>
            <a:pPr>
              <a:spcBef>
                <a:spcPct val="50000"/>
              </a:spcBef>
            </a:pPr>
            <a:r>
              <a:rPr lang="zh-CN" altLang="en-US" sz="1600" dirty="0">
                <a:solidFill>
                  <a:srgbClr val="FF0000"/>
                </a:solidFill>
              </a:rPr>
              <a:t>周转房</a:t>
            </a:r>
            <a:endParaRPr lang="zh-CN" altLang="en-US" sz="1600" dirty="0">
              <a:solidFill>
                <a:srgbClr val="FF0000"/>
              </a:solidFill>
            </a:endParaRPr>
          </a:p>
        </p:txBody>
      </p:sp>
      <p:sp>
        <p:nvSpPr>
          <p:cNvPr id="1049027" name="圆角矩形 20"/>
          <p:cNvSpPr/>
          <p:nvPr/>
        </p:nvSpPr>
        <p:spPr bwMode="auto">
          <a:xfrm>
            <a:off x="6904049" y="2173299"/>
            <a:ext cx="896937" cy="896937"/>
          </a:xfrm>
          <a:prstGeom prst="roundRect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lIns="0" tIns="0" rIns="182880" bIns="0"/>
          <a:p>
            <a:pPr>
              <a:spcBef>
                <a:spcPct val="50000"/>
              </a:spcBef>
            </a:pPr>
            <a:r>
              <a:rPr lang="zh-CN" altLang="en-US" sz="1600" dirty="0">
                <a:solidFill>
                  <a:srgbClr val="FF0000"/>
                </a:solidFill>
              </a:rPr>
              <a:t>周转房</a:t>
            </a:r>
            <a:endParaRPr lang="zh-CN" altLang="en-US" sz="1600" dirty="0">
              <a:solidFill>
                <a:srgbClr val="FF0000"/>
              </a:solidFill>
            </a:endParaRPr>
          </a:p>
        </p:txBody>
      </p:sp>
      <p:sp>
        <p:nvSpPr>
          <p:cNvPr id="1049028" name="圆角矩形 21"/>
          <p:cNvSpPr/>
          <p:nvPr/>
        </p:nvSpPr>
        <p:spPr bwMode="auto">
          <a:xfrm>
            <a:off x="7800981" y="2173299"/>
            <a:ext cx="896939" cy="896937"/>
          </a:xfrm>
          <a:prstGeom prst="roundRect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lIns="0" tIns="0" rIns="182880" bIns="0"/>
          <a:p>
            <a:pPr>
              <a:spcBef>
                <a:spcPct val="50000"/>
              </a:spcBef>
            </a:pPr>
            <a:r>
              <a:rPr lang="zh-CN" altLang="en-US" sz="1600" dirty="0">
                <a:solidFill>
                  <a:srgbClr val="FF0000"/>
                </a:solidFill>
              </a:rPr>
              <a:t>周转房</a:t>
            </a:r>
            <a:endParaRPr lang="zh-CN" altLang="en-US" sz="1600" dirty="0">
              <a:solidFill>
                <a:srgbClr val="FF0000"/>
              </a:solidFill>
            </a:endParaRPr>
          </a:p>
        </p:txBody>
      </p:sp>
      <p:cxnSp>
        <p:nvCxnSpPr>
          <p:cNvPr id="3145742" name="曲线连接符 23"/>
          <p:cNvCxnSpPr>
            <a:cxnSpLocks noChangeShapeType="1"/>
            <a:stCxn id="1049020" idx="0"/>
            <a:endCxn id="1049026" idx="0"/>
          </p:cNvCxnSpPr>
          <p:nvPr/>
        </p:nvCxnSpPr>
        <p:spPr bwMode="auto">
          <a:xfrm rot="5400000" flipH="1" flipV="1">
            <a:off x="4123534" y="-159543"/>
            <a:ext cx="1588" cy="4664075"/>
          </a:xfrm>
          <a:prstGeom prst="curvedConnector3">
            <a:avLst>
              <a:gd name="adj1" fmla="val 14395468"/>
            </a:avLst>
          </a:prstGeom>
          <a:noFill/>
          <a:ln w="9525" algn="ctr">
            <a:solidFill>
              <a:schemeClr val="accent1"/>
            </a:solidFill>
            <a:round/>
            <a:tailEnd type="triangle" w="med" len="med"/>
          </a:ln>
        </p:spPr>
      </p:cxnSp>
      <p:cxnSp>
        <p:nvCxnSpPr>
          <p:cNvPr id="3145743" name="曲线连接符 26"/>
          <p:cNvCxnSpPr>
            <a:cxnSpLocks noChangeShapeType="1"/>
            <a:stCxn id="1049021" idx="0"/>
            <a:endCxn id="1049027" idx="0"/>
          </p:cNvCxnSpPr>
          <p:nvPr/>
        </p:nvCxnSpPr>
        <p:spPr bwMode="auto">
          <a:xfrm rot="5400000" flipH="1" flipV="1">
            <a:off x="5020471" y="-159543"/>
            <a:ext cx="1588" cy="4664075"/>
          </a:xfrm>
          <a:prstGeom prst="curvedConnector3">
            <a:avLst>
              <a:gd name="adj1" fmla="val 14395468"/>
            </a:avLst>
          </a:prstGeom>
          <a:noFill/>
          <a:ln w="9525" algn="ctr">
            <a:solidFill>
              <a:schemeClr val="accent1"/>
            </a:solidFill>
            <a:round/>
            <a:tailEnd type="triangle" w="med" len="med"/>
          </a:ln>
        </p:spPr>
      </p:cxnSp>
      <p:cxnSp>
        <p:nvCxnSpPr>
          <p:cNvPr id="3145744" name="曲线连接符 29"/>
          <p:cNvCxnSpPr>
            <a:cxnSpLocks noChangeShapeType="1"/>
            <a:stCxn id="1049022" idx="0"/>
            <a:endCxn id="1049028" idx="0"/>
          </p:cNvCxnSpPr>
          <p:nvPr/>
        </p:nvCxnSpPr>
        <p:spPr bwMode="auto">
          <a:xfrm rot="5400000" flipH="1" flipV="1">
            <a:off x="5917407" y="-159543"/>
            <a:ext cx="1588" cy="4664075"/>
          </a:xfrm>
          <a:prstGeom prst="curvedConnector3">
            <a:avLst>
              <a:gd name="adj1" fmla="val 14395468"/>
            </a:avLst>
          </a:prstGeom>
          <a:noFill/>
          <a:ln w="9525" algn="ctr">
            <a:solidFill>
              <a:schemeClr val="accent1"/>
            </a:solidFill>
            <a:round/>
            <a:tailEnd type="triangle" w="med" len="med"/>
          </a:ln>
        </p:spPr>
      </p:cxnSp>
      <p:cxnSp>
        <p:nvCxnSpPr>
          <p:cNvPr id="3145745" name="曲线连接符 33"/>
          <p:cNvCxnSpPr>
            <a:cxnSpLocks noChangeShapeType="1"/>
            <a:stCxn id="1049026" idx="2"/>
            <a:endCxn id="1049021" idx="2"/>
          </p:cNvCxnSpPr>
          <p:nvPr/>
        </p:nvCxnSpPr>
        <p:spPr bwMode="auto">
          <a:xfrm rot="5400000">
            <a:off x="4572010" y="1185869"/>
            <a:ext cx="1587" cy="3767139"/>
          </a:xfrm>
          <a:prstGeom prst="curvedConnector3">
            <a:avLst>
              <a:gd name="adj1" fmla="val 14395468"/>
            </a:avLst>
          </a:prstGeom>
          <a:noFill/>
          <a:ln w="9525" algn="ctr">
            <a:solidFill>
              <a:schemeClr val="accent1"/>
            </a:solidFill>
            <a:round/>
            <a:tailEnd type="triangle" w="med" len="med"/>
          </a:ln>
        </p:spPr>
      </p:cxnSp>
      <p:cxnSp>
        <p:nvCxnSpPr>
          <p:cNvPr id="3145746" name="曲线连接符 36"/>
          <p:cNvCxnSpPr>
            <a:cxnSpLocks noChangeShapeType="1"/>
            <a:stCxn id="1049027" idx="2"/>
            <a:endCxn id="1049022" idx="2"/>
          </p:cNvCxnSpPr>
          <p:nvPr/>
        </p:nvCxnSpPr>
        <p:spPr bwMode="auto">
          <a:xfrm rot="5400000">
            <a:off x="5468946" y="1185874"/>
            <a:ext cx="1587" cy="3767137"/>
          </a:xfrm>
          <a:prstGeom prst="curvedConnector3">
            <a:avLst>
              <a:gd name="adj1" fmla="val 14395468"/>
            </a:avLst>
          </a:prstGeom>
          <a:noFill/>
          <a:ln w="9525" algn="ctr">
            <a:solidFill>
              <a:schemeClr val="accent1"/>
            </a:solidFill>
            <a:round/>
            <a:tailEnd type="triangle" w="med" len="med"/>
          </a:ln>
        </p:spPr>
      </p:cxnSp>
      <p:cxnSp>
        <p:nvCxnSpPr>
          <p:cNvPr id="3145747" name="曲线连接符 39"/>
          <p:cNvCxnSpPr>
            <a:cxnSpLocks noChangeShapeType="1"/>
            <a:stCxn id="1049028" idx="2"/>
            <a:endCxn id="1049019" idx="2"/>
          </p:cNvCxnSpPr>
          <p:nvPr/>
        </p:nvCxnSpPr>
        <p:spPr bwMode="auto">
          <a:xfrm rot="5400000">
            <a:off x="4572002" y="-608012"/>
            <a:ext cx="1587" cy="7354888"/>
          </a:xfrm>
          <a:prstGeom prst="curvedConnector3">
            <a:avLst>
              <a:gd name="adj1" fmla="val 22430167"/>
            </a:avLst>
          </a:prstGeom>
          <a:noFill/>
          <a:ln w="9525" algn="ctr">
            <a:solidFill>
              <a:schemeClr val="accent1"/>
            </a:solidFill>
            <a:round/>
            <a:tailEnd type="triangle" w="med" len="med"/>
          </a:ln>
        </p:spPr>
      </p:cxnSp>
    </p:spTree>
    <p:custDataLst>
      <p:tags r:id="rId1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700"/>
    </mc:Choice>
    <mc:Fallback>
      <p:transition/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30" name=""/>
        <p:cNvGrpSpPr/>
        <p:nvPr/>
      </p:nvGrpSpPr>
      <p:grpSpPr/>
      <p:sp>
        <p:nvSpPr>
          <p:cNvPr id="104903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pPr>
              <a:spcAft>
                <a:spcPts val="0"/>
              </a:spcAft>
            </a:pPr>
            <a:r>
              <a:rPr lang="zh-CN" altLang="en-US"/>
              <a:t>两个方案的区别</a:t>
            </a:r>
            <a:endParaRPr lang="zh-CN" altLang="en-US"/>
          </a:p>
        </p:txBody>
      </p:sp>
      <p:sp>
        <p:nvSpPr>
          <p:cNvPr id="104903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pPr marL="457200" indent="-457200">
              <a:spcAft>
                <a:spcPts val="0"/>
              </a:spcAft>
              <a:buAutoNum type="arabicPeriod"/>
            </a:pPr>
            <a:r>
              <a:rPr lang="zh-CN" altLang="en-US"/>
              <a:t>辅助空间占用数量</a:t>
            </a:r>
            <a:endParaRPr lang="zh-CN" altLang="en-US"/>
          </a:p>
          <a:p>
            <a:pPr marL="457200" indent="-457200">
              <a:spcBef>
                <a:spcPts val="750"/>
              </a:spcBef>
              <a:spcAft>
                <a:spcPts val="0"/>
              </a:spcAft>
              <a:buAutoNum type="arabicPeriod"/>
            </a:pPr>
            <a:r>
              <a:rPr lang="zh-CN" altLang="en-US"/>
              <a:t>算力需求数量</a:t>
            </a:r>
            <a:endParaRPr lang="zh-CN" altLang="en-US"/>
          </a:p>
          <a:p>
            <a:pPr marL="457200" indent="-457200">
              <a:spcBef>
                <a:spcPts val="750"/>
              </a:spcBef>
              <a:buAutoNum type="arabicPeriod"/>
            </a:pPr>
            <a:r>
              <a:rPr lang="zh-CN" altLang="en-US"/>
              <a:t>消耗时间</a:t>
            </a:r>
            <a:endParaRPr lang="zh-CN" altLang="en-US"/>
          </a:p>
        </p:txBody>
      </p:sp>
    </p:spTree>
    <p:custDataLst>
      <p:tags r:id="rId1"/>
    </p:custData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3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034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pPr>
              <a:spcAft>
                <a:spcPts val="0"/>
              </a:spcAft>
            </a:pPr>
            <a:r>
              <a:rPr lang="zh-CN" altLang="en-US" smtClean="0"/>
              <a:t>结论</a:t>
            </a:r>
            <a:endParaRPr lang="zh-CN" altLang="en-US" smtClean="0"/>
          </a:p>
        </p:txBody>
      </p:sp>
      <p:sp>
        <p:nvSpPr>
          <p:cNvPr id="1049035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pPr>
              <a:spcAft>
                <a:spcPts val="0"/>
              </a:spcAft>
            </a:pPr>
            <a:r>
              <a:rPr lang="zh-CN" altLang="en-US" smtClean="0"/>
              <a:t>评价程序性能</a:t>
            </a:r>
            <a:endParaRPr lang="en-US" altLang="zh-CN" smtClean="0"/>
          </a:p>
          <a:p>
            <a:pPr lvl="1">
              <a:spcBef>
                <a:spcPts val="375"/>
              </a:spcBef>
              <a:spcAft>
                <a:spcPts val="0"/>
              </a:spcAft>
            </a:pPr>
            <a:r>
              <a:rPr lang="zh-CN" altLang="en-US" smtClean="0"/>
              <a:t>分析或测量程序的时空开销</a:t>
            </a:r>
            <a:endParaRPr lang="en-US" altLang="zh-CN" smtClean="0"/>
          </a:p>
          <a:p>
            <a:pPr>
              <a:spcBef>
                <a:spcPts val="750"/>
              </a:spcBef>
              <a:spcAft>
                <a:spcPts val="0"/>
              </a:spcAft>
            </a:pPr>
            <a:r>
              <a:rPr lang="zh-CN" altLang="en-US" smtClean="0"/>
              <a:t>选择算法</a:t>
            </a:r>
            <a:endParaRPr lang="en-US" altLang="zh-CN" smtClean="0"/>
          </a:p>
          <a:p>
            <a:pPr lvl="1">
              <a:spcBef>
                <a:spcPts val="375"/>
              </a:spcBef>
            </a:pPr>
            <a:r>
              <a:rPr lang="zh-CN" altLang="en-US" smtClean="0"/>
              <a:t>针对某一具体问题，在其不同解决方案之间进行空间和时间的权衡</a:t>
            </a:r>
            <a:endParaRPr lang="zh-CN" altLang="en-US" smtClean="0"/>
          </a:p>
        </p:txBody>
      </p:sp>
      <p:sp>
        <p:nvSpPr>
          <p:cNvPr id="1049036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rtl="0">
              <a:spcAft>
                <a:spcPts val="0"/>
              </a:spcAft>
            </a:pPr>
            <a:fld id="{71B7BAC7-FE87-40F6-AA24-4F4685D1B022}" type="slidenum">
              <a:rPr lang="en-US" altLang="zh-CN" noProof="0" smtClean="0"/>
            </a:fld>
            <a:endParaRPr lang="zh-CN" altLang="en-US" noProof="0" dirty="0"/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700"/>
    </mc:Choice>
    <mc:Fallback>
      <p:transition/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3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040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pPr>
              <a:spcAft>
                <a:spcPts val="0"/>
              </a:spcAft>
            </a:pPr>
            <a:r>
              <a:rPr lang="zh-CN" altLang="en-US" smtClean="0"/>
              <a:t>影响程序性能评价的因素</a:t>
            </a:r>
            <a:endParaRPr lang="zh-CN" altLang="en-US" smtClean="0"/>
          </a:p>
        </p:txBody>
      </p:sp>
      <p:sp>
        <p:nvSpPr>
          <p:cNvPr id="1049041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pPr>
              <a:spcAft>
                <a:spcPts val="0"/>
              </a:spcAft>
            </a:pPr>
            <a:r>
              <a:rPr lang="zh-CN" altLang="en-US" smtClean="0"/>
              <a:t>计算机</a:t>
            </a:r>
            <a:endParaRPr lang="en-US" altLang="zh-CN" smtClean="0"/>
          </a:p>
          <a:p>
            <a:pPr>
              <a:spcBef>
                <a:spcPts val="750"/>
              </a:spcBef>
              <a:spcAft>
                <a:spcPts val="0"/>
              </a:spcAft>
            </a:pPr>
            <a:r>
              <a:rPr lang="zh-CN" altLang="en-US" smtClean="0"/>
              <a:t>编译器及其选项</a:t>
            </a:r>
            <a:endParaRPr lang="en-US" altLang="zh-CN" smtClean="0"/>
          </a:p>
          <a:p>
            <a:pPr>
              <a:spcBef>
                <a:spcPts val="750"/>
              </a:spcBef>
              <a:spcAft>
                <a:spcPts val="0"/>
              </a:spcAft>
            </a:pPr>
            <a:r>
              <a:rPr lang="zh-CN" altLang="en-US" smtClean="0"/>
              <a:t>问题规模（问题实例长度）</a:t>
            </a:r>
            <a:endParaRPr lang="en-US" altLang="zh-CN" smtClean="0"/>
          </a:p>
          <a:p>
            <a:pPr>
              <a:spcBef>
                <a:spcPts val="750"/>
              </a:spcBef>
              <a:spcAft>
                <a:spcPts val="0"/>
              </a:spcAft>
            </a:pPr>
            <a:r>
              <a:rPr lang="zh-CN" altLang="en-US" smtClean="0"/>
              <a:t>具体输入</a:t>
            </a:r>
            <a:endParaRPr lang="en-US" altLang="zh-CN" smtClean="0"/>
          </a:p>
          <a:p>
            <a:pPr>
              <a:spcBef>
                <a:spcPts val="750"/>
              </a:spcBef>
            </a:pPr>
            <a:r>
              <a:rPr lang="zh-CN" altLang="en-US" smtClean="0"/>
              <a:t>代码本身（数据结构及算法）</a:t>
            </a:r>
            <a:endParaRPr lang="zh-CN" altLang="en-US" smtClean="0"/>
          </a:p>
        </p:txBody>
      </p:sp>
      <p:sp>
        <p:nvSpPr>
          <p:cNvPr id="1049042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rtl="0">
              <a:spcAft>
                <a:spcPts val="0"/>
              </a:spcAft>
            </a:pPr>
            <a:fld id="{71B7BAC7-FE87-40F6-AA24-4F4685D1B022}" type="slidenum">
              <a:rPr lang="en-US" altLang="zh-CN" noProof="0" smtClean="0"/>
            </a:fld>
            <a:endParaRPr lang="zh-CN" altLang="en-US" noProof="0" dirty="0"/>
          </a:p>
        </p:txBody>
      </p:sp>
      <p:sp>
        <p:nvSpPr>
          <p:cNvPr id="1049043" name="右大括号 5"/>
          <p:cNvSpPr/>
          <p:nvPr/>
        </p:nvSpPr>
        <p:spPr bwMode="auto">
          <a:xfrm>
            <a:off x="5648325" y="1456055"/>
            <a:ext cx="358775" cy="787400"/>
          </a:xfrm>
          <a:prstGeom prst="rightBrace">
            <a:avLst>
              <a:gd name="adj1" fmla="val 8333"/>
              <a:gd name="adj2" fmla="val 50000"/>
            </a:avLst>
          </a:prstGeom>
          <a:noFill/>
          <a:ln w="28575" algn="ctr">
            <a:solidFill>
              <a:srgbClr val="FF0000"/>
            </a:solidFill>
            <a:round/>
          </a:ln>
        </p:spPr>
        <p:txBody>
          <a:bodyPr lIns="0" tIns="0" rIns="182880" bIns="0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endParaRPr lang="zh-CN" altLang="en-US" sz="2400"/>
          </a:p>
        </p:txBody>
      </p:sp>
      <p:sp>
        <p:nvSpPr>
          <p:cNvPr id="1049044" name="右大括号 6"/>
          <p:cNvSpPr/>
          <p:nvPr/>
        </p:nvSpPr>
        <p:spPr bwMode="auto">
          <a:xfrm>
            <a:off x="5648336" y="2621608"/>
            <a:ext cx="358775" cy="1614487"/>
          </a:xfrm>
          <a:prstGeom prst="rightBrace">
            <a:avLst>
              <a:gd name="adj1" fmla="val 8333"/>
              <a:gd name="adj2" fmla="val 50000"/>
            </a:avLst>
          </a:prstGeom>
          <a:noFill/>
          <a:ln w="28575" algn="ctr">
            <a:solidFill>
              <a:srgbClr val="FF0000"/>
            </a:solidFill>
            <a:round/>
          </a:ln>
        </p:spPr>
        <p:txBody>
          <a:bodyPr lIns="0" tIns="0" rIns="182880" bIns="0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endParaRPr lang="zh-CN" altLang="en-US" sz="2400"/>
          </a:p>
        </p:txBody>
      </p:sp>
      <p:sp>
        <p:nvSpPr>
          <p:cNvPr id="1049045" name="TextBox 7"/>
          <p:cNvSpPr txBox="1">
            <a:spLocks noChangeArrowheads="1"/>
          </p:cNvSpPr>
          <p:nvPr/>
        </p:nvSpPr>
        <p:spPr bwMode="auto">
          <a:xfrm>
            <a:off x="6186495" y="1657671"/>
            <a:ext cx="1973263" cy="368300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Aft>
                <a:spcPts val="0"/>
              </a:spcAft>
            </a:pPr>
            <a:r>
              <a:rPr lang="zh-CN" altLang="en-US"/>
              <a:t>暂不考虑</a:t>
            </a:r>
            <a:endParaRPr lang="zh-CN" altLang="en-US"/>
          </a:p>
        </p:txBody>
      </p:sp>
      <p:sp>
        <p:nvSpPr>
          <p:cNvPr id="1049046" name="TextBox 8"/>
          <p:cNvSpPr txBox="1">
            <a:spLocks noChangeArrowheads="1"/>
          </p:cNvSpPr>
          <p:nvPr/>
        </p:nvSpPr>
        <p:spPr bwMode="auto">
          <a:xfrm>
            <a:off x="6186495" y="3272155"/>
            <a:ext cx="1973263" cy="368300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Aft>
                <a:spcPts val="0"/>
              </a:spcAft>
            </a:pPr>
            <a:r>
              <a:rPr lang="zh-CN" altLang="en-US"/>
              <a:t>重点考虑</a:t>
            </a:r>
            <a:endParaRPr lang="zh-CN" altLang="en-US"/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700"/>
    </mc:Choice>
    <mc:Fallback>
      <p:transition/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3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050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pPr>
              <a:spcAft>
                <a:spcPts val="0"/>
              </a:spcAft>
            </a:pPr>
            <a:r>
              <a:rPr lang="zh-CN" altLang="en-US" smtClean="0"/>
              <a:t>空间复杂性</a:t>
            </a:r>
            <a:endParaRPr lang="zh-CN" altLang="en-US" smtClean="0"/>
          </a:p>
        </p:txBody>
      </p:sp>
      <p:sp>
        <p:nvSpPr>
          <p:cNvPr id="1049051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pPr>
              <a:spcAft>
                <a:spcPts val="0"/>
              </a:spcAft>
            </a:pPr>
            <a:r>
              <a:rPr lang="zh-CN" altLang="en-US" dirty="0" smtClean="0"/>
              <a:t>程序所需空间</a:t>
            </a:r>
            <a:endParaRPr lang="en-US" altLang="zh-CN" dirty="0" smtClean="0"/>
          </a:p>
          <a:p>
            <a:pPr lvl="1">
              <a:spcBef>
                <a:spcPts val="375"/>
              </a:spcBef>
              <a:spcAft>
                <a:spcPts val="0"/>
              </a:spcAft>
            </a:pPr>
            <a:r>
              <a:rPr lang="zh-CN" altLang="en-US" dirty="0" smtClean="0"/>
              <a:t>指令空间</a:t>
            </a:r>
            <a:endParaRPr lang="en-US" altLang="zh-CN" dirty="0" smtClean="0"/>
          </a:p>
          <a:p>
            <a:pPr lvl="2">
              <a:spcBef>
                <a:spcPts val="375"/>
              </a:spcBef>
              <a:spcAft>
                <a:spcPts val="0"/>
              </a:spcAft>
            </a:pPr>
            <a:r>
              <a:rPr lang="zh-CN" altLang="en-US" dirty="0" smtClean="0"/>
              <a:t>存储编译后的指令所需的空间</a:t>
            </a:r>
            <a:endParaRPr lang="en-US" altLang="zh-CN" dirty="0" smtClean="0"/>
          </a:p>
          <a:p>
            <a:pPr lvl="2">
              <a:spcBef>
                <a:spcPts val="375"/>
              </a:spcBef>
              <a:spcAft>
                <a:spcPts val="0"/>
              </a:spcAft>
            </a:pPr>
            <a:r>
              <a:rPr lang="zh-CN" altLang="en-US" dirty="0" smtClean="0"/>
              <a:t>与目标机器、编译器及选项有关</a:t>
            </a:r>
            <a:endParaRPr lang="en-US" altLang="zh-CN" dirty="0" smtClean="0"/>
          </a:p>
          <a:p>
            <a:pPr lvl="2">
              <a:spcBef>
                <a:spcPts val="375"/>
              </a:spcBef>
              <a:spcAft>
                <a:spcPts val="0"/>
              </a:spcAft>
            </a:pPr>
            <a:r>
              <a:rPr lang="zh-CN" altLang="en-US" dirty="0" smtClean="0"/>
              <a:t>不在本课程研究范围之内</a:t>
            </a:r>
            <a:endParaRPr lang="en-US" altLang="zh-CN" dirty="0" smtClean="0"/>
          </a:p>
          <a:p>
            <a:pPr lvl="1">
              <a:spcBef>
                <a:spcPts val="375"/>
              </a:spcBef>
              <a:spcAft>
                <a:spcPts val="0"/>
              </a:spcAft>
            </a:pPr>
            <a:r>
              <a:rPr lang="zh-CN" altLang="en-US" dirty="0" smtClean="0"/>
              <a:t>数据空间</a:t>
            </a:r>
            <a:endParaRPr lang="en-US" altLang="zh-CN" dirty="0" smtClean="0"/>
          </a:p>
          <a:p>
            <a:pPr lvl="2">
              <a:spcBef>
                <a:spcPts val="375"/>
              </a:spcBef>
              <a:spcAft>
                <a:spcPts val="0"/>
              </a:spcAft>
            </a:pPr>
            <a:r>
              <a:rPr lang="zh-CN" altLang="en-US" dirty="0" smtClean="0"/>
              <a:t>存储常量、简单变量、复合变量及动态分配的空间</a:t>
            </a:r>
            <a:endParaRPr lang="en-US" altLang="zh-CN" dirty="0" smtClean="0"/>
          </a:p>
          <a:p>
            <a:pPr lvl="1">
              <a:spcBef>
                <a:spcPts val="375"/>
              </a:spcBef>
              <a:spcAft>
                <a:spcPts val="0"/>
              </a:spcAft>
            </a:pPr>
            <a:r>
              <a:rPr lang="zh-CN" altLang="en-US" dirty="0" smtClean="0"/>
              <a:t>环境栈空间</a:t>
            </a:r>
            <a:endParaRPr lang="en-US" altLang="zh-CN" dirty="0" smtClean="0"/>
          </a:p>
          <a:p>
            <a:pPr lvl="2">
              <a:spcBef>
                <a:spcPts val="375"/>
              </a:spcBef>
            </a:pPr>
            <a:r>
              <a:rPr lang="zh-CN" altLang="en-US" dirty="0" smtClean="0"/>
              <a:t>发生函数调用时所需的空间（</a:t>
            </a:r>
            <a:r>
              <a:rPr lang="zh-CN" altLang="en-US" dirty="0" smtClean="0">
                <a:solidFill>
                  <a:schemeClr val="accent1">
                    <a:lumMod val="75000"/>
                  </a:schemeClr>
                </a:solidFill>
              </a:rPr>
              <a:t>递归调用和循环比较</a:t>
            </a:r>
            <a:r>
              <a:rPr lang="zh-CN" altLang="en-US" dirty="0" smtClean="0"/>
              <a:t>）</a:t>
            </a:r>
            <a:endParaRPr lang="zh-CN" altLang="en-US" dirty="0" smtClean="0"/>
          </a:p>
        </p:txBody>
      </p:sp>
      <p:sp>
        <p:nvSpPr>
          <p:cNvPr id="1049052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rtl="0">
              <a:spcAft>
                <a:spcPts val="0"/>
              </a:spcAft>
            </a:pPr>
            <a:fld id="{71B7BAC7-FE87-40F6-AA24-4F4685D1B022}" type="slidenum">
              <a:rPr lang="en-US" altLang="zh-CN" noProof="0" smtClean="0"/>
            </a:fld>
            <a:endParaRPr lang="zh-CN" altLang="en-US" noProof="0" dirty="0"/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700"/>
    </mc:Choice>
    <mc:Fallback>
      <p:transition/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4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056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pPr>
              <a:spcAft>
                <a:spcPts val="0"/>
              </a:spcAft>
            </a:pPr>
            <a:r>
              <a:rPr lang="zh-CN" altLang="en-US" dirty="0" smtClean="0"/>
              <a:t>数据空间：变量所占空间</a:t>
            </a:r>
            <a:endParaRPr lang="zh-CN" altLang="en-US" dirty="0" smtClean="0"/>
          </a:p>
        </p:txBody>
      </p:sp>
      <p:sp>
        <p:nvSpPr>
          <p:cNvPr id="1049057" name="内容占位符 2"/>
          <p:cNvSpPr>
            <a:spLocks noGrp="1"/>
          </p:cNvSpPr>
          <p:nvPr>
            <p:ph idx="1"/>
          </p:nvPr>
        </p:nvSpPr>
        <p:spPr>
          <a:xfrm>
            <a:off x="917586" y="4684724"/>
            <a:ext cx="7369175" cy="1411287"/>
          </a:xfrm>
        </p:spPr>
        <p:txBody>
          <a:bodyPr/>
          <a:p>
            <a:pPr>
              <a:spcAft>
                <a:spcPts val="0"/>
              </a:spcAft>
            </a:pPr>
            <a:r>
              <a:rPr lang="en-US" altLang="zh-CN" smtClean="0"/>
              <a:t>double a[100];  </a:t>
            </a:r>
            <a:r>
              <a:rPr lang="en-US" altLang="zh-CN" smtClean="0">
                <a:sym typeface="Wingdings" panose="05000000000000000000" pitchFamily="2" charset="2"/>
              </a:rPr>
              <a:t>800</a:t>
            </a:r>
            <a:r>
              <a:rPr lang="zh-CN" altLang="en-US" smtClean="0">
                <a:sym typeface="Wingdings" panose="05000000000000000000" pitchFamily="2" charset="2"/>
              </a:rPr>
              <a:t>字节</a:t>
            </a:r>
            <a:endParaRPr lang="en-US" altLang="zh-CN" smtClean="0">
              <a:sym typeface="Wingdings" panose="05000000000000000000" pitchFamily="2" charset="2"/>
            </a:endParaRPr>
          </a:p>
          <a:p>
            <a:r>
              <a:rPr lang="en-US" altLang="zh-CN" smtClean="0">
                <a:sym typeface="Wingdings" panose="05000000000000000000" pitchFamily="2" charset="2"/>
              </a:rPr>
              <a:t>int maze[r][c]; 4*r*c</a:t>
            </a:r>
            <a:r>
              <a:rPr lang="zh-CN" altLang="en-US" smtClean="0">
                <a:sym typeface="Wingdings" panose="05000000000000000000" pitchFamily="2" charset="2"/>
              </a:rPr>
              <a:t>字节</a:t>
            </a:r>
            <a:endParaRPr lang="zh-CN" altLang="en-US" smtClean="0"/>
          </a:p>
        </p:txBody>
      </p:sp>
      <p:sp>
        <p:nvSpPr>
          <p:cNvPr id="1049058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rtl="0">
              <a:spcAft>
                <a:spcPts val="0"/>
              </a:spcAft>
            </a:pPr>
            <a:fld id="{71B7BAC7-FE87-40F6-AA24-4F4685D1B022}" type="slidenum">
              <a:rPr lang="en-US" altLang="zh-CN" noProof="0" smtClean="0"/>
            </a:fld>
            <a:endParaRPr lang="zh-CN" altLang="en-US" noProof="0" dirty="0"/>
          </a:p>
        </p:txBody>
      </p:sp>
      <p:graphicFrame>
        <p:nvGraphicFramePr>
          <p:cNvPr id="4194307" name="表格 4"/>
          <p:cNvGraphicFramePr>
            <a:graphicFrameLocks noGrp="1"/>
          </p:cNvGraphicFramePr>
          <p:nvPr/>
        </p:nvGraphicFramePr>
        <p:xfrm>
          <a:off x="984251" y="1397006"/>
          <a:ext cx="6096000" cy="33376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48000"/>
                <a:gridCol w="3048000"/>
              </a:tblGrid>
              <a:tr h="381000">
                <a:tc>
                  <a:txBody>
                    <a:bodyPr/>
                    <a:p>
                      <a:pPr algn="ctr"/>
                      <a:r>
                        <a:rPr lang="zh-CN" altLang="en-US" sz="1900" dirty="0" smtClean="0"/>
                        <a:t>类型</a:t>
                      </a:r>
                      <a:endParaRPr lang="zh-CN" altLang="en-US" sz="1900" dirty="0"/>
                    </a:p>
                  </a:txBody>
                  <a:tcPr marT="45725" marB="45725" anchor="ctr"/>
                </a:tc>
                <a:tc>
                  <a:txBody>
                    <a:bodyPr/>
                    <a:p>
                      <a:pPr algn="ctr"/>
                      <a:r>
                        <a:rPr lang="zh-CN" altLang="en-US" sz="1900" dirty="0" smtClean="0"/>
                        <a:t>占用字节数</a:t>
                      </a:r>
                      <a:endParaRPr lang="zh-CN" altLang="en-US" sz="1900" dirty="0"/>
                    </a:p>
                  </a:txBody>
                  <a:tcPr marT="45725" marB="45725" anchor="ctr"/>
                </a:tc>
              </a:tr>
              <a:tr h="381011">
                <a:tc>
                  <a:txBody>
                    <a:bodyPr/>
                    <a:p>
                      <a:pPr algn="ctr"/>
                      <a:r>
                        <a:rPr lang="en-US" altLang="zh-CN" sz="1900" dirty="0" smtClean="0"/>
                        <a:t>char, unsigned char</a:t>
                      </a:r>
                      <a:endParaRPr lang="zh-CN" altLang="en-US" sz="1900" dirty="0"/>
                    </a:p>
                  </a:txBody>
                  <a:tcPr marT="45725" marB="45725" anchor="ctr"/>
                </a:tc>
                <a:tc>
                  <a:txBody>
                    <a:bodyPr/>
                    <a:p>
                      <a:pPr algn="ctr"/>
                      <a:r>
                        <a:rPr lang="en-US" altLang="zh-CN" sz="1900" dirty="0" smtClean="0"/>
                        <a:t>1</a:t>
                      </a:r>
                      <a:endParaRPr lang="zh-CN" altLang="en-US" sz="1900" dirty="0"/>
                    </a:p>
                  </a:txBody>
                  <a:tcPr marT="45725" marB="45725" anchor="ctr"/>
                </a:tc>
              </a:tr>
              <a:tr h="381011">
                <a:tc>
                  <a:txBody>
                    <a:bodyPr/>
                    <a:p>
                      <a:pPr algn="ctr"/>
                      <a:r>
                        <a:rPr lang="en-US" altLang="zh-CN" sz="1900" dirty="0" smtClean="0"/>
                        <a:t>short</a:t>
                      </a:r>
                      <a:endParaRPr lang="zh-CN" altLang="en-US" sz="1900" dirty="0"/>
                    </a:p>
                  </a:txBody>
                  <a:tcPr marT="45725" marB="45725" anchor="ctr"/>
                </a:tc>
                <a:tc>
                  <a:txBody>
                    <a:bodyPr/>
                    <a:p>
                      <a:pPr algn="ctr"/>
                      <a:r>
                        <a:rPr lang="en-US" altLang="zh-CN" sz="1900" dirty="0" smtClean="0"/>
                        <a:t>2</a:t>
                      </a:r>
                      <a:endParaRPr lang="zh-CN" altLang="en-US" sz="1900" dirty="0"/>
                    </a:p>
                  </a:txBody>
                  <a:tcPr marT="45725" marB="45725" anchor="ctr"/>
                </a:tc>
              </a:tr>
              <a:tr h="381011">
                <a:tc>
                  <a:txBody>
                    <a:bodyPr/>
                    <a:p>
                      <a:pPr algn="ctr"/>
                      <a:r>
                        <a:rPr lang="en-US" altLang="zh-CN" sz="1900" dirty="0" err="1" smtClean="0"/>
                        <a:t>int</a:t>
                      </a:r>
                      <a:r>
                        <a:rPr lang="en-US" altLang="zh-CN" sz="1900" dirty="0" smtClean="0"/>
                        <a:t>,</a:t>
                      </a:r>
                      <a:r>
                        <a:rPr lang="en-US" altLang="zh-CN" sz="1900" baseline="0" dirty="0" smtClean="0"/>
                        <a:t> unsigned </a:t>
                      </a:r>
                      <a:r>
                        <a:rPr lang="en-US" altLang="zh-CN" sz="1900" baseline="0" dirty="0" err="1" smtClean="0"/>
                        <a:t>int</a:t>
                      </a:r>
                      <a:endParaRPr lang="zh-CN" altLang="en-US" sz="1900" dirty="0"/>
                    </a:p>
                  </a:txBody>
                  <a:tcPr marT="45725" marB="45725" anchor="ctr"/>
                </a:tc>
                <a:tc>
                  <a:txBody>
                    <a:bodyPr/>
                    <a:p>
                      <a:pPr algn="ctr"/>
                      <a:r>
                        <a:rPr lang="en-US" altLang="zh-CN" sz="1900" dirty="0" smtClean="0"/>
                        <a:t>4</a:t>
                      </a:r>
                      <a:endParaRPr lang="zh-CN" altLang="en-US" sz="1900" dirty="0"/>
                    </a:p>
                  </a:txBody>
                  <a:tcPr marT="45725" marB="45725" anchor="ctr"/>
                </a:tc>
              </a:tr>
              <a:tr h="381011">
                <a:tc>
                  <a:txBody>
                    <a:bodyPr/>
                    <a:p>
                      <a:pPr algn="ctr"/>
                      <a:r>
                        <a:rPr lang="en-US" altLang="zh-CN" sz="1900" dirty="0" smtClean="0"/>
                        <a:t>long, unsigned long</a:t>
                      </a:r>
                      <a:endParaRPr lang="zh-CN" altLang="en-US" sz="1900" dirty="0"/>
                    </a:p>
                  </a:txBody>
                  <a:tcPr marT="45725" marB="45725" anchor="ctr"/>
                </a:tc>
                <a:tc>
                  <a:txBody>
                    <a:bodyPr/>
                    <a:p>
                      <a:pPr algn="ctr"/>
                      <a:r>
                        <a:rPr lang="en-US" altLang="zh-CN" sz="1900" dirty="0" smtClean="0"/>
                        <a:t>4</a:t>
                      </a:r>
                      <a:endParaRPr lang="zh-CN" altLang="en-US" sz="1900" dirty="0"/>
                    </a:p>
                  </a:txBody>
                  <a:tcPr marT="45725" marB="45725" anchor="ctr"/>
                </a:tc>
              </a:tr>
              <a:tr h="381011">
                <a:tc>
                  <a:txBody>
                    <a:bodyPr/>
                    <a:p>
                      <a:pPr algn="ctr"/>
                      <a:r>
                        <a:rPr lang="en-US" altLang="zh-CN" sz="1900" dirty="0" smtClean="0"/>
                        <a:t>float</a:t>
                      </a:r>
                      <a:endParaRPr lang="zh-CN" altLang="en-US" sz="1900" dirty="0"/>
                    </a:p>
                  </a:txBody>
                  <a:tcPr marT="45725" marB="45725" anchor="ctr"/>
                </a:tc>
                <a:tc>
                  <a:txBody>
                    <a:bodyPr/>
                    <a:p>
                      <a:pPr algn="ctr"/>
                      <a:r>
                        <a:rPr lang="en-US" altLang="zh-CN" sz="1900" dirty="0" smtClean="0"/>
                        <a:t>4</a:t>
                      </a:r>
                      <a:endParaRPr lang="zh-CN" altLang="en-US" sz="1900" dirty="0"/>
                    </a:p>
                  </a:txBody>
                  <a:tcPr marT="45725" marB="45725" anchor="ctr"/>
                </a:tc>
              </a:tr>
              <a:tr h="381011">
                <a:tc>
                  <a:txBody>
                    <a:bodyPr/>
                    <a:p>
                      <a:pPr algn="ctr"/>
                      <a:r>
                        <a:rPr lang="en-US" altLang="zh-CN" sz="1900" dirty="0" smtClean="0"/>
                        <a:t>double, long double</a:t>
                      </a:r>
                      <a:endParaRPr lang="zh-CN" altLang="en-US" sz="1900" dirty="0"/>
                    </a:p>
                  </a:txBody>
                  <a:tcPr marT="45725" marB="45725" anchor="ctr"/>
                </a:tc>
                <a:tc>
                  <a:txBody>
                    <a:bodyPr/>
                    <a:p>
                      <a:pPr algn="ctr"/>
                      <a:r>
                        <a:rPr lang="en-US" altLang="zh-CN" sz="1900" dirty="0" smtClean="0"/>
                        <a:t>8</a:t>
                      </a:r>
                      <a:endParaRPr lang="zh-CN" altLang="en-US" sz="1900" dirty="0"/>
                    </a:p>
                  </a:txBody>
                  <a:tcPr marT="45725" marB="45725" anchor="ctr"/>
                </a:tc>
              </a:tr>
              <a:tr h="670571">
                <a:tc>
                  <a:txBody>
                    <a:bodyPr/>
                    <a:p>
                      <a:pPr algn="ctr"/>
                      <a:r>
                        <a:rPr lang="en-US" altLang="zh-CN" sz="1900" dirty="0" smtClean="0"/>
                        <a:t>pointer</a:t>
                      </a:r>
                      <a:endParaRPr lang="zh-CN" altLang="en-US" sz="1900" dirty="0"/>
                    </a:p>
                  </a:txBody>
                  <a:tcPr marT="45725" marB="45725" anchor="ctr"/>
                </a:tc>
                <a:tc>
                  <a:txBody>
                    <a:bodyPr/>
                    <a:p>
                      <a:pPr algn="ctr"/>
                      <a:r>
                        <a:rPr lang="en-US" altLang="zh-CN" sz="1900" dirty="0" smtClean="0"/>
                        <a:t>4 </a:t>
                      </a:r>
                      <a:r>
                        <a:rPr lang="zh-CN" altLang="en-US" sz="1900" dirty="0" smtClean="0"/>
                        <a:t>（</a:t>
                      </a:r>
                      <a:r>
                        <a:rPr lang="en-US" altLang="zh-CN" sz="1900" dirty="0" smtClean="0"/>
                        <a:t>64</a:t>
                      </a:r>
                      <a:r>
                        <a:rPr lang="zh-CN" altLang="en-US" sz="1900" dirty="0" smtClean="0"/>
                        <a:t>位系统及编译器长度为</a:t>
                      </a:r>
                      <a:r>
                        <a:rPr lang="en-US" altLang="zh-CN" sz="1900" dirty="0" smtClean="0"/>
                        <a:t>8</a:t>
                      </a:r>
                      <a:r>
                        <a:rPr lang="zh-CN" altLang="en-US" sz="1900" dirty="0" smtClean="0"/>
                        <a:t>）</a:t>
                      </a:r>
                      <a:endParaRPr lang="zh-CN" altLang="en-US" sz="1900" dirty="0"/>
                    </a:p>
                  </a:txBody>
                  <a:tcPr marT="45725" marB="45725" anchor="ctr"/>
                </a:tc>
              </a:tr>
            </a:tbl>
          </a:graphicData>
        </a:graphic>
      </p:graphicFrame>
    </p:spTree>
    <p:custDataLst>
      <p:tags r:id="rId1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700"/>
    </mc:Choice>
    <mc:Fallback>
      <p:transition/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4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06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pPr>
              <a:spcAft>
                <a:spcPts val="0"/>
              </a:spcAft>
            </a:pPr>
            <a:r>
              <a:rPr lang="zh-CN" altLang="en-US" smtClean="0"/>
              <a:t>程序空间分析</a:t>
            </a:r>
            <a:endParaRPr lang="zh-CN" altLang="en-US" smtClean="0"/>
          </a:p>
        </p:txBody>
      </p:sp>
      <p:sp>
        <p:nvSpPr>
          <p:cNvPr id="104906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pPr>
              <a:spcAft>
                <a:spcPts val="0"/>
              </a:spcAft>
            </a:pPr>
            <a:r>
              <a:rPr lang="zh-CN" altLang="en-US" dirty="0" smtClean="0"/>
              <a:t>程序空间分为固定部分和可变部分</a:t>
            </a:r>
            <a:endParaRPr lang="en-US" altLang="zh-CN" dirty="0" smtClean="0"/>
          </a:p>
          <a:p>
            <a:pPr>
              <a:spcBef>
                <a:spcPts val="750"/>
              </a:spcBef>
              <a:spcAft>
                <a:spcPts val="0"/>
              </a:spcAft>
            </a:pPr>
            <a:r>
              <a:rPr lang="zh-CN" altLang="en-US" dirty="0" smtClean="0"/>
              <a:t>其中可变部分是指随问题规模变化的空间</a:t>
            </a:r>
            <a:endParaRPr lang="en-US" altLang="zh-CN" dirty="0" smtClean="0"/>
          </a:p>
          <a:p>
            <a:pPr lvl="1">
              <a:spcBef>
                <a:spcPts val="375"/>
              </a:spcBef>
              <a:spcAft>
                <a:spcPts val="0"/>
              </a:spcAft>
            </a:pPr>
            <a:r>
              <a:rPr lang="zh-CN" altLang="en-US" dirty="0" smtClean="0"/>
              <a:t>复合变量所需的空间</a:t>
            </a:r>
            <a:endParaRPr lang="en-US" altLang="zh-CN" dirty="0" smtClean="0"/>
          </a:p>
          <a:p>
            <a:pPr lvl="1">
              <a:spcBef>
                <a:spcPts val="375"/>
              </a:spcBef>
              <a:spcAft>
                <a:spcPts val="0"/>
              </a:spcAft>
            </a:pPr>
            <a:r>
              <a:rPr lang="zh-CN" altLang="en-US" dirty="0" smtClean="0"/>
              <a:t>动态分配的空间</a:t>
            </a:r>
            <a:endParaRPr lang="en-US" altLang="zh-CN" dirty="0" smtClean="0"/>
          </a:p>
          <a:p>
            <a:pPr lvl="1">
              <a:spcBef>
                <a:spcPts val="375"/>
              </a:spcBef>
              <a:spcAft>
                <a:spcPts val="0"/>
              </a:spcAft>
            </a:pPr>
            <a:r>
              <a:rPr lang="zh-CN" altLang="en-US" dirty="0" smtClean="0"/>
              <a:t>递归栈所需的空间</a:t>
            </a:r>
            <a:endParaRPr lang="en-US" altLang="zh-CN" dirty="0" smtClean="0"/>
          </a:p>
          <a:p>
            <a:pPr lvl="1"/>
            <a:endParaRPr lang="en-US" altLang="zh-CN" dirty="0" smtClean="0"/>
          </a:p>
          <a:p>
            <a:pPr>
              <a:spcBef>
                <a:spcPts val="750"/>
              </a:spcBef>
              <a:buFontTx/>
              <a:buNone/>
            </a:pPr>
            <a:r>
              <a:rPr lang="en-US" altLang="zh-CN" dirty="0" smtClean="0"/>
              <a:t>   </a:t>
            </a:r>
            <a:r>
              <a:rPr lang="en-US" altLang="zh-CN" i="1" dirty="0" smtClean="0"/>
              <a:t>S(P) </a:t>
            </a:r>
            <a:r>
              <a:rPr lang="en-US" altLang="zh-CN" dirty="0" smtClean="0"/>
              <a:t>= </a:t>
            </a:r>
            <a:r>
              <a:rPr lang="en-US" altLang="zh-CN" i="1" dirty="0" smtClean="0"/>
              <a:t>c </a:t>
            </a:r>
            <a:r>
              <a:rPr lang="en-US" altLang="zh-CN" dirty="0" smtClean="0"/>
              <a:t>+ </a:t>
            </a:r>
            <a:r>
              <a:rPr lang="en-US" altLang="zh-CN" i="1" dirty="0" err="1" smtClean="0"/>
              <a:t>S</a:t>
            </a:r>
            <a:r>
              <a:rPr lang="en-US" altLang="zh-CN" i="1" baseline="-25000" dirty="0" err="1" smtClean="0"/>
              <a:t>p</a:t>
            </a:r>
            <a:r>
              <a:rPr lang="en-US" altLang="zh-CN" dirty="0" smtClean="0"/>
              <a:t>(</a:t>
            </a:r>
            <a:r>
              <a:rPr lang="zh-CN" altLang="en-US" dirty="0" smtClean="0"/>
              <a:t>实例特征</a:t>
            </a:r>
            <a:r>
              <a:rPr lang="en-US" altLang="zh-CN" dirty="0" smtClean="0"/>
              <a:t>)</a:t>
            </a:r>
            <a:endParaRPr lang="zh-CN" altLang="en-US" dirty="0" smtClean="0"/>
          </a:p>
        </p:txBody>
      </p:sp>
      <p:sp>
        <p:nvSpPr>
          <p:cNvPr id="1049064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rtl="0">
              <a:spcAft>
                <a:spcPts val="0"/>
              </a:spcAft>
            </a:pPr>
            <a:fld id="{71B7BAC7-FE87-40F6-AA24-4F4685D1B022}" type="slidenum">
              <a:rPr lang="en-US" altLang="zh-CN" noProof="0" smtClean="0"/>
            </a:fld>
            <a:endParaRPr lang="zh-CN" altLang="en-US" noProof="0" dirty="0"/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700"/>
    </mc:Choice>
    <mc:Fallback>
      <p:transition/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4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068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pPr>
              <a:spcAft>
                <a:spcPts val="0"/>
              </a:spcAft>
            </a:pPr>
            <a:r>
              <a:rPr lang="zh-CN" altLang="en-US" dirty="0" smtClean="0"/>
              <a:t>空间复杂性分析例</a:t>
            </a:r>
            <a:r>
              <a:rPr lang="en-US" altLang="zh-CN" dirty="0" smtClean="0"/>
              <a:t>1:</a:t>
            </a:r>
            <a:r>
              <a:rPr lang="zh-CN" altLang="en-US" dirty="0" smtClean="0"/>
              <a:t>累加</a:t>
            </a:r>
            <a:endParaRPr lang="zh-CN" altLang="en-US" dirty="0" smtClean="0"/>
          </a:p>
        </p:txBody>
      </p:sp>
      <p:sp>
        <p:nvSpPr>
          <p:cNvPr id="1049069" name="文本占位符 1"/>
          <p:cNvSpPr>
            <a:spLocks noGrp="1"/>
          </p:cNvSpPr>
          <p:nvPr>
            <p:ph type="body" idx="1"/>
          </p:nvPr>
        </p:nvSpPr>
        <p:spPr>
          <a:xfrm>
            <a:off x="621587" y="1417217"/>
            <a:ext cx="3868340" cy="823912"/>
          </a:xfrm>
        </p:spPr>
        <p:txBody>
          <a:bodyPr/>
          <a:p>
            <a:pPr>
              <a:spcAft>
                <a:spcPts val="0"/>
              </a:spcAft>
            </a:pPr>
            <a:r>
              <a:rPr lang="zh-CN" altLang="en-US" dirty="0" smtClean="0"/>
              <a:t>循环</a:t>
            </a:r>
            <a:endParaRPr lang="zh-CN" altLang="en-US" dirty="0"/>
          </a:p>
        </p:txBody>
      </p:sp>
      <p:sp>
        <p:nvSpPr>
          <p:cNvPr id="1049070" name="内容占位符 2"/>
          <p:cNvSpPr>
            <a:spLocks noGrp="1"/>
          </p:cNvSpPr>
          <p:nvPr>
            <p:ph sz="half" idx="2"/>
          </p:nvPr>
        </p:nvSpPr>
        <p:spPr>
          <a:xfrm>
            <a:off x="621587" y="2292985"/>
            <a:ext cx="3868340" cy="3573463"/>
          </a:xfrm>
        </p:spPr>
        <p:txBody>
          <a:bodyPr>
            <a:normAutofit fontScale="70000"/>
          </a:bodyPr>
          <a:p>
            <a:pPr>
              <a:spcAft>
                <a:spcPts val="0"/>
              </a:spcAft>
              <a:buFontTx/>
              <a:buNone/>
            </a:pPr>
            <a:r>
              <a:rPr lang="en-US" altLang="zh-CN" sz="2000" dirty="0"/>
              <a:t>template&lt;class T&gt;</a:t>
            </a:r>
            <a:endParaRPr lang="en-US" altLang="zh-CN" sz="2000" dirty="0"/>
          </a:p>
          <a:p>
            <a:pPr>
              <a:spcAft>
                <a:spcPts val="0"/>
              </a:spcAft>
              <a:buFontTx/>
              <a:buNone/>
            </a:pPr>
            <a:r>
              <a:rPr lang="en-US" altLang="zh-CN" sz="2000" dirty="0"/>
              <a:t>T Sum(T a[], </a:t>
            </a:r>
            <a:r>
              <a:rPr lang="en-US" altLang="zh-CN" sz="2000" dirty="0" err="1"/>
              <a:t>int</a:t>
            </a:r>
            <a:r>
              <a:rPr lang="en-US" altLang="zh-CN" sz="2000" dirty="0"/>
              <a:t> n)</a:t>
            </a:r>
            <a:endParaRPr lang="en-US" altLang="zh-CN" sz="2000" dirty="0"/>
          </a:p>
          <a:p>
            <a:pPr>
              <a:spcAft>
                <a:spcPts val="0"/>
              </a:spcAft>
              <a:buFontTx/>
              <a:buNone/>
            </a:pPr>
            <a:r>
              <a:rPr lang="en-US" altLang="zh-CN" sz="2000" dirty="0"/>
              <a:t>{</a:t>
            </a:r>
            <a:endParaRPr lang="en-US" altLang="zh-CN" sz="2000" dirty="0"/>
          </a:p>
          <a:p>
            <a:pPr>
              <a:spcAft>
                <a:spcPts val="0"/>
              </a:spcAft>
              <a:buFontTx/>
              <a:buNone/>
            </a:pPr>
            <a:r>
              <a:rPr lang="en-US" altLang="zh-CN" sz="2000" dirty="0"/>
              <a:t>  T </a:t>
            </a:r>
            <a:r>
              <a:rPr lang="en-US" altLang="zh-CN" sz="2000" dirty="0" err="1"/>
              <a:t>tsum</a:t>
            </a:r>
            <a:r>
              <a:rPr lang="en-US" altLang="zh-CN" sz="2000" dirty="0"/>
              <a:t>=0;</a:t>
            </a:r>
            <a:endParaRPr lang="en-US" altLang="zh-CN" sz="2000" dirty="0"/>
          </a:p>
          <a:p>
            <a:pPr>
              <a:spcAft>
                <a:spcPts val="0"/>
              </a:spcAft>
              <a:buFontTx/>
              <a:buNone/>
            </a:pPr>
            <a:r>
              <a:rPr lang="en-US" altLang="zh-CN" sz="2000" dirty="0"/>
              <a:t>  for(</a:t>
            </a:r>
            <a:r>
              <a:rPr lang="en-US" altLang="zh-CN" sz="2000" dirty="0" err="1"/>
              <a:t>int</a:t>
            </a:r>
            <a:r>
              <a:rPr lang="en-US" altLang="zh-CN" sz="2000" dirty="0"/>
              <a:t> </a:t>
            </a:r>
            <a:r>
              <a:rPr lang="en-US" altLang="zh-CN" sz="2000" dirty="0" err="1"/>
              <a:t>i</a:t>
            </a:r>
            <a:r>
              <a:rPr lang="en-US" altLang="zh-CN" sz="2000" dirty="0"/>
              <a:t>=0;i&lt;</a:t>
            </a:r>
            <a:r>
              <a:rPr lang="en-US" altLang="zh-CN" sz="2000" dirty="0" err="1"/>
              <a:t>n;i</a:t>
            </a:r>
            <a:r>
              <a:rPr lang="en-US" altLang="zh-CN" sz="2000" dirty="0"/>
              <a:t>++)</a:t>
            </a:r>
            <a:endParaRPr lang="en-US" altLang="zh-CN" sz="2000" dirty="0"/>
          </a:p>
          <a:p>
            <a:pPr>
              <a:spcAft>
                <a:spcPts val="0"/>
              </a:spcAft>
              <a:buFontTx/>
              <a:buNone/>
            </a:pPr>
            <a:r>
              <a:rPr lang="en-US" altLang="zh-CN" sz="2000" dirty="0"/>
              <a:t>    </a:t>
            </a:r>
            <a:r>
              <a:rPr lang="en-US" altLang="zh-CN" sz="2000" dirty="0" err="1"/>
              <a:t>tsum</a:t>
            </a:r>
            <a:r>
              <a:rPr lang="en-US" altLang="zh-CN" sz="2000" dirty="0"/>
              <a:t>+=a[</a:t>
            </a:r>
            <a:r>
              <a:rPr lang="en-US" altLang="zh-CN" sz="2000" dirty="0" err="1"/>
              <a:t>i</a:t>
            </a:r>
            <a:r>
              <a:rPr lang="en-US" altLang="zh-CN" sz="2000" dirty="0"/>
              <a:t>];</a:t>
            </a:r>
            <a:endParaRPr lang="en-US" altLang="zh-CN" sz="2000" dirty="0"/>
          </a:p>
          <a:p>
            <a:pPr>
              <a:spcAft>
                <a:spcPts val="0"/>
              </a:spcAft>
              <a:buFontTx/>
              <a:buNone/>
            </a:pPr>
            <a:r>
              <a:rPr lang="en-US" altLang="zh-CN" sz="2000" dirty="0"/>
              <a:t>  return </a:t>
            </a:r>
            <a:r>
              <a:rPr lang="en-US" altLang="zh-CN" sz="2000" dirty="0" err="1"/>
              <a:t>tsum</a:t>
            </a:r>
            <a:r>
              <a:rPr lang="en-US" altLang="zh-CN" sz="2000" dirty="0"/>
              <a:t>;</a:t>
            </a:r>
            <a:endParaRPr lang="en-US" altLang="zh-CN" sz="2000" dirty="0"/>
          </a:p>
          <a:p>
            <a:pPr>
              <a:spcAft>
                <a:spcPts val="0"/>
              </a:spcAft>
              <a:buFontTx/>
              <a:buNone/>
            </a:pPr>
            <a:r>
              <a:rPr lang="en-US" altLang="zh-CN" sz="2000" dirty="0"/>
              <a:t>}</a:t>
            </a:r>
            <a:endParaRPr lang="en-US" altLang="zh-CN" sz="2000" dirty="0"/>
          </a:p>
          <a:p>
            <a:pPr>
              <a:spcAft>
                <a:spcPts val="0"/>
              </a:spcAft>
              <a:buFontTx/>
              <a:buNone/>
            </a:pPr>
            <a:r>
              <a:rPr lang="zh-CN" altLang="en-US" sz="2000" dirty="0">
                <a:solidFill>
                  <a:srgbClr val="FF0000"/>
                </a:solidFill>
              </a:rPr>
              <a:t>消耗空间与</a:t>
            </a:r>
            <a:r>
              <a:rPr lang="en-US" altLang="zh-CN" sz="2000" dirty="0">
                <a:solidFill>
                  <a:srgbClr val="FF0000"/>
                </a:solidFill>
              </a:rPr>
              <a:t>n</a:t>
            </a:r>
            <a:r>
              <a:rPr lang="zh-CN" altLang="en-US" sz="2000" dirty="0">
                <a:solidFill>
                  <a:srgbClr val="FF0000"/>
                </a:solidFill>
              </a:rPr>
              <a:t>无关</a:t>
            </a:r>
            <a:endParaRPr lang="en-US" altLang="zh-CN" sz="2000" dirty="0">
              <a:solidFill>
                <a:srgbClr val="FF0000"/>
              </a:solidFill>
            </a:endParaRPr>
          </a:p>
          <a:p>
            <a:pPr>
              <a:buFontTx/>
              <a:buNone/>
            </a:pPr>
            <a:r>
              <a:rPr lang="en-US" altLang="zh-CN" sz="2000" i="1" dirty="0" err="1">
                <a:solidFill>
                  <a:srgbClr val="FF0000"/>
                </a:solidFill>
              </a:rPr>
              <a:t>S</a:t>
            </a:r>
            <a:r>
              <a:rPr lang="en-US" altLang="zh-CN" sz="2000" i="1" baseline="-25000" dirty="0" err="1">
                <a:solidFill>
                  <a:srgbClr val="FF0000"/>
                </a:solidFill>
              </a:rPr>
              <a:t>Sum</a:t>
            </a:r>
            <a:r>
              <a:rPr lang="en-US" altLang="zh-CN" sz="2000" i="1" dirty="0">
                <a:solidFill>
                  <a:srgbClr val="FF0000"/>
                </a:solidFill>
              </a:rPr>
              <a:t>(n)</a:t>
            </a:r>
            <a:r>
              <a:rPr lang="en-US" altLang="zh-CN" sz="2000" dirty="0">
                <a:solidFill>
                  <a:srgbClr val="FF0000"/>
                </a:solidFill>
              </a:rPr>
              <a:t>=1</a:t>
            </a:r>
            <a:endParaRPr lang="zh-CN" altLang="en-US" sz="2000" dirty="0">
              <a:solidFill>
                <a:srgbClr val="FF0000"/>
              </a:solidFill>
            </a:endParaRPr>
          </a:p>
        </p:txBody>
      </p:sp>
      <p:sp>
        <p:nvSpPr>
          <p:cNvPr id="1049071" name="文本占位符 2"/>
          <p:cNvSpPr>
            <a:spLocks noGrp="1"/>
          </p:cNvSpPr>
          <p:nvPr>
            <p:ph type="body" sz="quarter" idx="3"/>
          </p:nvPr>
        </p:nvSpPr>
        <p:spPr>
          <a:xfrm>
            <a:off x="4620895" y="1417217"/>
            <a:ext cx="3887391" cy="823912"/>
          </a:xfrm>
        </p:spPr>
        <p:txBody>
          <a:bodyPr/>
          <a:p>
            <a:pPr>
              <a:spcAft>
                <a:spcPts val="0"/>
              </a:spcAft>
            </a:pPr>
            <a:r>
              <a:rPr lang="zh-CN" altLang="en-US" dirty="0" smtClean="0"/>
              <a:t>递归</a:t>
            </a:r>
            <a:endParaRPr lang="zh-CN" altLang="en-US" dirty="0"/>
          </a:p>
        </p:txBody>
      </p:sp>
      <p:sp>
        <p:nvSpPr>
          <p:cNvPr id="1049072" name="内容占位符 3"/>
          <p:cNvSpPr>
            <a:spLocks noGrp="1"/>
          </p:cNvSpPr>
          <p:nvPr>
            <p:ph sz="quarter" idx="4"/>
          </p:nvPr>
        </p:nvSpPr>
        <p:spPr>
          <a:xfrm>
            <a:off x="4620895" y="2292985"/>
            <a:ext cx="3887391" cy="3573463"/>
          </a:xfrm>
        </p:spPr>
        <p:txBody>
          <a:bodyPr>
            <a:normAutofit fontScale="65000"/>
          </a:bodyPr>
          <a:p>
            <a:pPr>
              <a:lnSpc>
                <a:spcPct val="100000"/>
              </a:lnSpc>
              <a:spcAft>
                <a:spcPts val="0"/>
              </a:spcAft>
              <a:buNone/>
            </a:pPr>
            <a:r>
              <a:rPr lang="en-US" altLang="zh-CN" sz="2200" dirty="0"/>
              <a:t>template&lt;class T&gt;</a:t>
            </a:r>
            <a:endParaRPr lang="en-US" altLang="zh-CN" sz="2200" dirty="0"/>
          </a:p>
          <a:p>
            <a:pPr>
              <a:lnSpc>
                <a:spcPct val="100000"/>
              </a:lnSpc>
              <a:spcAft>
                <a:spcPts val="0"/>
              </a:spcAft>
              <a:buNone/>
            </a:pPr>
            <a:r>
              <a:rPr lang="en-US" altLang="zh-CN" sz="2200" dirty="0"/>
              <a:t>T </a:t>
            </a:r>
            <a:r>
              <a:rPr lang="en-US" altLang="zh-CN" sz="2200" dirty="0" err="1"/>
              <a:t>Rsum</a:t>
            </a:r>
            <a:r>
              <a:rPr lang="en-US" altLang="zh-CN" sz="2200" dirty="0"/>
              <a:t>(T a[], </a:t>
            </a:r>
            <a:r>
              <a:rPr lang="en-US" altLang="zh-CN" sz="2200" dirty="0" err="1"/>
              <a:t>int</a:t>
            </a:r>
            <a:r>
              <a:rPr lang="en-US" altLang="zh-CN" sz="2200" dirty="0"/>
              <a:t> n)</a:t>
            </a:r>
            <a:endParaRPr lang="en-US" altLang="zh-CN" sz="2200" dirty="0"/>
          </a:p>
          <a:p>
            <a:pPr>
              <a:lnSpc>
                <a:spcPct val="100000"/>
              </a:lnSpc>
              <a:spcAft>
                <a:spcPts val="0"/>
              </a:spcAft>
              <a:buNone/>
            </a:pPr>
            <a:r>
              <a:rPr lang="en-US" altLang="zh-CN" sz="2200" dirty="0"/>
              <a:t>{</a:t>
            </a:r>
            <a:endParaRPr lang="en-US" altLang="zh-CN" sz="2200" dirty="0"/>
          </a:p>
          <a:p>
            <a:pPr>
              <a:lnSpc>
                <a:spcPct val="100000"/>
              </a:lnSpc>
              <a:spcAft>
                <a:spcPts val="0"/>
              </a:spcAft>
              <a:buNone/>
            </a:pPr>
            <a:r>
              <a:rPr lang="en-US" altLang="zh-CN" sz="2200" dirty="0"/>
              <a:t>  if(n&gt;0)</a:t>
            </a:r>
            <a:endParaRPr lang="en-US" altLang="zh-CN" sz="2200" dirty="0"/>
          </a:p>
          <a:p>
            <a:pPr>
              <a:lnSpc>
                <a:spcPct val="100000"/>
              </a:lnSpc>
              <a:spcAft>
                <a:spcPts val="0"/>
              </a:spcAft>
              <a:buNone/>
            </a:pPr>
            <a:r>
              <a:rPr lang="en-US" altLang="zh-CN" sz="2200" dirty="0"/>
              <a:t>    return </a:t>
            </a:r>
            <a:r>
              <a:rPr lang="en-US" altLang="zh-CN" sz="2200" dirty="0" err="1"/>
              <a:t>Rsum</a:t>
            </a:r>
            <a:r>
              <a:rPr lang="en-US" altLang="zh-CN" sz="2200" dirty="0"/>
              <a:t>(a,n-1)+a[n-1];</a:t>
            </a:r>
            <a:endParaRPr lang="en-US" altLang="zh-CN" sz="2200" dirty="0"/>
          </a:p>
          <a:p>
            <a:pPr>
              <a:lnSpc>
                <a:spcPct val="100000"/>
              </a:lnSpc>
              <a:spcAft>
                <a:spcPts val="0"/>
              </a:spcAft>
              <a:buNone/>
            </a:pPr>
            <a:r>
              <a:rPr lang="en-US" altLang="zh-CN" sz="2200" dirty="0"/>
              <a:t>  return 0;</a:t>
            </a:r>
            <a:endParaRPr lang="en-US" altLang="zh-CN" sz="2200" dirty="0"/>
          </a:p>
          <a:p>
            <a:pPr>
              <a:lnSpc>
                <a:spcPct val="100000"/>
              </a:lnSpc>
              <a:spcAft>
                <a:spcPts val="0"/>
              </a:spcAft>
              <a:buNone/>
            </a:pPr>
            <a:r>
              <a:rPr lang="en-US" altLang="zh-CN" sz="2200" dirty="0"/>
              <a:t>}</a:t>
            </a:r>
            <a:endParaRPr lang="en-US" altLang="zh-CN" sz="2200" dirty="0"/>
          </a:p>
          <a:p>
            <a:pPr>
              <a:lnSpc>
                <a:spcPct val="100000"/>
              </a:lnSpc>
              <a:spcAft>
                <a:spcPts val="0"/>
              </a:spcAft>
              <a:buNone/>
            </a:pPr>
            <a:r>
              <a:rPr lang="zh-CN" altLang="en-US" sz="2000" dirty="0">
                <a:solidFill>
                  <a:srgbClr val="FF0000"/>
                </a:solidFill>
              </a:rPr>
              <a:t>消耗空间</a:t>
            </a:r>
            <a:r>
              <a:rPr lang="en-US" altLang="zh-CN" sz="2000" dirty="0">
                <a:solidFill>
                  <a:srgbClr val="FF0000"/>
                </a:solidFill>
              </a:rPr>
              <a:t>(</a:t>
            </a:r>
            <a:r>
              <a:rPr lang="zh-CN" altLang="en-US" sz="2000" dirty="0">
                <a:solidFill>
                  <a:srgbClr val="FF0000"/>
                </a:solidFill>
              </a:rPr>
              <a:t>递归栈空间</a:t>
            </a:r>
            <a:r>
              <a:rPr lang="en-US" altLang="zh-CN" sz="2000" dirty="0">
                <a:solidFill>
                  <a:srgbClr val="FF0000"/>
                </a:solidFill>
              </a:rPr>
              <a:t>)</a:t>
            </a:r>
            <a:r>
              <a:rPr lang="zh-CN" altLang="en-US" sz="2000" dirty="0">
                <a:solidFill>
                  <a:srgbClr val="FF0000"/>
                </a:solidFill>
              </a:rPr>
              <a:t>与</a:t>
            </a:r>
            <a:r>
              <a:rPr lang="en-US" altLang="zh-CN" sz="2000" dirty="0">
                <a:solidFill>
                  <a:srgbClr val="FF0000"/>
                </a:solidFill>
              </a:rPr>
              <a:t>n</a:t>
            </a:r>
            <a:r>
              <a:rPr lang="zh-CN" altLang="en-US" sz="2000" dirty="0">
                <a:solidFill>
                  <a:srgbClr val="FF0000"/>
                </a:solidFill>
              </a:rPr>
              <a:t>有关</a:t>
            </a:r>
            <a:endParaRPr lang="en-US" altLang="zh-CN" sz="2000" dirty="0">
              <a:solidFill>
                <a:srgbClr val="FF0000"/>
              </a:solidFill>
            </a:endParaRPr>
          </a:p>
          <a:p>
            <a:pPr>
              <a:lnSpc>
                <a:spcPct val="100000"/>
              </a:lnSpc>
              <a:buNone/>
            </a:pPr>
            <a:r>
              <a:rPr lang="en-US" altLang="zh-CN" sz="2000" dirty="0" err="1">
                <a:solidFill>
                  <a:srgbClr val="FF0000"/>
                </a:solidFill>
              </a:rPr>
              <a:t>SRsum</a:t>
            </a:r>
            <a:r>
              <a:rPr lang="en-US" altLang="zh-CN" sz="2000" dirty="0">
                <a:solidFill>
                  <a:srgbClr val="FF0000"/>
                </a:solidFill>
              </a:rPr>
              <a:t>(n)</a:t>
            </a:r>
            <a:br>
              <a:rPr lang="en-US" altLang="zh-CN" sz="2000" dirty="0">
                <a:solidFill>
                  <a:srgbClr val="FF0000"/>
                </a:solidFill>
              </a:rPr>
            </a:br>
            <a:r>
              <a:rPr lang="en-US" altLang="zh-CN" sz="2000" dirty="0">
                <a:solidFill>
                  <a:srgbClr val="FF0000"/>
                </a:solidFill>
              </a:rPr>
              <a:t>=(</a:t>
            </a:r>
            <a:r>
              <a:rPr lang="en-US" altLang="zh-CN" sz="2000" dirty="0" err="1">
                <a:solidFill>
                  <a:srgbClr val="FF0000"/>
                </a:solidFill>
              </a:rPr>
              <a:t>sizeof</a:t>
            </a:r>
            <a:r>
              <a:rPr lang="en-US" altLang="zh-CN" sz="2000" dirty="0">
                <a:solidFill>
                  <a:srgbClr val="FF0000"/>
                </a:solidFill>
              </a:rPr>
              <a:t>(a</a:t>
            </a:r>
            <a:r>
              <a:rPr lang="zh-CN" altLang="en-US" sz="2000" dirty="0">
                <a:solidFill>
                  <a:srgbClr val="FF0000"/>
                </a:solidFill>
              </a:rPr>
              <a:t>指针</a:t>
            </a:r>
            <a:r>
              <a:rPr lang="en-US" altLang="zh-CN" sz="2000" dirty="0">
                <a:solidFill>
                  <a:srgbClr val="FF0000"/>
                </a:solidFill>
              </a:rPr>
              <a:t>)+</a:t>
            </a:r>
            <a:r>
              <a:rPr lang="en-US" altLang="zh-CN" sz="2000" dirty="0" err="1">
                <a:solidFill>
                  <a:srgbClr val="FF0000"/>
                </a:solidFill>
                <a:sym typeface="+mn-ea"/>
              </a:rPr>
              <a:t>sizeof</a:t>
            </a:r>
            <a:r>
              <a:rPr lang="en-US" altLang="zh-CN" sz="2000" dirty="0">
                <a:solidFill>
                  <a:srgbClr val="FF0000"/>
                </a:solidFill>
                <a:sym typeface="+mn-ea"/>
              </a:rPr>
              <a:t>(</a:t>
            </a:r>
            <a:r>
              <a:rPr lang="en-US" sz="2000" dirty="0">
                <a:solidFill>
                  <a:srgbClr val="FF0000"/>
                </a:solidFill>
                <a:sym typeface="+mn-ea"/>
              </a:rPr>
              <a:t>int</a:t>
            </a:r>
            <a:r>
              <a:rPr lang="en-US" altLang="zh-CN" sz="2000" dirty="0">
                <a:solidFill>
                  <a:srgbClr val="FF0000"/>
                </a:solidFill>
                <a:sym typeface="+mn-ea"/>
              </a:rPr>
              <a:t>)</a:t>
            </a:r>
            <a:r>
              <a:rPr lang="en-US" altLang="zh-CN" sz="2000" dirty="0">
                <a:solidFill>
                  <a:srgbClr val="FF0000"/>
                </a:solidFill>
              </a:rPr>
              <a:t>+</a:t>
            </a:r>
            <a:r>
              <a:rPr lang="en-US" altLang="zh-CN" sz="2000" dirty="0">
                <a:solidFill>
                  <a:srgbClr val="00B0F0"/>
                </a:solidFill>
              </a:rPr>
              <a:t>sizeof(</a:t>
            </a:r>
            <a:r>
              <a:rPr lang="zh-CN" altLang="en-US" sz="2000" dirty="0">
                <a:solidFill>
                  <a:srgbClr val="00B0F0"/>
                </a:solidFill>
              </a:rPr>
              <a:t>函数指针</a:t>
            </a:r>
            <a:r>
              <a:rPr lang="en-US" altLang="zh-CN" sz="2000" dirty="0">
                <a:solidFill>
                  <a:srgbClr val="00B0F0"/>
                </a:solidFill>
              </a:rPr>
              <a:t>)</a:t>
            </a:r>
            <a:r>
              <a:rPr lang="en-US" altLang="zh-CN" sz="2000" dirty="0">
                <a:solidFill>
                  <a:srgbClr val="FF0000"/>
                </a:solidFill>
              </a:rPr>
              <a:t>)*n</a:t>
            </a:r>
            <a:endParaRPr lang="zh-CN" altLang="en-US" sz="2000" dirty="0">
              <a:solidFill>
                <a:srgbClr val="FF0000"/>
              </a:solidFill>
            </a:endParaRPr>
          </a:p>
          <a:p>
            <a:endParaRPr lang="zh-CN" altLang="en-US" dirty="0"/>
          </a:p>
        </p:txBody>
      </p:sp>
      <p:sp>
        <p:nvSpPr>
          <p:cNvPr id="1049073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rtl="0">
              <a:spcAft>
                <a:spcPts val="0"/>
              </a:spcAft>
            </a:pPr>
            <a:fld id="{71B7BAC7-FE87-40F6-AA24-4F4685D1B022}" type="slidenum">
              <a:rPr lang="en-US" smtClean="0"/>
            </a:fld>
            <a:endParaRPr lang="en-US"/>
          </a:p>
        </p:txBody>
      </p:sp>
      <p:sp>
        <p:nvSpPr>
          <p:cNvPr id="1049074" name="矩形 5"/>
          <p:cNvSpPr/>
          <p:nvPr/>
        </p:nvSpPr>
        <p:spPr>
          <a:xfrm>
            <a:off x="2989382" y="6119820"/>
            <a:ext cx="3112135" cy="553085"/>
          </a:xfrm>
          <a:prstGeom prst="rect">
            <a:avLst/>
          </a:prstGeom>
          <a:noFill/>
        </p:spPr>
        <p:txBody>
          <a:bodyPr wrap="none">
            <a:spAutoFit/>
            <a:scene3d>
              <a:camera prst="orthographicFront"/>
              <a:lightRig rig="flat" dir="tl">
                <a:rot lat="0" lon="0" rev="6600000"/>
              </a:lightRig>
            </a:scene3d>
            <a:sp3d extrusionH="25400" contourW="8890">
              <a:bevelT w="38100" h="31750"/>
              <a:contourClr>
                <a:schemeClr val="accent2">
                  <a:shade val="75000"/>
                </a:schemeClr>
              </a:contourClr>
            </a:sp3d>
          </a:bodyPr>
          <a:p>
            <a:pPr algn="ctr">
              <a:spcAft>
                <a:spcPts val="0"/>
              </a:spcAft>
            </a:pPr>
            <a:r>
              <a:rPr lang="en-US" altLang="zh-CN" sz="3000" b="1" i="1" dirty="0" err="1">
                <a:ln w="11430"/>
                <a:gradFill>
                  <a:gsLst>
                    <a:gs pos="0">
                      <a:schemeClr val="accent2">
                        <a:tint val="70000"/>
                        <a:satMod val="245000"/>
                      </a:schemeClr>
                    </a:gs>
                    <a:gs pos="75000">
                      <a:schemeClr val="accent2">
                        <a:tint val="90000"/>
                        <a:shade val="60000"/>
                        <a:satMod val="240000"/>
                      </a:schemeClr>
                    </a:gs>
                    <a:gs pos="100000">
                      <a:schemeClr val="accent2">
                        <a:tint val="100000"/>
                        <a:shade val="50000"/>
                        <a:satMod val="240000"/>
                      </a:schemeClr>
                    </a:gs>
                  </a:gsLst>
                  <a:lin ang="5400000"/>
                </a:gra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Arial" panose="020B0604020202020204" pitchFamily="34" charset="0"/>
              </a:rPr>
              <a:t>S</a:t>
            </a:r>
            <a:r>
              <a:rPr lang="en-US" altLang="zh-CN" sz="3000" b="1" i="1" baseline="-25000" dirty="0" err="1">
                <a:ln w="11430"/>
                <a:gradFill>
                  <a:gsLst>
                    <a:gs pos="0">
                      <a:schemeClr val="accent2">
                        <a:tint val="70000"/>
                        <a:satMod val="245000"/>
                      </a:schemeClr>
                    </a:gs>
                    <a:gs pos="75000">
                      <a:schemeClr val="accent2">
                        <a:tint val="90000"/>
                        <a:shade val="60000"/>
                        <a:satMod val="240000"/>
                      </a:schemeClr>
                    </a:gs>
                    <a:gs pos="100000">
                      <a:schemeClr val="accent2">
                        <a:tint val="100000"/>
                        <a:shade val="50000"/>
                        <a:satMod val="240000"/>
                      </a:schemeClr>
                    </a:gs>
                  </a:gsLst>
                  <a:lin ang="5400000"/>
                </a:gra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Arial" panose="020B0604020202020204" pitchFamily="34" charset="0"/>
              </a:rPr>
              <a:t>Sum</a:t>
            </a:r>
            <a:r>
              <a:rPr lang="en-US" altLang="zh-CN" sz="3000" b="1" i="1" dirty="0">
                <a:ln w="11430"/>
                <a:gradFill>
                  <a:gsLst>
                    <a:gs pos="0">
                      <a:schemeClr val="accent2">
                        <a:tint val="70000"/>
                        <a:satMod val="245000"/>
                      </a:schemeClr>
                    </a:gs>
                    <a:gs pos="75000">
                      <a:schemeClr val="accent2">
                        <a:tint val="90000"/>
                        <a:shade val="60000"/>
                        <a:satMod val="240000"/>
                      </a:schemeClr>
                    </a:gs>
                    <a:gs pos="100000">
                      <a:schemeClr val="accent2">
                        <a:tint val="100000"/>
                        <a:shade val="50000"/>
                        <a:satMod val="240000"/>
                      </a:schemeClr>
                    </a:gs>
                  </a:gsLst>
                  <a:lin ang="5400000"/>
                </a:gra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Arial" panose="020B0604020202020204" pitchFamily="34" charset="0"/>
              </a:rPr>
              <a:t>(n)</a:t>
            </a:r>
            <a:r>
              <a:rPr lang="en-US" altLang="zh-CN" sz="3000" b="1" dirty="0">
                <a:ln w="11430"/>
                <a:gradFill>
                  <a:gsLst>
                    <a:gs pos="0">
                      <a:schemeClr val="accent2">
                        <a:tint val="70000"/>
                        <a:satMod val="245000"/>
                      </a:schemeClr>
                    </a:gs>
                    <a:gs pos="75000">
                      <a:schemeClr val="accent2">
                        <a:tint val="90000"/>
                        <a:shade val="60000"/>
                        <a:satMod val="240000"/>
                      </a:schemeClr>
                    </a:gs>
                    <a:gs pos="100000">
                      <a:schemeClr val="accent2">
                        <a:tint val="100000"/>
                        <a:shade val="50000"/>
                        <a:satMod val="240000"/>
                      </a:schemeClr>
                    </a:gs>
                  </a:gsLst>
                  <a:lin ang="5400000"/>
                </a:gra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Arial" panose="020B0604020202020204" pitchFamily="34" charset="0"/>
              </a:rPr>
              <a:t>&lt;</a:t>
            </a:r>
            <a:r>
              <a:rPr lang="en-US" altLang="zh-CN" sz="3000" b="1" i="1" dirty="0" err="1">
                <a:ln w="11430"/>
                <a:gradFill>
                  <a:gsLst>
                    <a:gs pos="0">
                      <a:schemeClr val="accent2">
                        <a:tint val="70000"/>
                        <a:satMod val="245000"/>
                      </a:schemeClr>
                    </a:gs>
                    <a:gs pos="75000">
                      <a:schemeClr val="accent2">
                        <a:tint val="90000"/>
                        <a:shade val="60000"/>
                        <a:satMod val="240000"/>
                      </a:schemeClr>
                    </a:gs>
                    <a:gs pos="100000">
                      <a:schemeClr val="accent2">
                        <a:tint val="100000"/>
                        <a:shade val="50000"/>
                        <a:satMod val="240000"/>
                      </a:schemeClr>
                    </a:gs>
                  </a:gsLst>
                  <a:lin ang="5400000"/>
                </a:gra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Arial" panose="020B0604020202020204" pitchFamily="34" charset="0"/>
              </a:rPr>
              <a:t>S</a:t>
            </a:r>
            <a:r>
              <a:rPr lang="en-US" altLang="zh-CN" sz="3000" b="1" i="1" baseline="-25000" dirty="0" err="1">
                <a:ln w="11430"/>
                <a:gradFill>
                  <a:gsLst>
                    <a:gs pos="0">
                      <a:schemeClr val="accent2">
                        <a:tint val="70000"/>
                        <a:satMod val="245000"/>
                      </a:schemeClr>
                    </a:gs>
                    <a:gs pos="75000">
                      <a:schemeClr val="accent2">
                        <a:tint val="90000"/>
                        <a:shade val="60000"/>
                        <a:satMod val="240000"/>
                      </a:schemeClr>
                    </a:gs>
                    <a:gs pos="100000">
                      <a:schemeClr val="accent2">
                        <a:tint val="100000"/>
                        <a:shade val="50000"/>
                        <a:satMod val="240000"/>
                      </a:schemeClr>
                    </a:gs>
                  </a:gsLst>
                  <a:lin ang="5400000"/>
                </a:gra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Arial" panose="020B0604020202020204" pitchFamily="34" charset="0"/>
              </a:rPr>
              <a:t>Rsum</a:t>
            </a:r>
            <a:r>
              <a:rPr lang="en-US" altLang="zh-CN" sz="3000" b="1" i="1" dirty="0">
                <a:ln w="11430"/>
                <a:gradFill>
                  <a:gsLst>
                    <a:gs pos="0">
                      <a:schemeClr val="accent2">
                        <a:tint val="70000"/>
                        <a:satMod val="245000"/>
                      </a:schemeClr>
                    </a:gs>
                    <a:gs pos="75000">
                      <a:schemeClr val="accent2">
                        <a:tint val="90000"/>
                        <a:shade val="60000"/>
                        <a:satMod val="240000"/>
                      </a:schemeClr>
                    </a:gs>
                    <a:gs pos="100000">
                      <a:schemeClr val="accent2">
                        <a:tint val="100000"/>
                        <a:shade val="50000"/>
                        <a:satMod val="240000"/>
                      </a:schemeClr>
                    </a:gs>
                  </a:gsLst>
                  <a:lin ang="5400000"/>
                </a:gra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Arial" panose="020B0604020202020204" pitchFamily="34" charset="0"/>
              </a:rPr>
              <a:t>(n)</a:t>
            </a:r>
            <a:endParaRPr lang="zh-CN" altLang="en-US" sz="3000" b="1" i="1" dirty="0">
              <a:ln w="11430"/>
              <a:gradFill>
                <a:gsLst>
                  <a:gs pos="0">
                    <a:schemeClr val="accent2">
                      <a:tint val="70000"/>
                      <a:satMod val="245000"/>
                    </a:schemeClr>
                  </a:gs>
                  <a:gs pos="75000">
                    <a:schemeClr val="accent2">
                      <a:tint val="90000"/>
                      <a:shade val="60000"/>
                      <a:satMod val="240000"/>
                    </a:schemeClr>
                  </a:gs>
                  <a:gs pos="100000">
                    <a:schemeClr val="accent2">
                      <a:tint val="100000"/>
                      <a:shade val="50000"/>
                      <a:satMod val="240000"/>
                    </a:schemeClr>
                  </a:gs>
                </a:gsLst>
                <a:lin ang="5400000"/>
              </a:gradFill>
              <a:effectLst>
                <a:outerShdw blurRad="50800" dist="39000" dir="5460000" algn="tl">
                  <a:srgbClr val="000000">
                    <a:alpha val="38000"/>
                  </a:srgbClr>
                </a:outerShdw>
              </a:effectLst>
              <a:latin typeface="Arial" panose="020B0604020202020204" pitchFamily="34" charset="0"/>
            </a:endParaRPr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700"/>
    </mc:Choice>
    <mc:Fallback>
      <p:transition/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4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078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pPr>
              <a:spcAft>
                <a:spcPts val="0"/>
              </a:spcAft>
            </a:pPr>
            <a:r>
              <a:rPr lang="zh-CN" altLang="en-US" smtClean="0"/>
              <a:t>小结</a:t>
            </a:r>
            <a:endParaRPr lang="zh-CN" altLang="en-US" smtClean="0"/>
          </a:p>
        </p:txBody>
      </p:sp>
      <p:sp>
        <p:nvSpPr>
          <p:cNvPr id="1049079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pPr>
              <a:spcAft>
                <a:spcPts val="0"/>
              </a:spcAft>
            </a:pPr>
            <a:r>
              <a:rPr lang="zh-CN" altLang="en-US" smtClean="0"/>
              <a:t>一个程序的空间开销包括</a:t>
            </a:r>
            <a:endParaRPr lang="en-US" altLang="zh-CN" smtClean="0"/>
          </a:p>
          <a:p>
            <a:pPr lvl="1">
              <a:spcBef>
                <a:spcPts val="375"/>
              </a:spcBef>
              <a:spcAft>
                <a:spcPts val="0"/>
              </a:spcAft>
            </a:pPr>
            <a:r>
              <a:rPr lang="zh-CN" altLang="en-US" smtClean="0"/>
              <a:t>生成代码指令后所占的空间</a:t>
            </a:r>
            <a:endParaRPr lang="en-US" altLang="zh-CN" smtClean="0"/>
          </a:p>
          <a:p>
            <a:pPr lvl="1">
              <a:spcBef>
                <a:spcPts val="375"/>
              </a:spcBef>
              <a:spcAft>
                <a:spcPts val="0"/>
              </a:spcAft>
            </a:pPr>
            <a:r>
              <a:rPr lang="zh-CN" altLang="en-US" smtClean="0"/>
              <a:t>简单变量、常量所占的空间</a:t>
            </a:r>
            <a:endParaRPr lang="en-US" altLang="zh-CN" smtClean="0"/>
          </a:p>
          <a:p>
            <a:pPr lvl="1">
              <a:spcBef>
                <a:spcPts val="375"/>
              </a:spcBef>
              <a:spcAft>
                <a:spcPts val="0"/>
              </a:spcAft>
            </a:pPr>
            <a:r>
              <a:rPr lang="zh-CN" altLang="en-US" smtClean="0"/>
              <a:t>复合变量所占的空间</a:t>
            </a:r>
            <a:endParaRPr lang="en-US" altLang="zh-CN" smtClean="0"/>
          </a:p>
          <a:p>
            <a:pPr lvl="1">
              <a:spcBef>
                <a:spcPts val="375"/>
              </a:spcBef>
              <a:spcAft>
                <a:spcPts val="0"/>
              </a:spcAft>
            </a:pPr>
            <a:r>
              <a:rPr lang="zh-CN" altLang="en-US" smtClean="0"/>
              <a:t>动态分配的空间</a:t>
            </a:r>
            <a:endParaRPr lang="en-US" altLang="zh-CN" smtClean="0"/>
          </a:p>
          <a:p>
            <a:pPr lvl="1">
              <a:spcBef>
                <a:spcPts val="375"/>
              </a:spcBef>
            </a:pPr>
            <a:r>
              <a:rPr lang="zh-CN" altLang="en-US" smtClean="0"/>
              <a:t>递归栈空间</a:t>
            </a:r>
            <a:endParaRPr lang="zh-CN" altLang="en-US" smtClean="0"/>
          </a:p>
        </p:txBody>
      </p:sp>
      <p:sp>
        <p:nvSpPr>
          <p:cNvPr id="1049080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rtl="0">
              <a:spcAft>
                <a:spcPts val="0"/>
              </a:spcAft>
            </a:pPr>
            <a:fld id="{71B7BAC7-FE87-40F6-AA24-4F4685D1B022}" type="slidenum">
              <a:rPr lang="en-US" altLang="zh-CN" noProof="0" smtClean="0"/>
            </a:fld>
            <a:endParaRPr lang="zh-CN" altLang="en-US" noProof="0" dirty="0"/>
          </a:p>
        </p:txBody>
      </p:sp>
      <p:sp>
        <p:nvSpPr>
          <p:cNvPr id="1049081" name="圆角矩形 4"/>
          <p:cNvSpPr>
            <a:spLocks noChangeArrowheads="1"/>
          </p:cNvSpPr>
          <p:nvPr/>
        </p:nvSpPr>
        <p:spPr bwMode="auto">
          <a:xfrm>
            <a:off x="540385" y="2849880"/>
            <a:ext cx="3636010" cy="1348105"/>
          </a:xfrm>
          <a:prstGeom prst="roundRect">
            <a:avLst>
              <a:gd name="adj" fmla="val 16667"/>
            </a:avLst>
          </a:prstGeom>
          <a:noFill/>
          <a:ln w="28575" algn="ctr">
            <a:solidFill>
              <a:srgbClr val="FF0000"/>
            </a:solidFill>
            <a:round/>
          </a:ln>
        </p:spPr>
        <p:txBody>
          <a:bodyPr lIns="0" tIns="0" rIns="182880" bIns="0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endParaRPr lang="zh-CN" altLang="en-US" sz="2400"/>
          </a:p>
        </p:txBody>
      </p:sp>
      <p:sp>
        <p:nvSpPr>
          <p:cNvPr id="1049082" name="TextBox 5"/>
          <p:cNvSpPr txBox="1">
            <a:spLocks noChangeArrowheads="1"/>
          </p:cNvSpPr>
          <p:nvPr/>
        </p:nvSpPr>
        <p:spPr bwMode="auto">
          <a:xfrm>
            <a:off x="6220162" y="3381379"/>
            <a:ext cx="1793875" cy="891540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Aft>
                <a:spcPts val="0"/>
              </a:spcAft>
            </a:pPr>
            <a:r>
              <a:rPr lang="zh-CN" altLang="en-US" sz="2600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重点考查可变部分</a:t>
            </a:r>
            <a:endParaRPr lang="zh-CN" altLang="en-US" sz="2600" b="1" dirty="0">
              <a:solidFill>
                <a:srgbClr val="FF0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700"/>
    </mc:Choice>
    <mc:Fallback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90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10490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4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90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1" dur="500"/>
                                        <p:tgtEl>
                                          <p:spTgt spid="10490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49081" grpId="0" bldLvl="0" animBg="1"/>
      <p:bldP spid="1049082" grpId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5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086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pPr>
              <a:spcAft>
                <a:spcPts val="0"/>
              </a:spcAft>
            </a:pPr>
            <a:r>
              <a:rPr lang="zh-CN" altLang="en-US" dirty="0" smtClean="0"/>
              <a:t>时间复杂度分析</a:t>
            </a:r>
            <a:endParaRPr lang="zh-CN" altLang="en-US" dirty="0" smtClean="0"/>
          </a:p>
        </p:txBody>
      </p:sp>
      <p:sp>
        <p:nvSpPr>
          <p:cNvPr id="1049087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pPr>
              <a:spcAft>
                <a:spcPts val="0"/>
              </a:spcAft>
            </a:pPr>
            <a:r>
              <a:rPr lang="zh-CN" altLang="en-US" dirty="0"/>
              <a:t>指标（计数对象）</a:t>
            </a:r>
            <a:endParaRPr lang="en-US" altLang="zh-CN" dirty="0"/>
          </a:p>
          <a:p>
            <a:pPr>
              <a:spcBef>
                <a:spcPts val="750"/>
              </a:spcBef>
              <a:spcAft>
                <a:spcPts val="0"/>
              </a:spcAft>
            </a:pPr>
            <a:r>
              <a:rPr lang="zh-CN" altLang="en-US" dirty="0" smtClean="0"/>
              <a:t>渐近符号（</a:t>
            </a:r>
            <a:r>
              <a:rPr lang="en-US" altLang="zh-CN" dirty="0" smtClean="0"/>
              <a:t>Ο</a:t>
            </a:r>
            <a:r>
              <a:rPr lang="zh-CN" altLang="en-US" dirty="0" smtClean="0"/>
              <a:t>、</a:t>
            </a:r>
            <a:r>
              <a:rPr lang="en-US" altLang="zh-CN" dirty="0" smtClean="0"/>
              <a:t>Ω</a:t>
            </a:r>
            <a:r>
              <a:rPr lang="zh-CN" altLang="en-US" dirty="0" smtClean="0"/>
              <a:t>、</a:t>
            </a:r>
            <a:r>
              <a:rPr lang="en-US" altLang="zh-CN" dirty="0" smtClean="0"/>
              <a:t>Θ</a:t>
            </a:r>
            <a:r>
              <a:rPr lang="zh-CN" altLang="en-US" dirty="0" smtClean="0"/>
              <a:t>、</a:t>
            </a:r>
            <a:r>
              <a:rPr lang="en-US" altLang="zh-CN" dirty="0" smtClean="0"/>
              <a:t>ο</a:t>
            </a:r>
            <a:r>
              <a:rPr lang="zh-CN" altLang="en-US" dirty="0" smtClean="0"/>
              <a:t>）</a:t>
            </a:r>
            <a:endParaRPr lang="en-US" altLang="zh-CN" dirty="0" smtClean="0"/>
          </a:p>
          <a:p>
            <a:pPr>
              <a:spcBef>
                <a:spcPts val="750"/>
              </a:spcBef>
            </a:pPr>
            <a:r>
              <a:rPr lang="zh-CN" altLang="en-US" dirty="0" smtClean="0"/>
              <a:t>性能测量</a:t>
            </a:r>
            <a:endParaRPr lang="zh-CN" altLang="en-US" dirty="0" smtClean="0"/>
          </a:p>
        </p:txBody>
      </p:sp>
      <p:sp>
        <p:nvSpPr>
          <p:cNvPr id="1049088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rtl="0">
              <a:spcAft>
                <a:spcPts val="0"/>
              </a:spcAft>
            </a:pPr>
            <a:fld id="{71B7BAC7-FE87-40F6-AA24-4F4685D1B022}" type="slidenum">
              <a:rPr lang="en-US" altLang="zh-CN" noProof="0" smtClean="0"/>
            </a:fld>
            <a:endParaRPr lang="zh-CN" altLang="en-US" noProof="0" dirty="0"/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700"/>
    </mc:Choice>
    <mc:Fallback>
      <p:transition/>
    </mc:Fallback>
  </mc:AlternateContent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5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09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pPr>
              <a:spcAft>
                <a:spcPts val="0"/>
              </a:spcAft>
            </a:pPr>
            <a:r>
              <a:rPr lang="zh-CN" altLang="en-US" smtClean="0"/>
              <a:t>时空分析对比</a:t>
            </a:r>
            <a:endParaRPr lang="zh-CN" altLang="en-US" smtClean="0"/>
          </a:p>
        </p:txBody>
      </p:sp>
      <p:sp>
        <p:nvSpPr>
          <p:cNvPr id="104909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pPr>
              <a:spcAft>
                <a:spcPts val="0"/>
              </a:spcAft>
            </a:pPr>
            <a:r>
              <a:rPr lang="zh-CN" altLang="en-US" dirty="0" smtClean="0"/>
              <a:t>空间复杂性</a:t>
            </a:r>
            <a:r>
              <a:rPr lang="en-US" altLang="zh-CN" i="1" dirty="0" smtClean="0"/>
              <a:t>  S(P) </a:t>
            </a:r>
            <a:r>
              <a:rPr lang="en-US" altLang="zh-CN" dirty="0" smtClean="0"/>
              <a:t>= </a:t>
            </a:r>
            <a:r>
              <a:rPr lang="en-US" altLang="zh-CN" i="1" dirty="0" smtClean="0"/>
              <a:t>c </a:t>
            </a:r>
            <a:r>
              <a:rPr lang="en-US" altLang="zh-CN" dirty="0" smtClean="0"/>
              <a:t>+ </a:t>
            </a:r>
            <a:r>
              <a:rPr lang="en-US" altLang="zh-CN" i="1" dirty="0" err="1" smtClean="0"/>
              <a:t>S</a:t>
            </a:r>
            <a:r>
              <a:rPr lang="en-US" altLang="zh-CN" i="1" baseline="-25000" dirty="0" err="1" smtClean="0"/>
              <a:t>p</a:t>
            </a:r>
            <a:r>
              <a:rPr lang="en-US" altLang="zh-CN" dirty="0" smtClean="0"/>
              <a:t>(</a:t>
            </a:r>
            <a:r>
              <a:rPr lang="zh-CN" altLang="en-US" dirty="0" smtClean="0"/>
              <a:t>实例特征</a:t>
            </a:r>
            <a:r>
              <a:rPr lang="en-US" altLang="zh-CN" dirty="0" smtClean="0"/>
              <a:t>)</a:t>
            </a:r>
            <a:endParaRPr lang="en-US" altLang="zh-CN" dirty="0" smtClean="0"/>
          </a:p>
          <a:p>
            <a:endParaRPr lang="en-US" altLang="zh-CN" dirty="0" smtClean="0"/>
          </a:p>
          <a:p>
            <a:pPr>
              <a:spcBef>
                <a:spcPts val="750"/>
              </a:spcBef>
            </a:pPr>
            <a:r>
              <a:rPr lang="zh-CN" altLang="en-US" dirty="0" smtClean="0"/>
              <a:t>时间复杂性</a:t>
            </a:r>
            <a:r>
              <a:rPr lang="en-US" altLang="zh-CN" i="1" dirty="0" smtClean="0"/>
              <a:t>  T(P) </a:t>
            </a:r>
            <a:r>
              <a:rPr lang="en-US" altLang="zh-CN" dirty="0" smtClean="0"/>
              <a:t>= </a:t>
            </a:r>
            <a:r>
              <a:rPr lang="en-US" altLang="zh-CN" i="1" dirty="0" smtClean="0"/>
              <a:t>c </a:t>
            </a:r>
            <a:r>
              <a:rPr lang="en-US" altLang="zh-CN" dirty="0" smtClean="0"/>
              <a:t>+ </a:t>
            </a:r>
            <a:r>
              <a:rPr lang="en-US" altLang="zh-CN" i="1" dirty="0" err="1" smtClean="0"/>
              <a:t>t</a:t>
            </a:r>
            <a:r>
              <a:rPr lang="en-US" altLang="zh-CN" i="1" baseline="-25000" dirty="0" err="1" smtClean="0"/>
              <a:t>p</a:t>
            </a:r>
            <a:r>
              <a:rPr lang="en-US" altLang="zh-CN" dirty="0" smtClean="0"/>
              <a:t>(</a:t>
            </a:r>
            <a:r>
              <a:rPr lang="zh-CN" altLang="en-US" dirty="0" smtClean="0"/>
              <a:t>实例特征</a:t>
            </a:r>
            <a:r>
              <a:rPr lang="en-US" altLang="zh-CN" dirty="0" smtClean="0"/>
              <a:t>)</a:t>
            </a:r>
            <a:endParaRPr lang="zh-CN" altLang="en-US" dirty="0" smtClean="0"/>
          </a:p>
          <a:p>
            <a:pPr>
              <a:buFontTx/>
              <a:buNone/>
            </a:pPr>
            <a:endParaRPr lang="zh-CN" altLang="en-US" dirty="0" smtClean="0"/>
          </a:p>
        </p:txBody>
      </p:sp>
      <p:sp>
        <p:nvSpPr>
          <p:cNvPr id="1049094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rtl="0">
              <a:spcAft>
                <a:spcPts val="0"/>
              </a:spcAft>
            </a:pPr>
            <a:fld id="{71B7BAC7-FE87-40F6-AA24-4F4685D1B022}" type="slidenum">
              <a:rPr lang="en-US" altLang="zh-CN" noProof="0" smtClean="0"/>
            </a:fld>
            <a:endParaRPr lang="zh-CN" altLang="en-US" noProof="0" dirty="0"/>
          </a:p>
        </p:txBody>
      </p:sp>
      <p:sp>
        <p:nvSpPr>
          <p:cNvPr id="1049095" name="圆角矩形 4"/>
          <p:cNvSpPr>
            <a:spLocks noChangeArrowheads="1"/>
          </p:cNvSpPr>
          <p:nvPr/>
        </p:nvSpPr>
        <p:spPr bwMode="auto">
          <a:xfrm>
            <a:off x="3451860" y="1647190"/>
            <a:ext cx="431800" cy="1510030"/>
          </a:xfrm>
          <a:prstGeom prst="roundRect">
            <a:avLst>
              <a:gd name="adj" fmla="val 16667"/>
            </a:avLst>
          </a:prstGeom>
          <a:noFill/>
          <a:ln w="28575" algn="ctr">
            <a:solidFill>
              <a:srgbClr val="FF0000"/>
            </a:solidFill>
            <a:round/>
          </a:ln>
        </p:spPr>
        <p:txBody>
          <a:bodyPr lIns="0" tIns="0" rIns="182880" bIns="0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endParaRPr lang="zh-CN" altLang="en-US" sz="2400"/>
          </a:p>
        </p:txBody>
      </p:sp>
      <p:sp>
        <p:nvSpPr>
          <p:cNvPr id="1049096" name="TextBox 5"/>
          <p:cNvSpPr txBox="1">
            <a:spLocks noChangeArrowheads="1"/>
          </p:cNvSpPr>
          <p:nvPr/>
        </p:nvSpPr>
        <p:spPr bwMode="auto">
          <a:xfrm>
            <a:off x="3124206" y="3510918"/>
            <a:ext cx="896939" cy="891540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Aft>
                <a:spcPts val="0"/>
              </a:spcAft>
            </a:pPr>
            <a:r>
              <a:rPr lang="zh-CN" altLang="en-US" sz="2600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不变</a:t>
            </a:r>
            <a:endParaRPr lang="en-US" altLang="zh-CN" sz="2600" b="1" dirty="0">
              <a:solidFill>
                <a:srgbClr val="FF0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eaLnBrk="1" hangingPunct="1">
              <a:spcBef>
                <a:spcPts val="0"/>
              </a:spcBef>
            </a:pPr>
            <a:r>
              <a:rPr lang="zh-CN" altLang="en-US" sz="2600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部分</a:t>
            </a:r>
            <a:endParaRPr lang="zh-CN" altLang="en-US" sz="2600" b="1" dirty="0">
              <a:solidFill>
                <a:srgbClr val="FF0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049097" name="圆角矩形 6"/>
          <p:cNvSpPr>
            <a:spLocks noChangeArrowheads="1"/>
          </p:cNvSpPr>
          <p:nvPr/>
        </p:nvSpPr>
        <p:spPr bwMode="auto">
          <a:xfrm>
            <a:off x="4021303" y="1647192"/>
            <a:ext cx="416939" cy="1501812"/>
          </a:xfrm>
          <a:prstGeom prst="roundRect">
            <a:avLst>
              <a:gd name="adj" fmla="val 16667"/>
            </a:avLst>
          </a:prstGeom>
          <a:noFill/>
          <a:ln w="28575" algn="ctr">
            <a:solidFill>
              <a:srgbClr val="FF0000"/>
            </a:solidFill>
            <a:round/>
          </a:ln>
        </p:spPr>
        <p:txBody>
          <a:bodyPr lIns="0" tIns="0" rIns="182880" bIns="0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endParaRPr lang="zh-CN" altLang="en-US" sz="2400"/>
          </a:p>
        </p:txBody>
      </p:sp>
      <p:sp>
        <p:nvSpPr>
          <p:cNvPr id="1049098" name="TextBox 7"/>
          <p:cNvSpPr txBox="1">
            <a:spLocks noChangeArrowheads="1"/>
          </p:cNvSpPr>
          <p:nvPr/>
        </p:nvSpPr>
        <p:spPr bwMode="auto">
          <a:xfrm>
            <a:off x="3883538" y="3510918"/>
            <a:ext cx="896939" cy="891540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Aft>
                <a:spcPts val="0"/>
              </a:spcAft>
            </a:pPr>
            <a:r>
              <a:rPr lang="zh-CN" altLang="en-US" sz="2600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可变</a:t>
            </a:r>
            <a:endParaRPr lang="en-US" altLang="zh-CN" sz="2600" b="1" dirty="0">
              <a:solidFill>
                <a:srgbClr val="FF0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eaLnBrk="1" hangingPunct="1">
              <a:spcBef>
                <a:spcPts val="0"/>
              </a:spcBef>
            </a:pPr>
            <a:r>
              <a:rPr lang="zh-CN" altLang="en-US" sz="2600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部分</a:t>
            </a:r>
            <a:endParaRPr lang="zh-CN" altLang="en-US" sz="2600" b="1" dirty="0">
              <a:solidFill>
                <a:srgbClr val="FF0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700"/>
    </mc:Choice>
    <mc:Fallback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90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10490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4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90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1" dur="500"/>
                                        <p:tgtEl>
                                          <p:spTgt spid="10490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90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6" dur="500"/>
                                        <p:tgtEl>
                                          <p:spTgt spid="10490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4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90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0" dur="500"/>
                                        <p:tgtEl>
                                          <p:spTgt spid="10490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49095" grpId="0" bldLvl="0" animBg="1"/>
      <p:bldP spid="1049096" grpId="0"/>
      <p:bldP spid="1049097" grpId="0" bldLvl="0" animBg="1"/>
      <p:bldP spid="1049098" grpId="0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5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10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pPr>
              <a:spcAft>
                <a:spcPts val="0"/>
              </a:spcAft>
            </a:pPr>
            <a:r>
              <a:rPr lang="zh-CN" altLang="en-US" smtClean="0"/>
              <a:t>应该摒弃的指标</a:t>
            </a:r>
            <a:endParaRPr lang="zh-CN" altLang="en-US" smtClean="0"/>
          </a:p>
        </p:txBody>
      </p:sp>
      <p:sp>
        <p:nvSpPr>
          <p:cNvPr id="104910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pPr>
              <a:spcAft>
                <a:spcPts val="0"/>
              </a:spcAft>
            </a:pPr>
            <a:r>
              <a:rPr lang="zh-CN" altLang="en-US" dirty="0" smtClean="0"/>
              <a:t>代码的实际执行时间</a:t>
            </a:r>
            <a:endParaRPr lang="en-US" altLang="zh-CN" dirty="0" smtClean="0"/>
          </a:p>
          <a:p>
            <a:pPr>
              <a:spcBef>
                <a:spcPts val="750"/>
              </a:spcBef>
              <a:spcAft>
                <a:spcPts val="0"/>
              </a:spcAft>
            </a:pPr>
            <a:r>
              <a:rPr lang="zh-CN" altLang="en-US" dirty="0" smtClean="0"/>
              <a:t>代码中循环嵌套层数</a:t>
            </a:r>
            <a:endParaRPr lang="en-US" altLang="zh-CN" dirty="0" smtClean="0"/>
          </a:p>
          <a:p>
            <a:pPr>
              <a:spcBef>
                <a:spcPts val="750"/>
              </a:spcBef>
            </a:pPr>
            <a:r>
              <a:rPr lang="zh-CN" altLang="en-US" dirty="0" smtClean="0"/>
              <a:t>代码行数（</a:t>
            </a:r>
            <a:r>
              <a:rPr lang="en-US" altLang="zh-CN" dirty="0" smtClean="0"/>
              <a:t>LOC</a:t>
            </a:r>
            <a:r>
              <a:rPr lang="zh-CN" altLang="en-US" dirty="0" smtClean="0"/>
              <a:t>）</a:t>
            </a:r>
            <a:endParaRPr lang="zh-CN" altLang="en-US" dirty="0" smtClean="0"/>
          </a:p>
        </p:txBody>
      </p:sp>
      <p:sp>
        <p:nvSpPr>
          <p:cNvPr id="1049104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rtl="0">
              <a:spcAft>
                <a:spcPts val="0"/>
              </a:spcAft>
            </a:pPr>
            <a:fld id="{71B7BAC7-FE87-40F6-AA24-4F4685D1B022}" type="slidenum">
              <a:rPr lang="en-US" altLang="zh-CN" noProof="0" smtClean="0"/>
            </a:fld>
            <a:endParaRPr lang="zh-CN" altLang="en-US" noProof="0" dirty="0"/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700"/>
    </mc:Choice>
    <mc:Fallback>
      <p:transition/>
    </mc:Fallback>
  </mc:AlternateContent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6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108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pPr>
              <a:spcAft>
                <a:spcPts val="0"/>
              </a:spcAft>
            </a:pPr>
            <a:r>
              <a:rPr lang="zh-CN" altLang="en-US" smtClean="0"/>
              <a:t>应该采用的指标</a:t>
            </a:r>
            <a:endParaRPr lang="zh-CN" altLang="en-US" smtClean="0"/>
          </a:p>
        </p:txBody>
      </p:sp>
      <p:sp>
        <p:nvSpPr>
          <p:cNvPr id="1049109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pPr>
              <a:spcAft>
                <a:spcPts val="0"/>
              </a:spcAft>
            </a:pPr>
            <a:r>
              <a:rPr lang="zh-CN" altLang="en-US" smtClean="0"/>
              <a:t>操作计数（基本操作数）</a:t>
            </a:r>
            <a:endParaRPr lang="en-US" altLang="zh-CN" smtClean="0"/>
          </a:p>
          <a:p>
            <a:pPr lvl="1">
              <a:spcBef>
                <a:spcPts val="375"/>
              </a:spcBef>
              <a:spcAft>
                <a:spcPts val="0"/>
              </a:spcAft>
            </a:pPr>
            <a:r>
              <a:rPr lang="zh-CN" altLang="en-US" smtClean="0">
                <a:solidFill>
                  <a:srgbClr val="FF0000"/>
                </a:solidFill>
              </a:rPr>
              <a:t>程序运行中起主要作用且花费最多时间的操作</a:t>
            </a:r>
            <a:endParaRPr lang="en-US" altLang="zh-CN" smtClean="0">
              <a:solidFill>
                <a:srgbClr val="FF0000"/>
              </a:solidFill>
            </a:endParaRPr>
          </a:p>
          <a:p>
            <a:pPr lvl="1">
              <a:spcBef>
                <a:spcPts val="375"/>
              </a:spcBef>
              <a:spcAft>
                <a:spcPts val="0"/>
              </a:spcAft>
            </a:pPr>
            <a:r>
              <a:rPr lang="zh-CN" altLang="en-US" smtClean="0"/>
              <a:t>排序问题中的比较操作、交换操作</a:t>
            </a:r>
            <a:endParaRPr lang="en-US" altLang="zh-CN" smtClean="0"/>
          </a:p>
          <a:p>
            <a:pPr lvl="1">
              <a:spcBef>
                <a:spcPts val="375"/>
              </a:spcBef>
              <a:spcAft>
                <a:spcPts val="0"/>
              </a:spcAft>
            </a:pPr>
            <a:r>
              <a:rPr lang="zh-CN" altLang="en-US" smtClean="0"/>
              <a:t>矩阵乘法中的数乘操作</a:t>
            </a:r>
            <a:endParaRPr lang="en-US" altLang="zh-CN" smtClean="0"/>
          </a:p>
          <a:p>
            <a:pPr>
              <a:spcBef>
                <a:spcPts val="750"/>
              </a:spcBef>
              <a:spcAft>
                <a:spcPts val="0"/>
              </a:spcAft>
            </a:pPr>
            <a:r>
              <a:rPr lang="zh-CN" altLang="en-US" smtClean="0"/>
              <a:t>执行步数</a:t>
            </a:r>
            <a:endParaRPr lang="en-US" altLang="zh-CN" smtClean="0"/>
          </a:p>
          <a:p>
            <a:pPr lvl="1">
              <a:spcBef>
                <a:spcPts val="375"/>
              </a:spcBef>
              <a:spcAft>
                <a:spcPts val="0"/>
              </a:spcAft>
            </a:pPr>
            <a:r>
              <a:rPr lang="zh-CN" altLang="en-US" smtClean="0">
                <a:solidFill>
                  <a:srgbClr val="FF0000"/>
                </a:solidFill>
              </a:rPr>
              <a:t>程序运行中一个语法意义上的片段</a:t>
            </a:r>
            <a:endParaRPr lang="en-US" altLang="zh-CN" smtClean="0">
              <a:solidFill>
                <a:srgbClr val="FF0000"/>
              </a:solidFill>
            </a:endParaRPr>
          </a:p>
          <a:p>
            <a:pPr lvl="1">
              <a:spcBef>
                <a:spcPts val="375"/>
              </a:spcBef>
            </a:pPr>
            <a:r>
              <a:rPr lang="zh-CN" altLang="en-US" smtClean="0"/>
              <a:t>可能比操作计数更加准确</a:t>
            </a:r>
            <a:endParaRPr lang="zh-CN" altLang="en-US" smtClean="0"/>
          </a:p>
        </p:txBody>
      </p:sp>
      <p:sp>
        <p:nvSpPr>
          <p:cNvPr id="1049110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rtl="0">
              <a:spcAft>
                <a:spcPts val="0"/>
              </a:spcAft>
            </a:pPr>
            <a:fld id="{71B7BAC7-FE87-40F6-AA24-4F4685D1B022}" type="slidenum">
              <a:rPr lang="en-US" altLang="zh-CN" noProof="0" smtClean="0"/>
            </a:fld>
            <a:endParaRPr lang="zh-CN" altLang="en-US" noProof="0" dirty="0"/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700"/>
    </mc:Choice>
    <mc:Fallback>
      <p:transition/>
    </mc:Fallback>
  </mc:AlternateContent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6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114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p>
            <a:pPr>
              <a:spcAft>
                <a:spcPts val="0"/>
              </a:spcAft>
            </a:pPr>
            <a:r>
              <a:rPr lang="zh-CN" altLang="en-US" sz="4000" dirty="0" smtClean="0"/>
              <a:t>操作计数分析示例：多项式求值</a:t>
            </a:r>
            <a:endParaRPr lang="zh-CN" altLang="en-US" sz="4000" dirty="0" smtClean="0"/>
          </a:p>
        </p:txBody>
      </p:sp>
      <p:graphicFrame>
        <p:nvGraphicFramePr>
          <p:cNvPr id="4194308" name="内容占位符 4"/>
          <p:cNvGraphicFramePr>
            <a:graphicFrameLocks noGrp="1" noChangeAspect="1"/>
          </p:cNvGraphicFramePr>
          <p:nvPr>
            <p:ph idx="1"/>
          </p:nvPr>
        </p:nvGraphicFramePr>
        <p:xfrm>
          <a:off x="984250" y="1455738"/>
          <a:ext cx="4806950" cy="83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64" name="Equation" showAsIcon="1" r:id="rId1" imgW="2476500" imgH="431800" progId="Equation.3">
                  <p:embed/>
                </p:oleObj>
              </mc:Choice>
              <mc:Fallback>
                <p:oleObj name="Equation" showAsIcon="1" r:id="rId1" imgW="2476500" imgH="431800" progId="Equation.3">
                  <p:embed/>
                  <p:pic>
                    <p:nvPicPr>
                      <p:cNvPr id="0" name="图片 105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84250" y="1455738"/>
                        <a:ext cx="4806950" cy="838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49115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rtl="0">
              <a:spcAft>
                <a:spcPts val="0"/>
              </a:spcAft>
            </a:pPr>
            <a:fld id="{71B7BAC7-FE87-40F6-AA24-4F4685D1B022}" type="slidenum">
              <a:rPr lang="en-US" altLang="zh-CN" noProof="0" smtClean="0"/>
            </a:fld>
            <a:endParaRPr lang="zh-CN" altLang="en-US" noProof="0" dirty="0"/>
          </a:p>
        </p:txBody>
      </p:sp>
      <p:sp>
        <p:nvSpPr>
          <p:cNvPr id="1049116" name="TextBox 5"/>
          <p:cNvSpPr txBox="1">
            <a:spLocks noChangeArrowheads="1"/>
          </p:cNvSpPr>
          <p:nvPr/>
        </p:nvSpPr>
        <p:spPr bwMode="auto">
          <a:xfrm>
            <a:off x="804874" y="2352678"/>
            <a:ext cx="4484687" cy="3415030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Aft>
                <a:spcPts val="0"/>
              </a:spcAft>
            </a:pPr>
            <a:r>
              <a:rPr lang="zh-CN" altLang="en-US"/>
              <a:t>鲁莽算法</a:t>
            </a:r>
            <a:endParaRPr lang="en-US" altLang="zh-CN"/>
          </a:p>
          <a:p>
            <a:pPr eaLnBrk="1" hangingPunct="1">
              <a:spcBef>
                <a:spcPts val="0"/>
              </a:spcBef>
              <a:spcAft>
                <a:spcPts val="0"/>
              </a:spcAft>
            </a:pPr>
            <a:r>
              <a:rPr lang="en-US" altLang="zh-CN"/>
              <a:t>template&lt;class T&gt;</a:t>
            </a:r>
            <a:endParaRPr lang="en-US" altLang="zh-CN"/>
          </a:p>
          <a:p>
            <a:pPr eaLnBrk="1" hangingPunct="1">
              <a:spcBef>
                <a:spcPts val="0"/>
              </a:spcBef>
              <a:spcAft>
                <a:spcPts val="0"/>
              </a:spcAft>
            </a:pPr>
            <a:r>
              <a:rPr lang="en-US" altLang="zh-CN"/>
              <a:t>T PolyEval(T coeff[], int n, const T&amp; x)</a:t>
            </a:r>
            <a:endParaRPr lang="en-US" altLang="zh-CN"/>
          </a:p>
          <a:p>
            <a:pPr eaLnBrk="1" hangingPunct="1">
              <a:spcBef>
                <a:spcPts val="0"/>
              </a:spcBef>
              <a:spcAft>
                <a:spcPts val="0"/>
              </a:spcAft>
            </a:pPr>
            <a:r>
              <a:rPr lang="en-US" altLang="zh-CN"/>
              <a:t>{</a:t>
            </a:r>
            <a:endParaRPr lang="en-US" altLang="zh-CN"/>
          </a:p>
          <a:p>
            <a:pPr eaLnBrk="1" hangingPunct="1">
              <a:spcBef>
                <a:spcPts val="0"/>
              </a:spcBef>
              <a:spcAft>
                <a:spcPts val="0"/>
              </a:spcAft>
            </a:pPr>
            <a:r>
              <a:rPr lang="en-US" altLang="zh-CN"/>
              <a:t>    T y=1, value=coeff[0];</a:t>
            </a:r>
            <a:endParaRPr lang="en-US" altLang="zh-CN"/>
          </a:p>
          <a:p>
            <a:pPr eaLnBrk="1" hangingPunct="1">
              <a:spcBef>
                <a:spcPts val="0"/>
              </a:spcBef>
              <a:spcAft>
                <a:spcPts val="0"/>
              </a:spcAft>
            </a:pPr>
            <a:r>
              <a:rPr lang="en-US" altLang="zh-CN"/>
              <a:t>    for(int i=1;i&lt;=n;i++)</a:t>
            </a:r>
            <a:endParaRPr lang="en-US" altLang="zh-CN"/>
          </a:p>
          <a:p>
            <a:pPr eaLnBrk="1" hangingPunct="1">
              <a:spcBef>
                <a:spcPts val="0"/>
              </a:spcBef>
              <a:spcAft>
                <a:spcPts val="0"/>
              </a:spcAft>
            </a:pPr>
            <a:r>
              <a:rPr lang="en-US" altLang="zh-CN"/>
              <a:t>    {</a:t>
            </a:r>
            <a:endParaRPr lang="en-US" altLang="zh-CN"/>
          </a:p>
          <a:p>
            <a:pPr eaLnBrk="1" hangingPunct="1">
              <a:spcBef>
                <a:spcPts val="0"/>
              </a:spcBef>
              <a:spcAft>
                <a:spcPts val="0"/>
              </a:spcAft>
            </a:pPr>
            <a:r>
              <a:rPr lang="en-US" altLang="zh-CN"/>
              <a:t>        y*=x;</a:t>
            </a:r>
            <a:endParaRPr lang="en-US" altLang="zh-CN"/>
          </a:p>
          <a:p>
            <a:pPr eaLnBrk="1" hangingPunct="1">
              <a:spcBef>
                <a:spcPts val="0"/>
              </a:spcBef>
              <a:spcAft>
                <a:spcPts val="0"/>
              </a:spcAft>
            </a:pPr>
            <a:r>
              <a:rPr lang="en-US" altLang="zh-CN"/>
              <a:t>        value+=y*coeff[i];</a:t>
            </a:r>
            <a:endParaRPr lang="en-US" altLang="zh-CN"/>
          </a:p>
          <a:p>
            <a:pPr eaLnBrk="1" hangingPunct="1">
              <a:spcBef>
                <a:spcPts val="0"/>
              </a:spcBef>
              <a:spcAft>
                <a:spcPts val="0"/>
              </a:spcAft>
            </a:pPr>
            <a:r>
              <a:rPr lang="en-US" altLang="zh-CN"/>
              <a:t>    }</a:t>
            </a:r>
            <a:endParaRPr lang="en-US" altLang="zh-CN"/>
          </a:p>
          <a:p>
            <a:pPr eaLnBrk="1" hangingPunct="1">
              <a:spcBef>
                <a:spcPts val="0"/>
              </a:spcBef>
              <a:spcAft>
                <a:spcPts val="0"/>
              </a:spcAft>
            </a:pPr>
            <a:r>
              <a:rPr lang="en-US" altLang="zh-CN"/>
              <a:t>    return value;</a:t>
            </a:r>
            <a:endParaRPr lang="en-US" altLang="zh-CN"/>
          </a:p>
          <a:p>
            <a:pPr eaLnBrk="1" hangingPunct="1">
              <a:spcBef>
                <a:spcPts val="0"/>
              </a:spcBef>
            </a:pPr>
            <a:r>
              <a:rPr lang="en-US" altLang="zh-CN"/>
              <a:t>}</a:t>
            </a:r>
            <a:endParaRPr lang="zh-CN" altLang="en-US"/>
          </a:p>
        </p:txBody>
      </p:sp>
      <p:sp>
        <p:nvSpPr>
          <p:cNvPr id="1049117" name="TextBox 6"/>
          <p:cNvSpPr txBox="1">
            <a:spLocks noChangeArrowheads="1"/>
          </p:cNvSpPr>
          <p:nvPr/>
        </p:nvSpPr>
        <p:spPr bwMode="auto">
          <a:xfrm>
            <a:off x="5110174" y="2352678"/>
            <a:ext cx="3767137" cy="706755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Aft>
                <a:spcPts val="0"/>
              </a:spcAft>
            </a:pPr>
            <a:r>
              <a:rPr lang="zh-CN" altLang="en-US" sz="2000" b="1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认定加法和乘法是关键操作，</a:t>
            </a:r>
            <a:endParaRPr lang="en-US" altLang="zh-CN" sz="2000" b="1">
              <a:solidFill>
                <a:srgbClr val="FF0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eaLnBrk="1" hangingPunct="1">
              <a:spcBef>
                <a:spcPts val="0"/>
              </a:spcBef>
            </a:pPr>
            <a:r>
              <a:rPr lang="zh-CN" altLang="en-US" sz="2000" b="1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该算法的关键操作有多少次呢？</a:t>
            </a:r>
            <a:endParaRPr lang="zh-CN" altLang="en-US" sz="2000" b="1">
              <a:solidFill>
                <a:srgbClr val="FF0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049118" name="TextBox 7"/>
          <p:cNvSpPr txBox="1">
            <a:spLocks noChangeArrowheads="1"/>
          </p:cNvSpPr>
          <p:nvPr/>
        </p:nvSpPr>
        <p:spPr bwMode="auto">
          <a:xfrm>
            <a:off x="5110174" y="3028952"/>
            <a:ext cx="3767137" cy="398780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Aft>
                <a:spcPts val="0"/>
              </a:spcAft>
            </a:pPr>
            <a:r>
              <a:rPr lang="zh-CN" altLang="en-US" sz="2000" b="1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对于问题规模</a:t>
            </a:r>
            <a:r>
              <a:rPr lang="en-US" altLang="zh-CN" sz="2000" b="1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n</a:t>
            </a:r>
            <a:r>
              <a:rPr lang="zh-CN" altLang="en-US" sz="2000" b="1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来说 </a:t>
            </a:r>
            <a:r>
              <a:rPr lang="en-US" altLang="zh-CN" sz="2000" b="1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… …</a:t>
            </a:r>
            <a:endParaRPr lang="zh-CN" altLang="en-US" sz="2000" b="1">
              <a:solidFill>
                <a:srgbClr val="FF0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049119" name="圆角矩形 8"/>
          <p:cNvSpPr>
            <a:spLocks noChangeArrowheads="1"/>
          </p:cNvSpPr>
          <p:nvPr/>
        </p:nvSpPr>
        <p:spPr bwMode="auto">
          <a:xfrm>
            <a:off x="804873" y="3787781"/>
            <a:ext cx="2592387" cy="287339"/>
          </a:xfrm>
          <a:prstGeom prst="roundRect">
            <a:avLst>
              <a:gd name="adj" fmla="val 16667"/>
            </a:avLst>
          </a:prstGeom>
          <a:noFill/>
          <a:ln w="28575" algn="ctr">
            <a:solidFill>
              <a:srgbClr val="FF0000"/>
            </a:solidFill>
            <a:round/>
          </a:ln>
        </p:spPr>
        <p:txBody>
          <a:bodyPr lIns="0" tIns="0" rIns="182880" bIns="0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endParaRPr lang="zh-CN" altLang="en-US" sz="2400"/>
          </a:p>
        </p:txBody>
      </p:sp>
      <p:sp>
        <p:nvSpPr>
          <p:cNvPr id="1049120" name="TextBox 9"/>
          <p:cNvSpPr txBox="1">
            <a:spLocks noChangeArrowheads="1"/>
          </p:cNvSpPr>
          <p:nvPr/>
        </p:nvSpPr>
        <p:spPr bwMode="auto">
          <a:xfrm>
            <a:off x="4033839" y="3746500"/>
            <a:ext cx="2870200" cy="398780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Aft>
                <a:spcPts val="0"/>
              </a:spcAft>
            </a:pPr>
            <a:r>
              <a:rPr lang="zh-CN" altLang="en-US" sz="2000" b="1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累计将循环</a:t>
            </a:r>
            <a:r>
              <a:rPr lang="en-US" altLang="zh-CN" sz="2000" b="1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n</a:t>
            </a:r>
            <a:r>
              <a:rPr lang="zh-CN" altLang="en-US" sz="2000" b="1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次</a:t>
            </a:r>
            <a:endParaRPr lang="zh-CN" altLang="en-US" sz="2000" b="1">
              <a:solidFill>
                <a:srgbClr val="FF0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049121" name="右大括号 13"/>
          <p:cNvSpPr/>
          <p:nvPr/>
        </p:nvSpPr>
        <p:spPr bwMode="auto">
          <a:xfrm>
            <a:off x="3854460" y="4325942"/>
            <a:ext cx="358775" cy="538163"/>
          </a:xfrm>
          <a:prstGeom prst="rightBrace">
            <a:avLst>
              <a:gd name="adj1" fmla="val 8333"/>
              <a:gd name="adj2" fmla="val 50000"/>
            </a:avLst>
          </a:prstGeom>
          <a:noFill/>
          <a:ln w="28575" algn="ctr">
            <a:solidFill>
              <a:srgbClr val="FF0000"/>
            </a:solidFill>
            <a:round/>
          </a:ln>
        </p:spPr>
        <p:txBody>
          <a:bodyPr lIns="0" tIns="0" rIns="182880" bIns="0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endParaRPr lang="zh-CN" altLang="en-US" sz="2400"/>
          </a:p>
        </p:txBody>
      </p:sp>
      <p:sp>
        <p:nvSpPr>
          <p:cNvPr id="1049122" name="TextBox 14"/>
          <p:cNvSpPr txBox="1">
            <a:spLocks noChangeArrowheads="1"/>
          </p:cNvSpPr>
          <p:nvPr/>
        </p:nvSpPr>
        <p:spPr bwMode="auto">
          <a:xfrm>
            <a:off x="4392624" y="4325940"/>
            <a:ext cx="4484687" cy="398780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Aft>
                <a:spcPts val="0"/>
              </a:spcAft>
            </a:pPr>
            <a:r>
              <a:rPr lang="zh-CN" altLang="en-US" sz="2000" b="1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每次循环做</a:t>
            </a:r>
            <a:r>
              <a:rPr lang="en-US" altLang="zh-CN" sz="2000" b="1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2</a:t>
            </a:r>
            <a:r>
              <a:rPr lang="zh-CN" altLang="en-US" sz="2000" b="1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个乘法和</a:t>
            </a:r>
            <a:r>
              <a:rPr lang="en-US" altLang="zh-CN" sz="2000" b="1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1</a:t>
            </a:r>
            <a:r>
              <a:rPr lang="zh-CN" altLang="en-US" sz="2000" b="1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个加法</a:t>
            </a:r>
            <a:endParaRPr lang="zh-CN" altLang="en-US" sz="2000" b="1">
              <a:solidFill>
                <a:srgbClr val="FF0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049123" name="文本框 1"/>
          <p:cNvSpPr txBox="1"/>
          <p:nvPr/>
        </p:nvSpPr>
        <p:spPr>
          <a:xfrm>
            <a:off x="719069" y="6022872"/>
            <a:ext cx="5078095" cy="368300"/>
          </a:xfrm>
          <a:prstGeom prst="rect">
            <a:avLst/>
          </a:prstGeom>
          <a:noFill/>
          <a:ln>
            <a:solidFill>
              <a:schemeClr val="bg2"/>
            </a:solidFill>
          </a:ln>
        </p:spPr>
        <p:txBody>
          <a:bodyPr wrap="none" rtlCol="0" anchor="ctr" anchorCtr="1">
            <a:spAutoFit/>
          </a:bodyPr>
          <a:p>
            <a:pPr>
              <a:spcAft>
                <a:spcPts val="0"/>
              </a:spcAft>
            </a:pPr>
            <a:r>
              <a:rPr lang="zh-CN" altLang="en-US" dirty="0">
                <a:solidFill>
                  <a:srgbClr val="FF0000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备注</a:t>
            </a:r>
            <a:r>
              <a:rPr lang="zh-CN" altLang="en-US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：示例引自</a:t>
            </a:r>
            <a:r>
              <a:rPr lang="en-US" altLang="zh-CN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《</a:t>
            </a:r>
            <a:r>
              <a:rPr lang="zh-CN" altLang="en-US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数据结构、算法与应用</a:t>
            </a:r>
            <a:r>
              <a:rPr lang="en-US" altLang="zh-CN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》2.3</a:t>
            </a:r>
            <a:r>
              <a:rPr lang="zh-CN" altLang="en-US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节</a:t>
            </a:r>
            <a:endParaRPr lang="zh-CN" altLang="en-US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</p:spTree>
    <p:custDataLst>
      <p:tags r:id="rId3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700"/>
    </mc:Choice>
    <mc:Fallback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9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10491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4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9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1" dur="500"/>
                                        <p:tgtEl>
                                          <p:spTgt spid="10491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9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6" dur="500"/>
                                        <p:tgtEl>
                                          <p:spTgt spid="10491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4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9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0" dur="500"/>
                                        <p:tgtEl>
                                          <p:spTgt spid="10491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000"/>
                            </p:stCondLst>
                            <p:childTnLst>
                              <p:par>
                                <p:cTn id="22" presetID="4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9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4" dur="500"/>
                                        <p:tgtEl>
                                          <p:spTgt spid="1049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49117" grpId="0"/>
      <p:bldP spid="1049118" grpId="0"/>
      <p:bldP spid="1049119" grpId="0" animBg="1"/>
      <p:bldP spid="1049120" grpId="0"/>
      <p:bldP spid="1049122" grpId="0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6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127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pPr>
              <a:spcAft>
                <a:spcPts val="0"/>
              </a:spcAft>
            </a:pPr>
            <a:r>
              <a:rPr lang="zh-CN" altLang="en-US" smtClean="0"/>
              <a:t>多项式求值优化</a:t>
            </a:r>
            <a:endParaRPr lang="zh-CN" altLang="en-US" smtClean="0"/>
          </a:p>
        </p:txBody>
      </p:sp>
      <p:sp>
        <p:nvSpPr>
          <p:cNvPr id="1049128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rtl="0">
              <a:spcAft>
                <a:spcPts val="0"/>
              </a:spcAft>
            </a:pPr>
            <a:fld id="{71B7BAC7-FE87-40F6-AA24-4F4685D1B022}" type="slidenum">
              <a:rPr lang="en-US" altLang="zh-CN" noProof="0" smtClean="0"/>
            </a:fld>
            <a:endParaRPr lang="zh-CN" altLang="en-US" noProof="0" dirty="0"/>
          </a:p>
        </p:txBody>
      </p:sp>
      <p:sp>
        <p:nvSpPr>
          <p:cNvPr id="1049129" name="TextBox 4"/>
          <p:cNvSpPr txBox="1">
            <a:spLocks noChangeArrowheads="1"/>
          </p:cNvSpPr>
          <p:nvPr/>
        </p:nvSpPr>
        <p:spPr bwMode="auto">
          <a:xfrm>
            <a:off x="804874" y="2979747"/>
            <a:ext cx="4484687" cy="3138170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Aft>
                <a:spcPts val="0"/>
              </a:spcAft>
            </a:pPr>
            <a:r>
              <a:rPr lang="en-US" altLang="zh-CN" dirty="0"/>
              <a:t>Horner</a:t>
            </a:r>
            <a:r>
              <a:rPr lang="zh-CN" altLang="en-US" dirty="0"/>
              <a:t>算法</a:t>
            </a:r>
            <a:endParaRPr lang="en-US" altLang="zh-CN" dirty="0"/>
          </a:p>
          <a:p>
            <a:pPr eaLnBrk="1" hangingPunct="1">
              <a:spcBef>
                <a:spcPts val="0"/>
              </a:spcBef>
              <a:spcAft>
                <a:spcPts val="0"/>
              </a:spcAft>
            </a:pPr>
            <a:r>
              <a:rPr lang="en-US" altLang="zh-CN" dirty="0"/>
              <a:t>template&lt;class T&gt;</a:t>
            </a:r>
            <a:endParaRPr lang="en-US" altLang="zh-CN" dirty="0"/>
          </a:p>
          <a:p>
            <a:pPr eaLnBrk="1" hangingPunct="1">
              <a:spcBef>
                <a:spcPts val="0"/>
              </a:spcBef>
              <a:spcAft>
                <a:spcPts val="0"/>
              </a:spcAft>
            </a:pPr>
            <a:r>
              <a:rPr lang="en-US" altLang="zh-CN" dirty="0"/>
              <a:t>T Horner(T </a:t>
            </a:r>
            <a:r>
              <a:rPr lang="en-US" altLang="zh-CN" dirty="0" err="1"/>
              <a:t>coeff</a:t>
            </a:r>
            <a:r>
              <a:rPr lang="en-US" altLang="zh-CN" dirty="0"/>
              <a:t>[], </a:t>
            </a:r>
            <a:r>
              <a:rPr lang="en-US" altLang="zh-CN" dirty="0" err="1"/>
              <a:t>int</a:t>
            </a:r>
            <a:r>
              <a:rPr lang="en-US" altLang="zh-CN" dirty="0"/>
              <a:t> n, </a:t>
            </a:r>
            <a:r>
              <a:rPr lang="en-US" altLang="zh-CN" dirty="0" err="1"/>
              <a:t>const</a:t>
            </a:r>
            <a:r>
              <a:rPr lang="en-US" altLang="zh-CN" dirty="0"/>
              <a:t> T&amp; x)</a:t>
            </a:r>
            <a:endParaRPr lang="en-US" altLang="zh-CN" dirty="0"/>
          </a:p>
          <a:p>
            <a:pPr eaLnBrk="1" hangingPunct="1">
              <a:spcBef>
                <a:spcPts val="0"/>
              </a:spcBef>
              <a:spcAft>
                <a:spcPts val="0"/>
              </a:spcAft>
            </a:pPr>
            <a:r>
              <a:rPr lang="en-US" altLang="zh-CN" dirty="0"/>
              <a:t>{</a:t>
            </a:r>
            <a:endParaRPr lang="en-US" altLang="zh-CN" dirty="0"/>
          </a:p>
          <a:p>
            <a:pPr eaLnBrk="1" hangingPunct="1">
              <a:spcBef>
                <a:spcPts val="0"/>
              </a:spcBef>
              <a:spcAft>
                <a:spcPts val="0"/>
              </a:spcAft>
            </a:pPr>
            <a:r>
              <a:rPr lang="en-US" altLang="zh-CN" dirty="0"/>
              <a:t>    T value=</a:t>
            </a:r>
            <a:r>
              <a:rPr lang="en-US" altLang="zh-CN" dirty="0" err="1"/>
              <a:t>coeff</a:t>
            </a:r>
            <a:r>
              <a:rPr lang="en-US" altLang="zh-CN" dirty="0"/>
              <a:t>[n];</a:t>
            </a:r>
            <a:endParaRPr lang="en-US" altLang="zh-CN" dirty="0"/>
          </a:p>
          <a:p>
            <a:pPr eaLnBrk="1" hangingPunct="1">
              <a:spcBef>
                <a:spcPts val="0"/>
              </a:spcBef>
              <a:spcAft>
                <a:spcPts val="0"/>
              </a:spcAft>
            </a:pPr>
            <a:r>
              <a:rPr lang="en-US" altLang="zh-CN" dirty="0"/>
              <a:t>    for(</a:t>
            </a:r>
            <a:r>
              <a:rPr lang="en-US" altLang="zh-CN" dirty="0" err="1"/>
              <a:t>int</a:t>
            </a:r>
            <a:r>
              <a:rPr lang="en-US" altLang="zh-CN" dirty="0"/>
              <a:t> </a:t>
            </a:r>
            <a:r>
              <a:rPr lang="en-US" altLang="zh-CN" dirty="0" err="1"/>
              <a:t>i</a:t>
            </a:r>
            <a:r>
              <a:rPr lang="en-US" altLang="zh-CN" dirty="0"/>
              <a:t>=1;i&lt;=</a:t>
            </a:r>
            <a:r>
              <a:rPr lang="en-US" altLang="zh-CN" dirty="0" err="1"/>
              <a:t>n;i</a:t>
            </a:r>
            <a:r>
              <a:rPr lang="en-US" altLang="zh-CN" dirty="0"/>
              <a:t>++)</a:t>
            </a:r>
            <a:endParaRPr lang="en-US" altLang="zh-CN" dirty="0"/>
          </a:p>
          <a:p>
            <a:pPr eaLnBrk="1" hangingPunct="1">
              <a:spcBef>
                <a:spcPts val="0"/>
              </a:spcBef>
              <a:spcAft>
                <a:spcPts val="0"/>
              </a:spcAft>
            </a:pPr>
            <a:r>
              <a:rPr lang="en-US" altLang="zh-CN" dirty="0"/>
              <a:t>    {</a:t>
            </a:r>
            <a:endParaRPr lang="en-US" altLang="zh-CN" dirty="0"/>
          </a:p>
          <a:p>
            <a:pPr eaLnBrk="1" hangingPunct="1">
              <a:spcBef>
                <a:spcPts val="0"/>
              </a:spcBef>
              <a:spcAft>
                <a:spcPts val="0"/>
              </a:spcAft>
            </a:pPr>
            <a:r>
              <a:rPr lang="en-US" altLang="zh-CN" dirty="0"/>
              <a:t>        value = value * x + </a:t>
            </a:r>
            <a:r>
              <a:rPr lang="en-US" altLang="zh-CN" dirty="0" err="1"/>
              <a:t>coeff</a:t>
            </a:r>
            <a:r>
              <a:rPr lang="en-US" altLang="zh-CN" dirty="0"/>
              <a:t>[n-</a:t>
            </a:r>
            <a:r>
              <a:rPr lang="en-US" altLang="zh-CN" dirty="0" err="1"/>
              <a:t>i</a:t>
            </a:r>
            <a:r>
              <a:rPr lang="en-US" altLang="zh-CN" dirty="0"/>
              <a:t>];</a:t>
            </a:r>
            <a:endParaRPr lang="en-US" altLang="zh-CN" dirty="0"/>
          </a:p>
          <a:p>
            <a:pPr eaLnBrk="1" hangingPunct="1">
              <a:spcBef>
                <a:spcPts val="0"/>
              </a:spcBef>
              <a:spcAft>
                <a:spcPts val="0"/>
              </a:spcAft>
            </a:pPr>
            <a:r>
              <a:rPr lang="en-US" altLang="zh-CN" dirty="0"/>
              <a:t>    }</a:t>
            </a:r>
            <a:endParaRPr lang="en-US" altLang="zh-CN" dirty="0"/>
          </a:p>
          <a:p>
            <a:pPr eaLnBrk="1" hangingPunct="1">
              <a:spcBef>
                <a:spcPts val="0"/>
              </a:spcBef>
              <a:spcAft>
                <a:spcPts val="0"/>
              </a:spcAft>
            </a:pPr>
            <a:r>
              <a:rPr lang="en-US" altLang="zh-CN" dirty="0"/>
              <a:t>    return value;</a:t>
            </a:r>
            <a:endParaRPr lang="en-US" altLang="zh-CN" dirty="0"/>
          </a:p>
          <a:p>
            <a:pPr eaLnBrk="1" hangingPunct="1">
              <a:spcBef>
                <a:spcPts val="0"/>
              </a:spcBef>
            </a:pPr>
            <a:r>
              <a:rPr lang="en-US" altLang="zh-CN" dirty="0"/>
              <a:t>}</a:t>
            </a:r>
            <a:endParaRPr lang="zh-CN" altLang="en-US" dirty="0"/>
          </a:p>
        </p:txBody>
      </p:sp>
      <p:graphicFrame>
        <p:nvGraphicFramePr>
          <p:cNvPr id="4194309" name="内容占位符 4"/>
          <p:cNvGraphicFramePr>
            <a:graphicFrameLocks noChangeAspect="1"/>
          </p:cNvGraphicFramePr>
          <p:nvPr/>
        </p:nvGraphicFramePr>
        <p:xfrm>
          <a:off x="985839" y="1428751"/>
          <a:ext cx="7173912" cy="1282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88" name="Equation" showAsIcon="1" r:id="rId1" imgW="3695700" imgH="660400" progId="Equation.3">
                  <p:embed/>
                </p:oleObj>
              </mc:Choice>
              <mc:Fallback>
                <p:oleObj name="Equation" showAsIcon="1" r:id="rId1" imgW="3695700" imgH="660400" progId="Equation.3">
                  <p:embed/>
                  <p:pic>
                    <p:nvPicPr>
                      <p:cNvPr id="0" name="图片 207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85839" y="1428751"/>
                        <a:ext cx="7173912" cy="1282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49130" name="TextBox 6"/>
          <p:cNvSpPr txBox="1">
            <a:spLocks noChangeArrowheads="1"/>
          </p:cNvSpPr>
          <p:nvPr/>
        </p:nvSpPr>
        <p:spPr bwMode="auto">
          <a:xfrm>
            <a:off x="5110174" y="3608388"/>
            <a:ext cx="3767137" cy="398780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Aft>
                <a:spcPts val="0"/>
              </a:spcAft>
            </a:pPr>
            <a:r>
              <a:rPr lang="zh-CN" altLang="en-US" sz="2000" b="1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对于问题规模</a:t>
            </a:r>
            <a:r>
              <a:rPr lang="en-US" altLang="zh-CN" sz="2000" b="1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n</a:t>
            </a:r>
            <a:r>
              <a:rPr lang="zh-CN" altLang="en-US" sz="2000" b="1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来说 </a:t>
            </a:r>
            <a:r>
              <a:rPr lang="en-US" altLang="zh-CN" sz="2000" b="1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… …</a:t>
            </a:r>
            <a:endParaRPr lang="zh-CN" altLang="en-US" sz="2000" b="1">
              <a:solidFill>
                <a:srgbClr val="FF0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049131" name="圆角矩形 7"/>
          <p:cNvSpPr>
            <a:spLocks noChangeArrowheads="1"/>
          </p:cNvSpPr>
          <p:nvPr/>
        </p:nvSpPr>
        <p:spPr bwMode="auto">
          <a:xfrm>
            <a:off x="804873" y="4367223"/>
            <a:ext cx="2592387" cy="287337"/>
          </a:xfrm>
          <a:prstGeom prst="roundRect">
            <a:avLst>
              <a:gd name="adj" fmla="val 16667"/>
            </a:avLst>
          </a:prstGeom>
          <a:noFill/>
          <a:ln w="28575" algn="ctr">
            <a:solidFill>
              <a:srgbClr val="FF0000"/>
            </a:solidFill>
            <a:round/>
          </a:ln>
        </p:spPr>
        <p:txBody>
          <a:bodyPr lIns="0" tIns="0" rIns="182880" bIns="0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endParaRPr lang="zh-CN" altLang="en-US" sz="2400"/>
          </a:p>
        </p:txBody>
      </p:sp>
      <p:sp>
        <p:nvSpPr>
          <p:cNvPr id="1049132" name="TextBox 8"/>
          <p:cNvSpPr txBox="1">
            <a:spLocks noChangeArrowheads="1"/>
          </p:cNvSpPr>
          <p:nvPr/>
        </p:nvSpPr>
        <p:spPr bwMode="auto">
          <a:xfrm>
            <a:off x="4033839" y="4325940"/>
            <a:ext cx="2870200" cy="398780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Aft>
                <a:spcPts val="0"/>
              </a:spcAft>
            </a:pPr>
            <a:r>
              <a:rPr lang="zh-CN" altLang="en-US" sz="2000" b="1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累计将循环</a:t>
            </a:r>
            <a:r>
              <a:rPr lang="en-US" altLang="zh-CN" sz="2000" b="1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n</a:t>
            </a:r>
            <a:r>
              <a:rPr lang="zh-CN" altLang="en-US" sz="2000" b="1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次</a:t>
            </a:r>
            <a:endParaRPr lang="zh-CN" altLang="en-US" sz="2000" b="1">
              <a:solidFill>
                <a:srgbClr val="FF0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049133" name="右大括号 9"/>
          <p:cNvSpPr/>
          <p:nvPr/>
        </p:nvSpPr>
        <p:spPr bwMode="auto">
          <a:xfrm>
            <a:off x="4572011" y="4905375"/>
            <a:ext cx="358775" cy="317500"/>
          </a:xfrm>
          <a:prstGeom prst="rightBrace">
            <a:avLst>
              <a:gd name="adj1" fmla="val 8333"/>
              <a:gd name="adj2" fmla="val 50000"/>
            </a:avLst>
          </a:prstGeom>
          <a:noFill/>
          <a:ln w="28575" algn="ctr">
            <a:solidFill>
              <a:srgbClr val="FF0000"/>
            </a:solidFill>
            <a:round/>
          </a:ln>
        </p:spPr>
        <p:txBody>
          <a:bodyPr lIns="0" tIns="0" rIns="182880" bIns="0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endParaRPr lang="zh-CN" altLang="en-US" sz="2400"/>
          </a:p>
        </p:txBody>
      </p:sp>
      <p:sp>
        <p:nvSpPr>
          <p:cNvPr id="1049134" name="TextBox 10"/>
          <p:cNvSpPr txBox="1">
            <a:spLocks noChangeArrowheads="1"/>
          </p:cNvSpPr>
          <p:nvPr/>
        </p:nvSpPr>
        <p:spPr bwMode="auto">
          <a:xfrm>
            <a:off x="5110174" y="4864100"/>
            <a:ext cx="3767137" cy="398780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Aft>
                <a:spcPts val="0"/>
              </a:spcAft>
            </a:pPr>
            <a:r>
              <a:rPr lang="zh-CN" altLang="en-US" sz="2000" b="1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每次循环做</a:t>
            </a:r>
            <a:r>
              <a:rPr lang="en-US" altLang="zh-CN" sz="2000" b="1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1</a:t>
            </a:r>
            <a:r>
              <a:rPr lang="zh-CN" altLang="en-US" sz="2000" b="1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个乘法和</a:t>
            </a:r>
            <a:r>
              <a:rPr lang="en-US" altLang="zh-CN" sz="2000" b="1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1</a:t>
            </a:r>
            <a:r>
              <a:rPr lang="zh-CN" altLang="en-US" sz="2000" b="1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个加法</a:t>
            </a:r>
            <a:endParaRPr lang="zh-CN" altLang="en-US" sz="2000" b="1">
              <a:solidFill>
                <a:srgbClr val="FF0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049135" name="矩形 11"/>
          <p:cNvSpPr/>
          <p:nvPr/>
        </p:nvSpPr>
        <p:spPr>
          <a:xfrm>
            <a:off x="3287739" y="5429914"/>
            <a:ext cx="4208145" cy="953135"/>
          </a:xfrm>
          <a:prstGeom prst="rect">
            <a:avLst/>
          </a:prstGeom>
          <a:noFill/>
        </p:spPr>
        <p:txBody>
          <a:bodyPr wrap="none">
            <a:spAutoFit/>
            <a:scene3d>
              <a:camera prst="orthographicFront"/>
              <a:lightRig rig="flat" dir="tl">
                <a:rot lat="0" lon="0" rev="6600000"/>
              </a:lightRig>
            </a:scene3d>
            <a:sp3d extrusionH="25400" contourW="8890">
              <a:bevelT w="38100" h="31750"/>
              <a:contourClr>
                <a:schemeClr val="accent2">
                  <a:shade val="75000"/>
                </a:schemeClr>
              </a:contourClr>
            </a:sp3d>
          </a:bodyPr>
          <a:p>
            <a:pPr algn="ctr">
              <a:spcAft>
                <a:spcPts val="0"/>
              </a:spcAft>
            </a:pPr>
            <a:r>
              <a:rPr lang="zh-CN" altLang="en-US" sz="2800" b="1" dirty="0">
                <a:ln w="11430"/>
                <a:gradFill>
                  <a:gsLst>
                    <a:gs pos="0">
                      <a:schemeClr val="accent2">
                        <a:tint val="70000"/>
                        <a:satMod val="245000"/>
                      </a:schemeClr>
                    </a:gs>
                    <a:gs pos="75000">
                      <a:schemeClr val="accent2">
                        <a:tint val="90000"/>
                        <a:shade val="60000"/>
                        <a:satMod val="240000"/>
                      </a:schemeClr>
                    </a:gs>
                    <a:gs pos="100000">
                      <a:schemeClr val="accent2">
                        <a:tint val="100000"/>
                        <a:shade val="50000"/>
                        <a:satMod val="240000"/>
                      </a:schemeClr>
                    </a:gs>
                  </a:gsLst>
                  <a:lin ang="5400000"/>
                </a:gra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Arial" panose="020B0604020202020204" pitchFamily="34" charset="0"/>
              </a:rPr>
              <a:t>结论：</a:t>
            </a:r>
            <a:r>
              <a:rPr lang="en-US" altLang="zh-CN" sz="2800" b="1" dirty="0">
                <a:ln w="11430"/>
                <a:gradFill>
                  <a:gsLst>
                    <a:gs pos="0">
                      <a:schemeClr val="accent2">
                        <a:tint val="70000"/>
                        <a:satMod val="245000"/>
                      </a:schemeClr>
                    </a:gs>
                    <a:gs pos="75000">
                      <a:schemeClr val="accent2">
                        <a:tint val="90000"/>
                        <a:shade val="60000"/>
                        <a:satMod val="240000"/>
                      </a:schemeClr>
                    </a:gs>
                    <a:gs pos="100000">
                      <a:schemeClr val="accent2">
                        <a:tint val="100000"/>
                        <a:shade val="50000"/>
                        <a:satMod val="240000"/>
                      </a:schemeClr>
                    </a:gs>
                  </a:gsLst>
                  <a:lin ang="5400000"/>
                </a:gra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Arial" panose="020B0604020202020204" pitchFamily="34" charset="0"/>
              </a:rPr>
              <a:t>Horner</a:t>
            </a:r>
            <a:r>
              <a:rPr lang="zh-CN" altLang="en-US" sz="2800" b="1" dirty="0">
                <a:ln w="11430"/>
                <a:gradFill>
                  <a:gsLst>
                    <a:gs pos="0">
                      <a:schemeClr val="accent2">
                        <a:tint val="70000"/>
                        <a:satMod val="245000"/>
                      </a:schemeClr>
                    </a:gs>
                    <a:gs pos="75000">
                      <a:schemeClr val="accent2">
                        <a:tint val="90000"/>
                        <a:shade val="60000"/>
                        <a:satMod val="240000"/>
                      </a:schemeClr>
                    </a:gs>
                    <a:gs pos="100000">
                      <a:schemeClr val="accent2">
                        <a:tint val="100000"/>
                        <a:shade val="50000"/>
                        <a:satMod val="240000"/>
                      </a:schemeClr>
                    </a:gs>
                  </a:gsLst>
                  <a:lin ang="5400000"/>
                </a:gra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Arial" panose="020B0604020202020204" pitchFamily="34" charset="0"/>
              </a:rPr>
              <a:t>算法更快！</a:t>
            </a:r>
            <a:endParaRPr lang="en-US" altLang="zh-CN" sz="2800" b="1" dirty="0">
              <a:ln w="11430"/>
              <a:gradFill>
                <a:gsLst>
                  <a:gs pos="0">
                    <a:schemeClr val="accent2">
                      <a:tint val="70000"/>
                      <a:satMod val="245000"/>
                    </a:schemeClr>
                  </a:gs>
                  <a:gs pos="75000">
                    <a:schemeClr val="accent2">
                      <a:tint val="90000"/>
                      <a:shade val="60000"/>
                      <a:satMod val="240000"/>
                    </a:schemeClr>
                  </a:gs>
                  <a:gs pos="100000">
                    <a:schemeClr val="accent2">
                      <a:tint val="100000"/>
                      <a:shade val="50000"/>
                      <a:satMod val="240000"/>
                    </a:schemeClr>
                  </a:gs>
                </a:gsLst>
                <a:lin ang="5400000"/>
              </a:gradFill>
              <a:effectLst>
                <a:outerShdw blurRad="50800" dist="39000" dir="5460000" algn="tl">
                  <a:srgbClr val="000000">
                    <a:alpha val="38000"/>
                  </a:srgbClr>
                </a:outerShdw>
              </a:effectLst>
              <a:latin typeface="Arial" panose="020B0604020202020204" pitchFamily="34" charset="0"/>
            </a:endParaRPr>
          </a:p>
          <a:p>
            <a:pPr algn="ctr">
              <a:spcBef>
                <a:spcPts val="0"/>
              </a:spcBef>
            </a:pPr>
            <a:r>
              <a:rPr lang="zh-CN" altLang="en-US" sz="2800" b="1" dirty="0">
                <a:ln w="11430"/>
                <a:gradFill>
                  <a:gsLst>
                    <a:gs pos="0">
                      <a:schemeClr val="accent2">
                        <a:tint val="70000"/>
                        <a:satMod val="245000"/>
                      </a:schemeClr>
                    </a:gs>
                    <a:gs pos="75000">
                      <a:schemeClr val="accent2">
                        <a:tint val="90000"/>
                        <a:shade val="60000"/>
                        <a:satMod val="240000"/>
                      </a:schemeClr>
                    </a:gs>
                    <a:gs pos="100000">
                      <a:schemeClr val="accent2">
                        <a:tint val="100000"/>
                        <a:shade val="50000"/>
                        <a:satMod val="240000"/>
                      </a:schemeClr>
                    </a:gs>
                  </a:gsLst>
                  <a:lin ang="5400000"/>
                </a:gra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Arial" panose="020B0604020202020204" pitchFamily="34" charset="0"/>
              </a:rPr>
              <a:t>因为其关键操作数更少！</a:t>
            </a:r>
            <a:endParaRPr lang="zh-CN" altLang="en-US" sz="2800" b="1" dirty="0">
              <a:ln w="11430"/>
              <a:gradFill>
                <a:gsLst>
                  <a:gs pos="0">
                    <a:schemeClr val="accent2">
                      <a:tint val="70000"/>
                      <a:satMod val="245000"/>
                    </a:schemeClr>
                  </a:gs>
                  <a:gs pos="75000">
                    <a:schemeClr val="accent2">
                      <a:tint val="90000"/>
                      <a:shade val="60000"/>
                      <a:satMod val="240000"/>
                    </a:schemeClr>
                  </a:gs>
                  <a:gs pos="100000">
                    <a:schemeClr val="accent2">
                      <a:tint val="100000"/>
                      <a:shade val="50000"/>
                      <a:satMod val="240000"/>
                    </a:schemeClr>
                  </a:gs>
                </a:gsLst>
                <a:lin ang="5400000"/>
              </a:gradFill>
              <a:effectLst>
                <a:outerShdw blurRad="50800" dist="39000" dir="5460000" algn="tl">
                  <a:srgbClr val="000000">
                    <a:alpha val="38000"/>
                  </a:srgbClr>
                </a:outerShdw>
              </a:effectLst>
              <a:latin typeface="Arial" panose="020B0604020202020204" pitchFamily="34" charset="0"/>
            </a:endParaRPr>
          </a:p>
        </p:txBody>
      </p:sp>
    </p:spTree>
    <p:custDataLst>
      <p:tags r:id="rId3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700"/>
    </mc:Choice>
    <mc:Fallback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9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10491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9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10491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4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9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6" dur="500"/>
                                        <p:tgtEl>
                                          <p:spTgt spid="10491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4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9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0" dur="500"/>
                                        <p:tgtEl>
                                          <p:spTgt spid="10491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9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0491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0491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49130" grpId="0"/>
      <p:bldP spid="1049131" grpId="0" animBg="1"/>
      <p:bldP spid="1049132" grpId="0"/>
      <p:bldP spid="1049134" grpId="0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7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139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pPr>
              <a:spcAft>
                <a:spcPts val="0"/>
              </a:spcAft>
            </a:pPr>
            <a:r>
              <a:rPr lang="zh-CN" altLang="en-US" smtClean="0"/>
              <a:t>执行步数</a:t>
            </a:r>
            <a:endParaRPr lang="zh-CN" altLang="en-US" smtClean="0"/>
          </a:p>
        </p:txBody>
      </p:sp>
      <p:sp>
        <p:nvSpPr>
          <p:cNvPr id="1049140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pPr>
              <a:spcAft>
                <a:spcPts val="0"/>
              </a:spcAft>
            </a:pPr>
            <a:r>
              <a:rPr lang="zh-CN" altLang="en-US" smtClean="0"/>
              <a:t>操作计数</a:t>
            </a:r>
            <a:endParaRPr lang="en-US" altLang="zh-CN" smtClean="0"/>
          </a:p>
          <a:p>
            <a:pPr lvl="1">
              <a:spcBef>
                <a:spcPts val="375"/>
              </a:spcBef>
              <a:spcAft>
                <a:spcPts val="0"/>
              </a:spcAft>
            </a:pPr>
            <a:r>
              <a:rPr lang="zh-CN" altLang="en-US" smtClean="0"/>
              <a:t>优点：抓住主要矛盾（程序的主要开销）</a:t>
            </a:r>
            <a:endParaRPr lang="en-US" altLang="zh-CN" smtClean="0"/>
          </a:p>
          <a:p>
            <a:pPr lvl="1">
              <a:spcBef>
                <a:spcPts val="375"/>
              </a:spcBef>
              <a:spcAft>
                <a:spcPts val="0"/>
              </a:spcAft>
            </a:pPr>
            <a:r>
              <a:rPr lang="zh-CN" altLang="en-US" smtClean="0"/>
              <a:t>缺点：忽略一些所谓次要操作，造成不够准确</a:t>
            </a:r>
            <a:endParaRPr lang="en-US" altLang="zh-CN" smtClean="0"/>
          </a:p>
          <a:p>
            <a:pPr>
              <a:spcBef>
                <a:spcPts val="750"/>
              </a:spcBef>
              <a:spcAft>
                <a:spcPts val="0"/>
              </a:spcAft>
            </a:pPr>
            <a:r>
              <a:rPr lang="zh-CN" altLang="en-US" smtClean="0"/>
              <a:t>执行步数</a:t>
            </a:r>
            <a:endParaRPr lang="en-US" altLang="zh-CN" smtClean="0"/>
          </a:p>
          <a:p>
            <a:pPr lvl="1">
              <a:spcBef>
                <a:spcPts val="375"/>
              </a:spcBef>
              <a:spcAft>
                <a:spcPts val="0"/>
              </a:spcAft>
            </a:pPr>
            <a:r>
              <a:rPr lang="zh-CN" altLang="en-US" smtClean="0"/>
              <a:t>程序的实际工作量，与程序步数（指定的语法片段）有关</a:t>
            </a:r>
            <a:endParaRPr lang="en-US" altLang="zh-CN" smtClean="0"/>
          </a:p>
          <a:p>
            <a:pPr lvl="1">
              <a:spcBef>
                <a:spcPts val="375"/>
              </a:spcBef>
              <a:spcAft>
                <a:spcPts val="0"/>
              </a:spcAft>
            </a:pPr>
            <a:r>
              <a:rPr lang="zh-CN" altLang="en-US" smtClean="0"/>
              <a:t>涵盖更多操作</a:t>
            </a:r>
            <a:r>
              <a:rPr lang="en-US" altLang="zh-CN" smtClean="0"/>
              <a:t>/</a:t>
            </a:r>
            <a:r>
              <a:rPr lang="zh-CN" altLang="en-US" smtClean="0"/>
              <a:t>语句</a:t>
            </a:r>
            <a:endParaRPr lang="en-US" altLang="zh-CN" smtClean="0"/>
          </a:p>
          <a:p>
            <a:pPr lvl="1">
              <a:spcBef>
                <a:spcPts val="375"/>
              </a:spcBef>
              <a:spcAft>
                <a:spcPts val="0"/>
              </a:spcAft>
            </a:pPr>
            <a:r>
              <a:rPr lang="zh-CN" altLang="en-US" smtClean="0"/>
              <a:t>也与问题规模有关</a:t>
            </a:r>
            <a:endParaRPr lang="en-US" altLang="zh-CN" smtClean="0"/>
          </a:p>
          <a:p>
            <a:pPr lvl="1">
              <a:spcBef>
                <a:spcPts val="375"/>
              </a:spcBef>
            </a:pPr>
            <a:r>
              <a:rPr lang="zh-CN" altLang="en-US" smtClean="0"/>
              <a:t>一般做法是在有意义的语法片段旁加</a:t>
            </a:r>
            <a:r>
              <a:rPr lang="en-US" altLang="zh-CN" smtClean="0"/>
              <a:t>count</a:t>
            </a:r>
            <a:r>
              <a:rPr lang="zh-CN" altLang="en-US" smtClean="0"/>
              <a:t>变量</a:t>
            </a:r>
            <a:endParaRPr lang="zh-CN" altLang="en-US" smtClean="0"/>
          </a:p>
        </p:txBody>
      </p:sp>
      <p:sp>
        <p:nvSpPr>
          <p:cNvPr id="1049141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rtl="0">
              <a:spcAft>
                <a:spcPts val="0"/>
              </a:spcAft>
            </a:pPr>
            <a:fld id="{71B7BAC7-FE87-40F6-AA24-4F4685D1B022}" type="slidenum">
              <a:rPr lang="en-US" altLang="zh-CN" noProof="0" smtClean="0"/>
            </a:fld>
            <a:endParaRPr lang="zh-CN" altLang="en-US" noProof="0" dirty="0"/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700"/>
    </mc:Choice>
    <mc:Fallback>
      <p:transition/>
    </mc:Fallback>
  </mc:AlternateContent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7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145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pPr>
              <a:spcAft>
                <a:spcPts val="0"/>
              </a:spcAft>
            </a:pPr>
            <a:r>
              <a:rPr lang="zh-CN" altLang="en-US" smtClean="0"/>
              <a:t>执行步数分析示例</a:t>
            </a:r>
            <a:r>
              <a:rPr lang="en-US" altLang="zh-CN" smtClean="0"/>
              <a:t>1</a:t>
            </a:r>
            <a:r>
              <a:rPr lang="zh-CN" altLang="en-US" smtClean="0"/>
              <a:t>：一般程序</a:t>
            </a:r>
            <a:endParaRPr lang="zh-CN" altLang="en-US" smtClean="0"/>
          </a:p>
        </p:txBody>
      </p:sp>
      <p:sp>
        <p:nvSpPr>
          <p:cNvPr id="1049146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rtl="0">
              <a:spcAft>
                <a:spcPts val="0"/>
              </a:spcAft>
            </a:pPr>
            <a:fld id="{71B7BAC7-FE87-40F6-AA24-4F4685D1B022}" type="slidenum">
              <a:rPr lang="en-US" altLang="zh-CN" noProof="0" smtClean="0"/>
            </a:fld>
            <a:endParaRPr lang="zh-CN" altLang="en-US" noProof="0" dirty="0"/>
          </a:p>
        </p:txBody>
      </p:sp>
      <p:sp>
        <p:nvSpPr>
          <p:cNvPr id="1049147" name="Rectangle 3"/>
          <p:cNvSpPr txBox="1">
            <a:spLocks noChangeArrowheads="1"/>
          </p:cNvSpPr>
          <p:nvPr/>
        </p:nvSpPr>
        <p:spPr bwMode="auto">
          <a:xfrm>
            <a:off x="1182688" y="1371600"/>
            <a:ext cx="7772400" cy="47244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lIns="0" tIns="0" rIns="182880" bIns="0"/>
          <a:p>
            <a:pPr indent="-228600">
              <a:spcBef>
                <a:spcPct val="10000"/>
              </a:spcBef>
              <a:spcAft>
                <a:spcPts val="0"/>
              </a:spcAft>
            </a:pPr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template&lt;class T&gt;</a:t>
            </a:r>
            <a:endParaRPr lang="en-US" altLang="zh-CN" dirty="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indent="-228600">
              <a:spcBef>
                <a:spcPts val="10"/>
              </a:spcBef>
              <a:spcAft>
                <a:spcPts val="0"/>
              </a:spcAft>
            </a:pPr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T Sum(T a[], </a:t>
            </a:r>
            <a:r>
              <a:rPr lang="en-US" altLang="zh-CN" dirty="0" err="1">
                <a:latin typeface="Arial" panose="020B0604020202020204" pitchFamily="34" charset="0"/>
                <a:ea typeface="宋体" panose="02010600030101010101" pitchFamily="2" charset="-122"/>
              </a:rPr>
              <a:t>int</a:t>
            </a:r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 n)</a:t>
            </a:r>
            <a:endParaRPr lang="en-US" altLang="zh-CN" dirty="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indent="-228600">
              <a:spcBef>
                <a:spcPts val="10"/>
              </a:spcBef>
              <a:spcAft>
                <a:spcPts val="0"/>
              </a:spcAft>
            </a:pPr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{</a:t>
            </a:r>
            <a:endParaRPr lang="en-US" altLang="zh-CN" dirty="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indent="-228600">
              <a:spcBef>
                <a:spcPts val="10"/>
              </a:spcBef>
              <a:spcAft>
                <a:spcPts val="0"/>
              </a:spcAft>
            </a:pPr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   T </a:t>
            </a:r>
            <a:r>
              <a:rPr lang="en-US" altLang="zh-CN" dirty="0" err="1">
                <a:latin typeface="Arial" panose="020B0604020202020204" pitchFamily="34" charset="0"/>
                <a:ea typeface="宋体" panose="02010600030101010101" pitchFamily="2" charset="-122"/>
              </a:rPr>
              <a:t>tsum</a:t>
            </a:r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 = 0;</a:t>
            </a:r>
            <a:endParaRPr lang="en-US" altLang="zh-CN" dirty="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indent="-228600">
              <a:spcBef>
                <a:spcPts val="10"/>
              </a:spcBef>
              <a:spcAft>
                <a:spcPts val="0"/>
              </a:spcAft>
            </a:pPr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   </a:t>
            </a:r>
            <a:r>
              <a:rPr lang="en-US" altLang="zh-CN" dirty="0">
                <a:solidFill>
                  <a:srgbClr val="FF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count++; </a:t>
            </a:r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// for </a:t>
            </a:r>
            <a:r>
              <a:rPr lang="en-US" altLang="zh-CN" dirty="0" err="1">
                <a:latin typeface="Arial" panose="020B0604020202020204" pitchFamily="34" charset="0"/>
                <a:ea typeface="宋体" panose="02010600030101010101" pitchFamily="2" charset="-122"/>
              </a:rPr>
              <a:t>tsum</a:t>
            </a:r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 = 0</a:t>
            </a:r>
            <a:endParaRPr lang="en-US" altLang="zh-CN" dirty="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indent="-228600">
              <a:spcBef>
                <a:spcPts val="10"/>
              </a:spcBef>
              <a:spcAft>
                <a:spcPts val="0"/>
              </a:spcAft>
            </a:pPr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   for (</a:t>
            </a:r>
            <a:r>
              <a:rPr lang="en-US" altLang="zh-CN" dirty="0" err="1">
                <a:latin typeface="Arial" panose="020B0604020202020204" pitchFamily="34" charset="0"/>
                <a:ea typeface="宋体" panose="02010600030101010101" pitchFamily="2" charset="-122"/>
              </a:rPr>
              <a:t>int</a:t>
            </a:r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 </a:t>
            </a:r>
            <a:r>
              <a:rPr lang="en-US" altLang="zh-CN" dirty="0" err="1">
                <a:latin typeface="Arial" panose="020B0604020202020204" pitchFamily="34" charset="0"/>
                <a:ea typeface="宋体" panose="02010600030101010101" pitchFamily="2" charset="-122"/>
              </a:rPr>
              <a:t>i</a:t>
            </a:r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 = 0; </a:t>
            </a:r>
            <a:r>
              <a:rPr lang="en-US" altLang="zh-CN" dirty="0" err="1">
                <a:latin typeface="Arial" panose="020B0604020202020204" pitchFamily="34" charset="0"/>
                <a:ea typeface="宋体" panose="02010600030101010101" pitchFamily="2" charset="-122"/>
              </a:rPr>
              <a:t>i</a:t>
            </a:r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 &lt; n; </a:t>
            </a:r>
            <a:r>
              <a:rPr lang="en-US" altLang="zh-CN" dirty="0" err="1">
                <a:latin typeface="Arial" panose="020B0604020202020204" pitchFamily="34" charset="0"/>
                <a:ea typeface="宋体" panose="02010600030101010101" pitchFamily="2" charset="-122"/>
              </a:rPr>
              <a:t>i</a:t>
            </a:r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++) {</a:t>
            </a:r>
            <a:endParaRPr lang="en-US" altLang="zh-CN" dirty="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indent="-228600">
              <a:spcBef>
                <a:spcPts val="10"/>
              </a:spcBef>
              <a:spcAft>
                <a:spcPts val="0"/>
              </a:spcAft>
            </a:pPr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     </a:t>
            </a:r>
            <a:r>
              <a:rPr lang="en-US" altLang="zh-CN" dirty="0">
                <a:solidFill>
                  <a:srgbClr val="FF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count++; </a:t>
            </a:r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// for the for statement</a:t>
            </a:r>
            <a:endParaRPr lang="en-US" altLang="zh-CN" dirty="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indent="-228600">
              <a:spcBef>
                <a:spcPts val="10"/>
              </a:spcBef>
              <a:spcAft>
                <a:spcPts val="0"/>
              </a:spcAft>
            </a:pPr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     </a:t>
            </a:r>
            <a:r>
              <a:rPr lang="en-US" altLang="zh-CN" dirty="0" err="1">
                <a:latin typeface="Arial" panose="020B0604020202020204" pitchFamily="34" charset="0"/>
                <a:ea typeface="宋体" panose="02010600030101010101" pitchFamily="2" charset="-122"/>
              </a:rPr>
              <a:t>tsum</a:t>
            </a:r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 += a[</a:t>
            </a:r>
            <a:r>
              <a:rPr lang="en-US" altLang="zh-CN" dirty="0" err="1">
                <a:latin typeface="Arial" panose="020B0604020202020204" pitchFamily="34" charset="0"/>
                <a:ea typeface="宋体" panose="02010600030101010101" pitchFamily="2" charset="-122"/>
              </a:rPr>
              <a:t>i</a:t>
            </a:r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];</a:t>
            </a:r>
            <a:endParaRPr lang="en-US" altLang="zh-CN" dirty="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indent="-228600">
              <a:spcBef>
                <a:spcPts val="10"/>
              </a:spcBef>
              <a:spcAft>
                <a:spcPts val="0"/>
              </a:spcAft>
            </a:pPr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     </a:t>
            </a:r>
            <a:r>
              <a:rPr lang="en-US" altLang="zh-CN" dirty="0">
                <a:solidFill>
                  <a:srgbClr val="FF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count++; </a:t>
            </a:r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// for assignment</a:t>
            </a:r>
            <a:endParaRPr lang="en-US" altLang="zh-CN" dirty="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indent="-228600">
              <a:spcBef>
                <a:spcPts val="10"/>
              </a:spcBef>
              <a:spcAft>
                <a:spcPts val="0"/>
              </a:spcAft>
            </a:pPr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   }</a:t>
            </a:r>
            <a:endParaRPr lang="en-US" altLang="zh-CN" dirty="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indent="-228600">
              <a:spcBef>
                <a:spcPts val="10"/>
              </a:spcBef>
              <a:spcAft>
                <a:spcPts val="0"/>
              </a:spcAft>
            </a:pPr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   </a:t>
            </a:r>
            <a:r>
              <a:rPr lang="en-US" altLang="zh-CN" dirty="0">
                <a:solidFill>
                  <a:srgbClr val="FF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count++; </a:t>
            </a:r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// for last execution of for statement</a:t>
            </a:r>
            <a:endParaRPr lang="en-US" altLang="zh-CN" dirty="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indent="-228600">
              <a:spcBef>
                <a:spcPts val="10"/>
              </a:spcBef>
              <a:spcAft>
                <a:spcPts val="0"/>
              </a:spcAft>
            </a:pPr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   </a:t>
            </a:r>
            <a:r>
              <a:rPr lang="en-US" altLang="zh-CN" dirty="0">
                <a:solidFill>
                  <a:srgbClr val="FF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count++; </a:t>
            </a:r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// for return</a:t>
            </a:r>
            <a:endParaRPr lang="en-US" altLang="zh-CN" dirty="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indent="-228600">
              <a:spcBef>
                <a:spcPts val="10"/>
              </a:spcBef>
              <a:spcAft>
                <a:spcPts val="0"/>
              </a:spcAft>
            </a:pPr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   return </a:t>
            </a:r>
            <a:r>
              <a:rPr lang="en-US" altLang="zh-CN" dirty="0" err="1">
                <a:latin typeface="Arial" panose="020B0604020202020204" pitchFamily="34" charset="0"/>
                <a:ea typeface="宋体" panose="02010600030101010101" pitchFamily="2" charset="-122"/>
              </a:rPr>
              <a:t>tsum</a:t>
            </a:r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;</a:t>
            </a:r>
            <a:endParaRPr lang="en-US" altLang="zh-CN" dirty="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indent="-228600">
              <a:spcBef>
                <a:spcPts val="10"/>
              </a:spcBef>
            </a:pPr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}</a:t>
            </a:r>
            <a:endParaRPr lang="en-US" altLang="zh-CN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49148" name="文本框 5"/>
          <p:cNvSpPr txBox="1"/>
          <p:nvPr/>
        </p:nvSpPr>
        <p:spPr>
          <a:xfrm>
            <a:off x="719069" y="6022872"/>
            <a:ext cx="4526280" cy="368300"/>
          </a:xfrm>
          <a:prstGeom prst="rect">
            <a:avLst/>
          </a:prstGeom>
          <a:noFill/>
          <a:ln>
            <a:solidFill>
              <a:schemeClr val="bg2"/>
            </a:solidFill>
          </a:ln>
        </p:spPr>
        <p:txBody>
          <a:bodyPr wrap="none" rtlCol="0" anchor="ctr" anchorCtr="1">
            <a:spAutoFit/>
          </a:bodyPr>
          <a:p>
            <a:pPr>
              <a:spcAft>
                <a:spcPts val="0"/>
              </a:spcAft>
            </a:pPr>
            <a:r>
              <a:rPr lang="zh-CN" altLang="en-US" dirty="0">
                <a:solidFill>
                  <a:srgbClr val="FF0000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备注</a:t>
            </a:r>
            <a:r>
              <a:rPr lang="zh-CN" altLang="en-US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：示例引自</a:t>
            </a:r>
            <a:r>
              <a:rPr lang="en-US" altLang="zh-CN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《</a:t>
            </a:r>
            <a:r>
              <a:rPr lang="zh-CN" altLang="en-US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数据结构、算法与应用</a:t>
            </a:r>
            <a:r>
              <a:rPr lang="en-US" altLang="zh-CN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》</a:t>
            </a:r>
            <a:endParaRPr lang="zh-CN" altLang="en-US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700"/>
    </mc:Choice>
    <mc:Fallback>
      <p:transition/>
    </mc:Fallback>
  </mc:AlternateContent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7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15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p>
            <a:pPr eaLnBrk="1" hangingPunct="1">
              <a:spcAft>
                <a:spcPts val="0"/>
              </a:spcAft>
            </a:pPr>
            <a:r>
              <a:rPr lang="zh-CN" altLang="en-US" smtClean="0"/>
              <a:t>函数</a:t>
            </a:r>
            <a:r>
              <a:rPr lang="en-US" altLang="zh-CN" smtClean="0"/>
              <a:t>Sum</a:t>
            </a:r>
            <a:r>
              <a:rPr lang="zh-CN" altLang="en-US" smtClean="0"/>
              <a:t>的执行步数</a:t>
            </a:r>
            <a:endParaRPr lang="zh-CN" altLang="en-US" smtClean="0"/>
          </a:p>
        </p:txBody>
      </p:sp>
      <p:sp>
        <p:nvSpPr>
          <p:cNvPr id="104915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rtl="0">
              <a:spcAft>
                <a:spcPts val="0"/>
              </a:spcAft>
            </a:pPr>
            <a:fld id="{71B7BAC7-FE87-40F6-AA24-4F4685D1B022}" type="slidenum">
              <a:rPr lang="en-US" altLang="zh-CN" noProof="0" smtClean="0"/>
            </a:fld>
            <a:endParaRPr lang="zh-CN" altLang="en-US" noProof="0" dirty="0"/>
          </a:p>
        </p:txBody>
      </p:sp>
      <p:graphicFrame>
        <p:nvGraphicFramePr>
          <p:cNvPr id="4194310" name="Group 48"/>
          <p:cNvGraphicFramePr>
            <a:graphicFrameLocks noGrp="1"/>
          </p:cNvGraphicFramePr>
          <p:nvPr/>
        </p:nvGraphicFramePr>
        <p:xfrm>
          <a:off x="609600" y="1573215"/>
          <a:ext cx="8077200" cy="4675188"/>
        </p:xfrm>
        <a:graphic>
          <a:graphicData uri="http://schemas.openxmlformats.org/drawingml/2006/table">
            <a:tbl>
              <a:tblPr/>
              <a:tblGrid>
                <a:gridCol w="4191000"/>
                <a:gridCol w="1371600"/>
                <a:gridCol w="1295400"/>
                <a:gridCol w="1219200"/>
              </a:tblGrid>
              <a:tr h="482600"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语句</a:t>
                      </a:r>
                      <a:endParaRPr kumimoji="1" lang="zh-CN" altLang="en-US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  <a:headEnd type="none" w="med" len="med"/>
                      <a:tailEnd type="none" w="med" len="med"/>
                    </a:lnTlToBr>
                    <a:lnBlToTr>
                      <a:noFill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s/e</a:t>
                      </a:r>
                      <a:endParaRPr kumimoji="1" lang="en-US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  <a:headEnd type="none" w="med" len="med"/>
                      <a:tailEnd type="none" w="med" len="med"/>
                    </a:lnTlToBr>
                    <a:lnBlToTr>
                      <a:noFill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频率</a:t>
                      </a:r>
                      <a:endParaRPr kumimoji="1" lang="zh-CN" altLang="en-US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  <a:headEnd type="none" w="med" len="med"/>
                      <a:tailEnd type="none" w="med" len="med"/>
                    </a:lnTlToBr>
                    <a:lnBlToTr>
                      <a:noFill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总步数</a:t>
                      </a:r>
                      <a:endParaRPr kumimoji="1" lang="zh-CN" altLang="en-US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  <a:headEnd type="none" w="med" len="med"/>
                      <a:tailEnd type="none" w="med" len="med"/>
                    </a:lnTlToBr>
                    <a:lnBlToTr>
                      <a:noFill/>
                      <a:headEnd type="none" w="med" len="med"/>
                      <a:tailEnd type="none" w="med" len="med"/>
                    </a:lnBlToTr>
                    <a:noFill/>
                  </a:tcPr>
                </a:tc>
              </a:tr>
              <a:tr h="3073400"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T Sum(T a[], int n)</a:t>
                      </a:r>
                      <a:endParaRPr kumimoji="1" lang="en-US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{</a:t>
                      </a:r>
                      <a:endParaRPr kumimoji="1" lang="en-US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rgbClr val="008000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8000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 </a:t>
                      </a:r>
                      <a:r>
                        <a:rPr kumimoji="1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  T tsum = 0;</a:t>
                      </a:r>
                      <a:endParaRPr kumimoji="1" lang="en-US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8000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   </a:t>
                      </a:r>
                      <a:r>
                        <a:rPr kumimoji="1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for (int i = 0; i &lt; n; i++)</a:t>
                      </a:r>
                      <a:endParaRPr kumimoji="1" lang="en-US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      tsum += a[i];</a:t>
                      </a:r>
                      <a:endParaRPr kumimoji="1" lang="en-US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   return tsum;</a:t>
                      </a:r>
                      <a:endParaRPr kumimoji="1" lang="en-US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}</a:t>
                      </a:r>
                      <a:endParaRPr kumimoji="1" lang="en-US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  <a:headEnd type="none" w="med" len="med"/>
                      <a:tailEnd type="none" w="med" len="med"/>
                    </a:lnTlToBr>
                    <a:lnBlToTr>
                      <a:noFill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1" lang="en-US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1" lang="en-US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1" lang="en-US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</a:t>
                      </a:r>
                      <a:endParaRPr kumimoji="1" lang="en-US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1" lang="en-US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1" lang="en-US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1" lang="en-US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  <a:headEnd type="none" w="med" len="med"/>
                      <a:tailEnd type="none" w="med" len="med"/>
                    </a:lnTlToBr>
                    <a:lnBlToTr>
                      <a:noFill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1" lang="en-US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1" lang="en-US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1" lang="en-US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n + 1</a:t>
                      </a:r>
                      <a:endParaRPr kumimoji="1" lang="en-US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n</a:t>
                      </a:r>
                      <a:endParaRPr kumimoji="1" lang="en-US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1" lang="en-US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1" lang="en-US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  <a:headEnd type="none" w="med" len="med"/>
                      <a:tailEnd type="none" w="med" len="med"/>
                    </a:lnTlToBr>
                    <a:lnBlToTr>
                      <a:noFill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1" lang="en-US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1" lang="en-US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1" lang="en-US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2n +2</a:t>
                      </a:r>
                      <a:endParaRPr kumimoji="1" lang="en-US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n</a:t>
                      </a:r>
                      <a:endParaRPr kumimoji="1" lang="en-US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1" lang="en-US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1" lang="en-US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  <a:headEnd type="none" w="med" len="med"/>
                      <a:tailEnd type="none" w="med" len="med"/>
                    </a:lnTlToBr>
                    <a:lnBlToTr>
                      <a:noFill/>
                      <a:headEnd type="none" w="med" len="med"/>
                      <a:tailEnd type="none" w="med" len="med"/>
                    </a:lnBlToTr>
                    <a:noFill/>
                  </a:tcPr>
                </a:tc>
              </a:tr>
              <a:tr h="1119188"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总计</a:t>
                      </a:r>
                      <a:endParaRPr kumimoji="1" lang="zh-CN" altLang="en-US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  <a:headEnd type="none" w="med" len="med"/>
                      <a:tailEnd type="none" w="med" len="med"/>
                    </a:lnTlToBr>
                    <a:lnBlToTr>
                      <a:noFill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endParaRPr kumimoji="1" lang="zh-CN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  <a:headEnd type="none" w="med" len="med"/>
                      <a:tailEnd type="none" w="med" len="med"/>
                    </a:lnTlToBr>
                    <a:lnBlToTr>
                      <a:noFill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endParaRPr kumimoji="1" lang="zh-CN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  <a:headEnd type="none" w="med" len="med"/>
                      <a:tailEnd type="none" w="med" len="med"/>
                    </a:lnTlToBr>
                    <a:lnBlToTr>
                      <a:noFill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3n + 4</a:t>
                      </a:r>
                      <a:endParaRPr kumimoji="1" lang="en-US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  <a:headEnd type="none" w="med" len="med"/>
                      <a:tailEnd type="none" w="med" len="med"/>
                    </a:lnTlToBr>
                    <a:lnBlToTr>
                      <a:noFill/>
                      <a:headEnd type="none" w="med" len="med"/>
                      <a:tailEnd type="none" w="med" len="med"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1049154" name="圆角矩形 3"/>
          <p:cNvSpPr>
            <a:spLocks noChangeArrowheads="1"/>
          </p:cNvSpPr>
          <p:nvPr/>
        </p:nvSpPr>
        <p:spPr bwMode="auto">
          <a:xfrm>
            <a:off x="446090" y="3249623"/>
            <a:ext cx="8431212" cy="287337"/>
          </a:xfrm>
          <a:prstGeom prst="roundRect">
            <a:avLst>
              <a:gd name="adj" fmla="val 16667"/>
            </a:avLst>
          </a:prstGeom>
          <a:noFill/>
          <a:ln w="19050" algn="ctr">
            <a:solidFill>
              <a:srgbClr val="FF0000"/>
            </a:solidFill>
            <a:round/>
          </a:ln>
        </p:spPr>
        <p:txBody>
          <a:bodyPr lIns="0" tIns="0" rIns="182880" bIns="0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endParaRPr lang="zh-CN" altLang="en-US" sz="2400"/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700"/>
    </mc:Choice>
    <mc:Fallback>
      <p:transition/>
    </mc:Fallback>
  </mc:AlternateContent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7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158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pPr>
              <a:spcAft>
                <a:spcPts val="0"/>
              </a:spcAft>
            </a:pPr>
            <a:r>
              <a:rPr lang="zh-CN" altLang="en-US" smtClean="0"/>
              <a:t>执行步数分析示例</a:t>
            </a:r>
            <a:r>
              <a:rPr lang="en-US" altLang="zh-CN" smtClean="0"/>
              <a:t>2</a:t>
            </a:r>
            <a:r>
              <a:rPr lang="zh-CN" altLang="en-US" smtClean="0"/>
              <a:t>：递归程序</a:t>
            </a:r>
            <a:endParaRPr lang="zh-CN" altLang="en-US" smtClean="0"/>
          </a:p>
        </p:txBody>
      </p:sp>
      <p:sp>
        <p:nvSpPr>
          <p:cNvPr id="1049159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rtl="0">
              <a:spcAft>
                <a:spcPts val="0"/>
              </a:spcAft>
            </a:pPr>
            <a:fld id="{71B7BAC7-FE87-40F6-AA24-4F4685D1B022}" type="slidenum">
              <a:rPr lang="en-US" altLang="zh-CN" noProof="0" smtClean="0"/>
            </a:fld>
            <a:endParaRPr lang="zh-CN" altLang="en-US" noProof="0" dirty="0"/>
          </a:p>
        </p:txBody>
      </p:sp>
      <p:sp>
        <p:nvSpPr>
          <p:cNvPr id="1049160" name="Rectangle 3"/>
          <p:cNvSpPr txBox="1">
            <a:spLocks noChangeArrowheads="1"/>
          </p:cNvSpPr>
          <p:nvPr/>
        </p:nvSpPr>
        <p:spPr bwMode="auto">
          <a:xfrm>
            <a:off x="804863" y="1371610"/>
            <a:ext cx="7772400" cy="4829503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lIns="0" tIns="0" rIns="182880" bIns="0"/>
          <a:p>
            <a:pPr marL="228600" indent="-228600">
              <a:spcBef>
                <a:spcPct val="50000"/>
              </a:spcBef>
              <a:spcAft>
                <a:spcPts val="0"/>
              </a:spcAft>
            </a:pPr>
            <a:r>
              <a:rPr lang="en-US" altLang="zh-CN" sz="2000" b="1" kern="0" dirty="0">
                <a:solidFill>
                  <a:srgbClr val="0000FF"/>
                </a:solidFill>
                <a:latin typeface="Tahoma" panose="020B0604030504040204" pitchFamily="34" charset="0"/>
                <a:ea typeface="黑体" panose="02010609060101010101" charset="-122"/>
              </a:rPr>
              <a:t>template&lt;class T&gt;</a:t>
            </a:r>
            <a:endParaRPr lang="en-US" altLang="zh-CN" sz="2000" b="1" kern="0" dirty="0">
              <a:solidFill>
                <a:srgbClr val="0000FF"/>
              </a:solidFill>
              <a:latin typeface="Tahoma" panose="020B0604030504040204" pitchFamily="34" charset="0"/>
              <a:ea typeface="黑体" panose="02010609060101010101" charset="-122"/>
            </a:endParaRPr>
          </a:p>
          <a:p>
            <a:pPr marL="228600" indent="-228600">
              <a:spcBef>
                <a:spcPts val="50"/>
              </a:spcBef>
              <a:spcAft>
                <a:spcPts val="0"/>
              </a:spcAft>
            </a:pPr>
            <a:r>
              <a:rPr lang="en-US" altLang="zh-CN" sz="2000" b="1" kern="0" dirty="0">
                <a:solidFill>
                  <a:srgbClr val="0000FF"/>
                </a:solidFill>
                <a:latin typeface="Tahoma" panose="020B0604030504040204" pitchFamily="34" charset="0"/>
                <a:ea typeface="黑体" panose="02010609060101010101" charset="-122"/>
              </a:rPr>
              <a:t>T </a:t>
            </a:r>
            <a:r>
              <a:rPr lang="en-US" altLang="zh-CN" sz="2000" b="1" kern="0" dirty="0" err="1">
                <a:solidFill>
                  <a:srgbClr val="0000FF"/>
                </a:solidFill>
                <a:latin typeface="Tahoma" panose="020B0604030504040204" pitchFamily="34" charset="0"/>
                <a:ea typeface="黑体" panose="02010609060101010101" charset="-122"/>
              </a:rPr>
              <a:t>Rsum</a:t>
            </a:r>
            <a:r>
              <a:rPr lang="en-US" altLang="zh-CN" sz="2000" b="1" kern="0" dirty="0">
                <a:solidFill>
                  <a:srgbClr val="0000FF"/>
                </a:solidFill>
                <a:latin typeface="Tahoma" panose="020B0604030504040204" pitchFamily="34" charset="0"/>
                <a:ea typeface="黑体" panose="02010609060101010101" charset="-122"/>
              </a:rPr>
              <a:t>(T a[], </a:t>
            </a:r>
            <a:r>
              <a:rPr lang="en-US" altLang="zh-CN" sz="2000" b="1" kern="0" dirty="0" err="1">
                <a:solidFill>
                  <a:srgbClr val="0000FF"/>
                </a:solidFill>
                <a:latin typeface="Tahoma" panose="020B0604030504040204" pitchFamily="34" charset="0"/>
                <a:ea typeface="黑体" panose="02010609060101010101" charset="-122"/>
              </a:rPr>
              <a:t>int</a:t>
            </a:r>
            <a:r>
              <a:rPr lang="en-US" altLang="zh-CN" sz="2000" b="1" kern="0" dirty="0">
                <a:solidFill>
                  <a:srgbClr val="0000FF"/>
                </a:solidFill>
                <a:latin typeface="Tahoma" panose="020B0604030504040204" pitchFamily="34" charset="0"/>
                <a:ea typeface="黑体" panose="02010609060101010101" charset="-122"/>
              </a:rPr>
              <a:t> n)</a:t>
            </a:r>
            <a:endParaRPr lang="en-US" altLang="zh-CN" sz="2000" b="1" kern="0" dirty="0">
              <a:solidFill>
                <a:srgbClr val="0000FF"/>
              </a:solidFill>
              <a:latin typeface="Tahoma" panose="020B0604030504040204" pitchFamily="34" charset="0"/>
              <a:ea typeface="黑体" panose="02010609060101010101" charset="-122"/>
            </a:endParaRPr>
          </a:p>
          <a:p>
            <a:pPr marL="228600" indent="-228600">
              <a:spcBef>
                <a:spcPts val="50"/>
              </a:spcBef>
              <a:spcAft>
                <a:spcPts val="0"/>
              </a:spcAft>
            </a:pPr>
            <a:r>
              <a:rPr lang="en-US" altLang="zh-CN" sz="2000" b="1" kern="0" dirty="0">
                <a:solidFill>
                  <a:srgbClr val="0000FF"/>
                </a:solidFill>
                <a:latin typeface="Tahoma" panose="020B0604030504040204" pitchFamily="34" charset="0"/>
                <a:ea typeface="黑体" panose="02010609060101010101" charset="-122"/>
              </a:rPr>
              <a:t>{</a:t>
            </a:r>
            <a:endParaRPr lang="en-US" altLang="zh-CN" sz="2000" b="1" kern="0" dirty="0">
              <a:solidFill>
                <a:srgbClr val="008000"/>
              </a:solidFill>
              <a:latin typeface="Tahoma" panose="020B0604030504040204" pitchFamily="34" charset="0"/>
              <a:ea typeface="黑体" panose="02010609060101010101" charset="-122"/>
            </a:endParaRPr>
          </a:p>
          <a:p>
            <a:pPr marL="228600" indent="-228600">
              <a:spcBef>
                <a:spcPts val="50"/>
              </a:spcBef>
              <a:spcAft>
                <a:spcPts val="0"/>
              </a:spcAft>
            </a:pPr>
            <a:r>
              <a:rPr lang="en-US" altLang="zh-CN" sz="2000" b="1" kern="0" dirty="0">
                <a:solidFill>
                  <a:srgbClr val="008000"/>
                </a:solidFill>
                <a:latin typeface="Tahoma" panose="020B0604030504040204" pitchFamily="34" charset="0"/>
                <a:ea typeface="黑体" panose="02010609060101010101" charset="-122"/>
              </a:rPr>
              <a:t>   </a:t>
            </a:r>
            <a:r>
              <a:rPr lang="en-US" altLang="zh-CN" sz="2000" b="1" kern="0" dirty="0">
                <a:solidFill>
                  <a:srgbClr val="FF0000"/>
                </a:solidFill>
                <a:latin typeface="Tahoma" panose="020B0604030504040204" pitchFamily="34" charset="0"/>
                <a:ea typeface="黑体" panose="02010609060101010101" charset="-122"/>
              </a:rPr>
              <a:t>count++</a:t>
            </a:r>
            <a:r>
              <a:rPr lang="en-US" altLang="zh-CN" sz="2000" b="1" kern="0" dirty="0">
                <a:solidFill>
                  <a:srgbClr val="008000"/>
                </a:solidFill>
                <a:latin typeface="Tahoma" panose="020B0604030504040204" pitchFamily="34" charset="0"/>
                <a:ea typeface="黑体" panose="02010609060101010101" charset="-122"/>
              </a:rPr>
              <a:t>; // for if conditional</a:t>
            </a:r>
            <a:endParaRPr lang="en-US" altLang="zh-CN" sz="2000" b="1" kern="0" dirty="0">
              <a:solidFill>
                <a:srgbClr val="008000"/>
              </a:solidFill>
              <a:latin typeface="Tahoma" panose="020B0604030504040204" pitchFamily="34" charset="0"/>
              <a:ea typeface="黑体" panose="02010609060101010101" charset="-122"/>
            </a:endParaRPr>
          </a:p>
          <a:p>
            <a:pPr marL="228600" indent="-228600">
              <a:spcBef>
                <a:spcPts val="50"/>
              </a:spcBef>
              <a:spcAft>
                <a:spcPts val="0"/>
              </a:spcAft>
            </a:pPr>
            <a:r>
              <a:rPr lang="en-US" altLang="zh-CN" sz="2000" b="1" kern="0" dirty="0">
                <a:solidFill>
                  <a:srgbClr val="008000"/>
                </a:solidFill>
                <a:latin typeface="Tahoma" panose="020B0604030504040204" pitchFamily="34" charset="0"/>
                <a:ea typeface="黑体" panose="02010609060101010101" charset="-122"/>
              </a:rPr>
              <a:t>   </a:t>
            </a:r>
            <a:r>
              <a:rPr lang="en-US" altLang="zh-CN" sz="2000" b="1" kern="0" dirty="0">
                <a:solidFill>
                  <a:srgbClr val="0000FF"/>
                </a:solidFill>
                <a:latin typeface="Tahoma" panose="020B0604030504040204" pitchFamily="34" charset="0"/>
                <a:ea typeface="黑体" panose="02010609060101010101" charset="-122"/>
              </a:rPr>
              <a:t>if (n &gt; 0) {</a:t>
            </a:r>
            <a:r>
              <a:rPr lang="en-US" altLang="zh-CN" sz="2000" b="1" kern="0" dirty="0">
                <a:solidFill>
                  <a:srgbClr val="FF0000"/>
                </a:solidFill>
                <a:latin typeface="Tahoma" panose="020B0604030504040204" pitchFamily="34" charset="0"/>
                <a:ea typeface="黑体" panose="02010609060101010101" charset="-122"/>
              </a:rPr>
              <a:t>count++</a:t>
            </a:r>
            <a:r>
              <a:rPr lang="en-US" altLang="zh-CN" sz="2000" b="1" kern="0" dirty="0">
                <a:solidFill>
                  <a:srgbClr val="0000FF"/>
                </a:solidFill>
                <a:latin typeface="Tahoma" panose="020B0604030504040204" pitchFamily="34" charset="0"/>
                <a:ea typeface="黑体" panose="02010609060101010101" charset="-122"/>
              </a:rPr>
              <a:t>; </a:t>
            </a:r>
            <a:r>
              <a:rPr lang="en-US" altLang="zh-CN" sz="2000" b="1" kern="0" dirty="0">
                <a:solidFill>
                  <a:srgbClr val="FF0000"/>
                </a:solidFill>
                <a:latin typeface="Tahoma" panose="020B0604030504040204" pitchFamily="34" charset="0"/>
                <a:ea typeface="黑体" panose="02010609060101010101" charset="-122"/>
                <a:sym typeface="+mn-ea"/>
              </a:rPr>
              <a:t>count++</a:t>
            </a:r>
            <a:r>
              <a:rPr lang="en-US" altLang="zh-CN" sz="2000" b="1" kern="0" dirty="0">
                <a:solidFill>
                  <a:srgbClr val="0000FF"/>
                </a:solidFill>
                <a:latin typeface="Tahoma" panose="020B0604030504040204" pitchFamily="34" charset="0"/>
                <a:ea typeface="黑体" panose="02010609060101010101" charset="-122"/>
                <a:sym typeface="+mn-ea"/>
              </a:rPr>
              <a:t>; </a:t>
            </a:r>
            <a:endParaRPr lang="en-US" altLang="zh-CN" sz="2000" b="1" kern="0" dirty="0">
              <a:solidFill>
                <a:srgbClr val="0000FF"/>
              </a:solidFill>
              <a:latin typeface="Tahoma" panose="020B0604030504040204" pitchFamily="34" charset="0"/>
              <a:ea typeface="黑体" panose="02010609060101010101" charset="-122"/>
              <a:sym typeface="+mn-ea"/>
            </a:endParaRPr>
          </a:p>
          <a:p>
            <a:pPr marL="228600" indent="-228600">
              <a:spcBef>
                <a:spcPts val="50"/>
              </a:spcBef>
              <a:spcAft>
                <a:spcPts val="0"/>
              </a:spcAft>
            </a:pPr>
            <a:r>
              <a:rPr lang="en-US" altLang="zh-CN" sz="2000" b="1" kern="0" dirty="0">
                <a:solidFill>
                  <a:srgbClr val="0000FF"/>
                </a:solidFill>
                <a:latin typeface="Tahoma" panose="020B0604030504040204" pitchFamily="34" charset="0"/>
                <a:ea typeface="黑体" panose="02010609060101010101" charset="-122"/>
                <a:sym typeface="+mn-ea"/>
              </a:rPr>
              <a:t>              </a:t>
            </a:r>
            <a:r>
              <a:rPr lang="en-US" altLang="zh-CN" sz="2000" b="1" kern="0" dirty="0">
                <a:solidFill>
                  <a:srgbClr val="008000"/>
                </a:solidFill>
                <a:latin typeface="Tahoma" panose="020B0604030504040204" pitchFamily="34" charset="0"/>
                <a:ea typeface="黑体" panose="02010609060101010101" charset="-122"/>
              </a:rPr>
              <a:t>// for return and </a:t>
            </a:r>
            <a:r>
              <a:rPr lang="en-US" altLang="zh-CN" sz="2000" b="1" kern="0" dirty="0" err="1">
                <a:solidFill>
                  <a:srgbClr val="008000"/>
                </a:solidFill>
                <a:latin typeface="Tahoma" panose="020B0604030504040204" pitchFamily="34" charset="0"/>
                <a:ea typeface="黑体" panose="02010609060101010101" charset="-122"/>
              </a:rPr>
              <a:t>Rsum</a:t>
            </a:r>
            <a:r>
              <a:rPr lang="en-US" altLang="zh-CN" sz="2000" b="1" kern="0" dirty="0">
                <a:solidFill>
                  <a:srgbClr val="008000"/>
                </a:solidFill>
                <a:latin typeface="Tahoma" panose="020B0604030504040204" pitchFamily="34" charset="0"/>
                <a:ea typeface="黑体" panose="02010609060101010101" charset="-122"/>
              </a:rPr>
              <a:t> invocation</a:t>
            </a:r>
            <a:endParaRPr lang="en-US" altLang="zh-CN" sz="2000" b="1" kern="0" dirty="0">
              <a:solidFill>
                <a:srgbClr val="008000"/>
              </a:solidFill>
              <a:latin typeface="Tahoma" panose="020B0604030504040204" pitchFamily="34" charset="0"/>
              <a:ea typeface="黑体" panose="02010609060101010101" charset="-122"/>
            </a:endParaRPr>
          </a:p>
          <a:p>
            <a:pPr marL="228600" indent="-228600">
              <a:spcBef>
                <a:spcPts val="50"/>
              </a:spcBef>
              <a:spcAft>
                <a:spcPts val="0"/>
              </a:spcAft>
            </a:pPr>
            <a:r>
              <a:rPr lang="en-US" altLang="zh-CN" sz="2000" b="1" kern="0" dirty="0">
                <a:solidFill>
                  <a:srgbClr val="008000"/>
                </a:solidFill>
                <a:latin typeface="Tahoma" panose="020B0604030504040204" pitchFamily="34" charset="0"/>
                <a:ea typeface="黑体" panose="02010609060101010101" charset="-122"/>
              </a:rPr>
              <a:t>               </a:t>
            </a:r>
            <a:r>
              <a:rPr lang="en-US" altLang="zh-CN" sz="2000" b="1" kern="0" dirty="0">
                <a:solidFill>
                  <a:srgbClr val="0000FF"/>
                </a:solidFill>
                <a:latin typeface="Tahoma" panose="020B0604030504040204" pitchFamily="34" charset="0"/>
                <a:ea typeface="黑体" panose="02010609060101010101" charset="-122"/>
              </a:rPr>
              <a:t>return </a:t>
            </a:r>
            <a:r>
              <a:rPr lang="en-US" altLang="zh-CN" sz="2000" b="1" kern="0" dirty="0" err="1">
                <a:solidFill>
                  <a:srgbClr val="0000FF"/>
                </a:solidFill>
                <a:latin typeface="Tahoma" panose="020B0604030504040204" pitchFamily="34" charset="0"/>
                <a:ea typeface="黑体" panose="02010609060101010101" charset="-122"/>
              </a:rPr>
              <a:t>Rsum</a:t>
            </a:r>
            <a:r>
              <a:rPr lang="en-US" altLang="zh-CN" sz="2000" b="1" kern="0" dirty="0">
                <a:solidFill>
                  <a:srgbClr val="0000FF"/>
                </a:solidFill>
                <a:latin typeface="Tahoma" panose="020B0604030504040204" pitchFamily="34" charset="0"/>
                <a:ea typeface="黑体" panose="02010609060101010101" charset="-122"/>
              </a:rPr>
              <a:t>(a, n-1) + a[n-1];}</a:t>
            </a:r>
            <a:endParaRPr lang="en-US" altLang="zh-CN" sz="2000" b="1" kern="0" dirty="0">
              <a:solidFill>
                <a:srgbClr val="0000FF"/>
              </a:solidFill>
              <a:latin typeface="Tahoma" panose="020B0604030504040204" pitchFamily="34" charset="0"/>
              <a:ea typeface="黑体" panose="02010609060101010101" charset="-122"/>
            </a:endParaRPr>
          </a:p>
          <a:p>
            <a:pPr marL="228600" indent="-228600">
              <a:spcBef>
                <a:spcPts val="50"/>
              </a:spcBef>
              <a:spcAft>
                <a:spcPts val="0"/>
              </a:spcAft>
            </a:pPr>
            <a:r>
              <a:rPr lang="en-US" altLang="zh-CN" sz="2000" b="1" kern="0" dirty="0">
                <a:solidFill>
                  <a:srgbClr val="0000FF"/>
                </a:solidFill>
                <a:latin typeface="Tahoma" panose="020B0604030504040204" pitchFamily="34" charset="0"/>
                <a:ea typeface="黑体" panose="02010609060101010101" charset="-122"/>
              </a:rPr>
              <a:t>   </a:t>
            </a:r>
            <a:r>
              <a:rPr lang="en-US" altLang="zh-CN" sz="2000" b="1" kern="0" dirty="0">
                <a:solidFill>
                  <a:srgbClr val="FF0000"/>
                </a:solidFill>
                <a:latin typeface="Tahoma" panose="020B0604030504040204" pitchFamily="34" charset="0"/>
                <a:ea typeface="黑体" panose="02010609060101010101" charset="-122"/>
              </a:rPr>
              <a:t>count++</a:t>
            </a:r>
            <a:r>
              <a:rPr lang="en-US" altLang="zh-CN" sz="2000" b="1" kern="0" dirty="0">
                <a:solidFill>
                  <a:srgbClr val="0000FF"/>
                </a:solidFill>
                <a:latin typeface="Tahoma" panose="020B0604030504040204" pitchFamily="34" charset="0"/>
                <a:ea typeface="黑体" panose="02010609060101010101" charset="-122"/>
              </a:rPr>
              <a:t>; </a:t>
            </a:r>
            <a:r>
              <a:rPr lang="en-US" altLang="zh-CN" sz="2000" b="1" kern="0" dirty="0">
                <a:solidFill>
                  <a:srgbClr val="008000"/>
                </a:solidFill>
                <a:latin typeface="Tahoma" panose="020B0604030504040204" pitchFamily="34" charset="0"/>
                <a:ea typeface="黑体" panose="02010609060101010101" charset="-122"/>
              </a:rPr>
              <a:t>// for return</a:t>
            </a:r>
            <a:endParaRPr lang="en-US" altLang="zh-CN" sz="2000" b="1" kern="0" dirty="0">
              <a:solidFill>
                <a:srgbClr val="008000"/>
              </a:solidFill>
              <a:latin typeface="Tahoma" panose="020B0604030504040204" pitchFamily="34" charset="0"/>
              <a:ea typeface="黑体" panose="02010609060101010101" charset="-122"/>
            </a:endParaRPr>
          </a:p>
          <a:p>
            <a:pPr marL="228600" indent="-228600">
              <a:spcBef>
                <a:spcPts val="50"/>
              </a:spcBef>
              <a:spcAft>
                <a:spcPts val="0"/>
              </a:spcAft>
            </a:pPr>
            <a:r>
              <a:rPr lang="en-US" altLang="zh-CN" sz="2000" b="1" kern="0" dirty="0">
                <a:solidFill>
                  <a:srgbClr val="008000"/>
                </a:solidFill>
                <a:latin typeface="Tahoma" panose="020B0604030504040204" pitchFamily="34" charset="0"/>
                <a:ea typeface="黑体" panose="02010609060101010101" charset="-122"/>
              </a:rPr>
              <a:t>   </a:t>
            </a:r>
            <a:r>
              <a:rPr lang="en-US" altLang="zh-CN" sz="2000" b="1" kern="0" dirty="0">
                <a:solidFill>
                  <a:srgbClr val="0000FF"/>
                </a:solidFill>
                <a:latin typeface="Tahoma" panose="020B0604030504040204" pitchFamily="34" charset="0"/>
                <a:ea typeface="黑体" panose="02010609060101010101" charset="-122"/>
              </a:rPr>
              <a:t>return 0;</a:t>
            </a:r>
            <a:endParaRPr lang="en-US" altLang="zh-CN" sz="2000" b="1" kern="0" dirty="0">
              <a:solidFill>
                <a:srgbClr val="0000FF"/>
              </a:solidFill>
              <a:latin typeface="Tahoma" panose="020B0604030504040204" pitchFamily="34" charset="0"/>
              <a:ea typeface="黑体" panose="02010609060101010101" charset="-122"/>
            </a:endParaRPr>
          </a:p>
          <a:p>
            <a:pPr marL="228600" indent="-228600">
              <a:spcBef>
                <a:spcPts val="0"/>
              </a:spcBef>
            </a:pPr>
            <a:r>
              <a:rPr lang="en-US" altLang="zh-CN" sz="2000" b="1" kern="0" dirty="0">
                <a:solidFill>
                  <a:srgbClr val="0000FF"/>
                </a:solidFill>
                <a:latin typeface="Tahoma" panose="020B0604030504040204" pitchFamily="34" charset="0"/>
                <a:ea typeface="黑体" panose="02010609060101010101" charset="-122"/>
              </a:rPr>
              <a:t>}       </a:t>
            </a:r>
            <a:r>
              <a:rPr lang="en-US" altLang="zh-CN" sz="2800" b="1" kern="0" dirty="0" err="1">
                <a:solidFill>
                  <a:srgbClr val="FF0000"/>
                </a:solidFill>
                <a:latin typeface="黑体" panose="02010609060101010101" charset="-122"/>
                <a:ea typeface="黑体" panose="02010609060101010101" charset="-122"/>
              </a:rPr>
              <a:t>t</a:t>
            </a:r>
            <a:r>
              <a:rPr lang="en-US" altLang="zh-CN" sz="2800" b="1" kern="0" baseline="-25000" dirty="0" err="1">
                <a:solidFill>
                  <a:srgbClr val="FF0000"/>
                </a:solidFill>
                <a:latin typeface="黑体" panose="02010609060101010101" charset="-122"/>
                <a:ea typeface="黑体" panose="02010609060101010101" charset="-122"/>
              </a:rPr>
              <a:t>Rsum</a:t>
            </a:r>
            <a:r>
              <a:rPr lang="en-US" altLang="zh-CN" sz="2800" b="1" kern="0" dirty="0">
                <a:solidFill>
                  <a:srgbClr val="FF0000"/>
                </a:solidFill>
                <a:latin typeface="黑体" panose="02010609060101010101" charset="-122"/>
                <a:ea typeface="黑体" panose="02010609060101010101" charset="-122"/>
              </a:rPr>
              <a:t>(0)=2</a:t>
            </a:r>
            <a:r>
              <a:rPr lang="zh-CN" altLang="en-US" sz="2800" b="1" kern="0" dirty="0">
                <a:solidFill>
                  <a:srgbClr val="FF0000"/>
                </a:solidFill>
                <a:latin typeface="黑体" panose="02010609060101010101" charset="-122"/>
                <a:ea typeface="黑体" panose="02010609060101010101" charset="-122"/>
              </a:rPr>
              <a:t>，</a:t>
            </a:r>
            <a:r>
              <a:rPr lang="en-US" altLang="zh-CN" sz="2800" b="1" kern="0" dirty="0" err="1">
                <a:solidFill>
                  <a:srgbClr val="FF0000"/>
                </a:solidFill>
                <a:latin typeface="黑体" panose="02010609060101010101" charset="-122"/>
                <a:ea typeface="黑体" panose="02010609060101010101" charset="-122"/>
              </a:rPr>
              <a:t>t</a:t>
            </a:r>
            <a:r>
              <a:rPr lang="en-US" altLang="zh-CN" sz="2800" b="1" kern="0" baseline="-25000" dirty="0" err="1">
                <a:solidFill>
                  <a:srgbClr val="FF0000"/>
                </a:solidFill>
                <a:latin typeface="黑体" panose="02010609060101010101" charset="-122"/>
                <a:ea typeface="黑体" panose="02010609060101010101" charset="-122"/>
              </a:rPr>
              <a:t>Rsum</a:t>
            </a:r>
            <a:r>
              <a:rPr lang="en-US" altLang="zh-CN" sz="2800" b="1" kern="0" dirty="0">
                <a:solidFill>
                  <a:srgbClr val="FF0000"/>
                </a:solidFill>
                <a:latin typeface="黑体" panose="02010609060101010101" charset="-122"/>
                <a:ea typeface="黑体" panose="02010609060101010101" charset="-122"/>
              </a:rPr>
              <a:t>(n)=3+t</a:t>
            </a:r>
            <a:r>
              <a:rPr lang="en-US" altLang="zh-CN" sz="2800" b="1" kern="0" baseline="-25000" dirty="0">
                <a:solidFill>
                  <a:srgbClr val="FF0000"/>
                </a:solidFill>
                <a:latin typeface="黑体" panose="02010609060101010101" charset="-122"/>
                <a:ea typeface="黑体" panose="02010609060101010101" charset="-122"/>
              </a:rPr>
              <a:t>Rsum</a:t>
            </a:r>
            <a:r>
              <a:rPr lang="en-US" altLang="zh-CN" sz="2800" b="1" kern="0" dirty="0">
                <a:solidFill>
                  <a:srgbClr val="FF0000"/>
                </a:solidFill>
                <a:latin typeface="黑体" panose="02010609060101010101" charset="-122"/>
                <a:ea typeface="黑体" panose="02010609060101010101" charset="-122"/>
              </a:rPr>
              <a:t>(n-1)</a:t>
            </a:r>
            <a:r>
              <a:rPr lang="en-US" altLang="zh-CN" sz="2800" b="1" kern="0" dirty="0">
                <a:solidFill>
                  <a:srgbClr val="FF0000"/>
                </a:solidFill>
                <a:latin typeface="黑体" panose="02010609060101010101" charset="-122"/>
                <a:ea typeface="黑体" panose="02010609060101010101" charset="-122"/>
                <a:sym typeface="Wingdings" panose="05000000000000000000" pitchFamily="2" charset="2"/>
              </a:rPr>
              <a:t> </a:t>
            </a:r>
            <a:br>
              <a:rPr lang="en-US" altLang="zh-CN" sz="2800" b="1" kern="0" dirty="0">
                <a:solidFill>
                  <a:srgbClr val="FF0000"/>
                </a:solidFill>
                <a:latin typeface="黑体" panose="02010609060101010101" charset="-122"/>
                <a:ea typeface="黑体" panose="02010609060101010101" charset="-122"/>
                <a:sym typeface="Wingdings" panose="05000000000000000000" pitchFamily="2" charset="2"/>
              </a:rPr>
            </a:br>
            <a:r>
              <a:rPr lang="en-US" altLang="zh-CN" sz="2800" b="1" kern="0" dirty="0">
                <a:solidFill>
                  <a:srgbClr val="FF0000"/>
                </a:solidFill>
                <a:latin typeface="黑体" panose="02010609060101010101" charset="-122"/>
                <a:ea typeface="黑体" panose="02010609060101010101" charset="-122"/>
                <a:sym typeface="Wingdings" panose="05000000000000000000" pitchFamily="2" charset="2"/>
              </a:rPr>
              <a:t> </a:t>
            </a:r>
            <a:r>
              <a:rPr lang="en-US" altLang="zh-CN" sz="2800" b="1" kern="0" dirty="0" err="1">
                <a:solidFill>
                  <a:srgbClr val="FF0000"/>
                </a:solidFill>
                <a:latin typeface="黑体" panose="02010609060101010101" charset="-122"/>
                <a:ea typeface="黑体" panose="02010609060101010101" charset="-122"/>
                <a:sym typeface="Wingdings" panose="05000000000000000000" pitchFamily="2" charset="2"/>
              </a:rPr>
              <a:t>t</a:t>
            </a:r>
            <a:r>
              <a:rPr lang="en-US" altLang="zh-CN" sz="2800" b="1" kern="0" baseline="-25000" dirty="0" err="1">
                <a:solidFill>
                  <a:srgbClr val="FF0000"/>
                </a:solidFill>
                <a:latin typeface="黑体" panose="02010609060101010101" charset="-122"/>
                <a:ea typeface="黑体" panose="02010609060101010101" charset="-122"/>
                <a:sym typeface="Wingdings" panose="05000000000000000000" pitchFamily="2" charset="2"/>
              </a:rPr>
              <a:t>Rsum</a:t>
            </a:r>
            <a:r>
              <a:rPr lang="en-US" altLang="zh-CN" sz="2800" b="1" kern="0" dirty="0">
                <a:solidFill>
                  <a:srgbClr val="FF0000"/>
                </a:solidFill>
                <a:latin typeface="黑体" panose="02010609060101010101" charset="-122"/>
                <a:ea typeface="黑体" panose="02010609060101010101" charset="-122"/>
                <a:sym typeface="Wingdings" panose="05000000000000000000" pitchFamily="2" charset="2"/>
              </a:rPr>
              <a:t>(n)=3n+2</a:t>
            </a:r>
            <a:endParaRPr lang="zh-CN" altLang="en-US" sz="2800" b="1" kern="0" dirty="0">
              <a:solidFill>
                <a:srgbClr val="FF0000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1049161" name="文本框 1"/>
          <p:cNvSpPr txBox="1"/>
          <p:nvPr/>
        </p:nvSpPr>
        <p:spPr>
          <a:xfrm>
            <a:off x="6457950" y="1465580"/>
            <a:ext cx="254000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>
              <a:spcAft>
                <a:spcPts val="0"/>
              </a:spcAft>
            </a:pPr>
            <a:r>
              <a:rPr lang="zh-CN" altLang="en-US"/>
              <a:t>尾调用；尾递归</a:t>
            </a:r>
            <a:endParaRPr lang="zh-CN" altLang="en-US"/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700"/>
    </mc:Choice>
    <mc:Fallback>
      <p:transition/>
    </mc:Fallback>
  </mc:AlternateContent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8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16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p>
            <a:pPr eaLnBrk="1" hangingPunct="1">
              <a:spcAft>
                <a:spcPts val="0"/>
              </a:spcAft>
            </a:pPr>
            <a:r>
              <a:rPr lang="zh-CN" altLang="en-US" smtClean="0"/>
              <a:t>函数</a:t>
            </a:r>
            <a:r>
              <a:rPr lang="en-US" altLang="zh-CN" smtClean="0"/>
              <a:t>Rsum</a:t>
            </a:r>
            <a:r>
              <a:rPr lang="zh-CN" altLang="en-US" smtClean="0"/>
              <a:t>的执行步数</a:t>
            </a:r>
            <a:endParaRPr lang="zh-CN" altLang="en-US" smtClean="0"/>
          </a:p>
        </p:txBody>
      </p:sp>
      <p:sp>
        <p:nvSpPr>
          <p:cNvPr id="1049166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rtl="0">
              <a:spcAft>
                <a:spcPts val="0"/>
              </a:spcAft>
            </a:pPr>
            <a:fld id="{71B7BAC7-FE87-40F6-AA24-4F4685D1B022}" type="slidenum">
              <a:rPr lang="en-US" altLang="zh-CN" noProof="0" smtClean="0"/>
            </a:fld>
            <a:endParaRPr lang="zh-CN" altLang="en-US" noProof="0" dirty="0"/>
          </a:p>
        </p:txBody>
      </p:sp>
      <p:graphicFrame>
        <p:nvGraphicFramePr>
          <p:cNvPr id="4194311" name="Group 31"/>
          <p:cNvGraphicFramePr>
            <a:graphicFrameLocks noGrp="1"/>
          </p:cNvGraphicFramePr>
          <p:nvPr/>
        </p:nvGraphicFramePr>
        <p:xfrm>
          <a:off x="609600" y="1600208"/>
          <a:ext cx="8077200" cy="3540126"/>
        </p:xfrm>
        <a:graphic>
          <a:graphicData uri="http://schemas.openxmlformats.org/drawingml/2006/table">
            <a:tbl>
              <a:tblPr/>
              <a:tblGrid>
                <a:gridCol w="4191000"/>
                <a:gridCol w="1371600"/>
                <a:gridCol w="1295400"/>
                <a:gridCol w="1219200"/>
              </a:tblGrid>
              <a:tr h="455613"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语句</a:t>
                      </a:r>
                      <a:endParaRPr kumimoji="1" lang="zh-CN" altLang="en-US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  <a:headEnd type="none" w="med" len="med"/>
                      <a:tailEnd type="none" w="med" len="med"/>
                    </a:lnTlToBr>
                    <a:lnBlToTr>
                      <a:noFill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s/e</a:t>
                      </a:r>
                      <a:endParaRPr kumimoji="1" lang="en-US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  <a:headEnd type="none" w="med" len="med"/>
                      <a:tailEnd type="none" w="med" len="med"/>
                    </a:lnTlToBr>
                    <a:lnBlToTr>
                      <a:noFill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频率</a:t>
                      </a:r>
                      <a:endParaRPr kumimoji="1" lang="zh-CN" altLang="en-US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  <a:headEnd type="none" w="med" len="med"/>
                      <a:tailEnd type="none" w="med" len="med"/>
                    </a:lnTlToBr>
                    <a:lnBlToTr>
                      <a:noFill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总步数</a:t>
                      </a:r>
                      <a:endParaRPr kumimoji="1" lang="zh-CN" altLang="en-US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  <a:headEnd type="none" w="med" len="med"/>
                      <a:tailEnd type="none" w="med" len="med"/>
                    </a:lnTlToBr>
                    <a:lnBlToTr>
                      <a:noFill/>
                      <a:headEnd type="none" w="med" len="med"/>
                      <a:tailEnd type="none" w="med" len="med"/>
                    </a:lnBlToTr>
                    <a:noFill/>
                  </a:tcPr>
                </a:tc>
              </a:tr>
              <a:tr h="2363788"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T Rsum(T a[], int n)</a:t>
                      </a:r>
                      <a:endParaRPr kumimoji="1" lang="en-US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{</a:t>
                      </a:r>
                      <a:endParaRPr kumimoji="1" lang="en-US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   if (n &gt; 0)</a:t>
                      </a:r>
                      <a:endParaRPr kumimoji="1" lang="en-US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      return Rsum(a, n-1) + a[n-1];</a:t>
                      </a:r>
                      <a:endParaRPr kumimoji="1" lang="en-US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   return 0;</a:t>
                      </a:r>
                      <a:endParaRPr kumimoji="1" lang="en-US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}</a:t>
                      </a:r>
                      <a:endParaRPr kumimoji="1" lang="en-US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  <a:headEnd type="none" w="med" len="med"/>
                      <a:tailEnd type="none" w="med" len="med"/>
                    </a:lnTlToBr>
                    <a:lnBlToTr>
                      <a:noFill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1" lang="en-US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1" lang="en-US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1" lang="en-US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</a:t>
                      </a:r>
                      <a:endParaRPr kumimoji="1" lang="en-US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1" lang="en-US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1" lang="en-US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  <a:headEnd type="none" w="med" len="med"/>
                      <a:tailEnd type="none" w="med" len="med"/>
                    </a:lnTlToBr>
                    <a:lnBlToTr>
                      <a:noFill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1" lang="en-US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1" lang="en-US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n + 1</a:t>
                      </a:r>
                      <a:endParaRPr kumimoji="1" lang="en-US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n</a:t>
                      </a:r>
                      <a:endParaRPr kumimoji="1" lang="en-US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1" lang="en-US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1" lang="en-US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  <a:headEnd type="none" w="med" len="med"/>
                      <a:tailEnd type="none" w="med" len="med"/>
                    </a:lnTlToBr>
                    <a:lnBlToTr>
                      <a:noFill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1" lang="en-US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1" lang="en-US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n + 1</a:t>
                      </a:r>
                      <a:endParaRPr kumimoji="1" lang="en-US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2n</a:t>
                      </a:r>
                      <a:endParaRPr kumimoji="1" lang="en-US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1" lang="en-US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1" lang="en-US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  <a:headEnd type="none" w="med" len="med"/>
                      <a:tailEnd type="none" w="med" len="med"/>
                    </a:lnTlToBr>
                    <a:lnBlToTr>
                      <a:noFill/>
                      <a:headEnd type="none" w="med" len="med"/>
                      <a:tailEnd type="none" w="med" len="med"/>
                    </a:lnBlToTr>
                    <a:noFill/>
                  </a:tcPr>
                </a:tc>
              </a:tr>
              <a:tr h="720725"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总计</a:t>
                      </a:r>
                      <a:endParaRPr kumimoji="1" lang="zh-CN" altLang="en-US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  <a:headEnd type="none" w="med" len="med"/>
                      <a:tailEnd type="none" w="med" len="med"/>
                    </a:lnTlToBr>
                    <a:lnBlToTr>
                      <a:noFill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endParaRPr kumimoji="1" lang="zh-CN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  <a:headEnd type="none" w="med" len="med"/>
                      <a:tailEnd type="none" w="med" len="med"/>
                    </a:lnTlToBr>
                    <a:lnBlToTr>
                      <a:noFill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endParaRPr kumimoji="1" lang="zh-CN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  <a:headEnd type="none" w="med" len="med"/>
                      <a:tailEnd type="none" w="med" len="med"/>
                    </a:lnTlToBr>
                    <a:lnBlToTr>
                      <a:noFill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3n + 2</a:t>
                      </a:r>
                      <a:endParaRPr kumimoji="1" lang="en-US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  <a:headEnd type="none" w="med" len="med"/>
                      <a:tailEnd type="none" w="med" len="med"/>
                    </a:lnTlToBr>
                    <a:lnBlToTr>
                      <a:noFill/>
                      <a:headEnd type="none" w="med" len="med"/>
                      <a:tailEnd type="none" w="med" len="med"/>
                    </a:lnBlToTr>
                    <a:noFill/>
                  </a:tcPr>
                </a:tc>
              </a:tr>
            </a:tbl>
          </a:graphicData>
        </a:graphic>
      </p:graphicFrame>
    </p:spTree>
    <p:custDataLst>
      <p:tags r:id="rId1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700"/>
    </mc:Choice>
    <mc:Fallback>
      <p:transition/>
    </mc:Fallback>
  </mc:AlternateContent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8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1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p>
            <a:pPr eaLnBrk="1" hangingPunct="1">
              <a:spcAft>
                <a:spcPts val="0"/>
              </a:spcAft>
            </a:pPr>
            <a:r>
              <a:rPr lang="zh-CN" altLang="en-US" smtClean="0"/>
              <a:t>矩阵转置函数的执行步数</a:t>
            </a:r>
            <a:endParaRPr lang="zh-CN" altLang="en-US" smtClean="0"/>
          </a:p>
        </p:txBody>
      </p:sp>
      <p:sp>
        <p:nvSpPr>
          <p:cNvPr id="1049171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rtl="0">
              <a:spcAft>
                <a:spcPts val="0"/>
              </a:spcAft>
            </a:pPr>
            <a:fld id="{71B7BAC7-FE87-40F6-AA24-4F4685D1B022}" type="slidenum">
              <a:rPr lang="en-US" altLang="zh-CN" noProof="0" smtClean="0"/>
            </a:fld>
            <a:endParaRPr lang="zh-CN" altLang="en-US" noProof="0" dirty="0"/>
          </a:p>
        </p:txBody>
      </p:sp>
      <p:graphicFrame>
        <p:nvGraphicFramePr>
          <p:cNvPr id="4194312" name="Group 45"/>
          <p:cNvGraphicFramePr>
            <a:graphicFrameLocks noGrp="1"/>
          </p:cNvGraphicFramePr>
          <p:nvPr/>
        </p:nvGraphicFramePr>
        <p:xfrm>
          <a:off x="76200" y="1600210"/>
          <a:ext cx="8915400" cy="3276601"/>
        </p:xfrm>
        <a:graphic>
          <a:graphicData uri="http://schemas.openxmlformats.org/drawingml/2006/table">
            <a:tbl>
              <a:tblPr/>
              <a:tblGrid>
                <a:gridCol w="4379913"/>
                <a:gridCol w="496887"/>
                <a:gridCol w="2057400"/>
                <a:gridCol w="1981200"/>
              </a:tblGrid>
              <a:tr h="455613"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语句</a:t>
                      </a:r>
                      <a:endParaRPr kumimoji="1" lang="zh-CN" altLang="en-US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  <a:headEnd type="none" w="med" len="med"/>
                      <a:tailEnd type="none" w="med" len="med"/>
                    </a:lnTlToBr>
                    <a:lnBlToTr>
                      <a:noFill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s/e</a:t>
                      </a:r>
                      <a:endParaRPr kumimoji="1" lang="en-US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  <a:headEnd type="none" w="med" len="med"/>
                      <a:tailEnd type="none" w="med" len="med"/>
                    </a:lnTlToBr>
                    <a:lnBlToTr>
                      <a:noFill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频率</a:t>
                      </a:r>
                      <a:endParaRPr kumimoji="1" lang="zh-CN" altLang="en-US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  <a:headEnd type="none" w="med" len="med"/>
                      <a:tailEnd type="none" w="med" len="med"/>
                    </a:lnTlToBr>
                    <a:lnBlToTr>
                      <a:noFill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总步数</a:t>
                      </a:r>
                      <a:endParaRPr kumimoji="1" lang="zh-CN" altLang="en-US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  <a:headEnd type="none" w="med" len="med"/>
                      <a:tailEnd type="none" w="med" len="med"/>
                    </a:lnTlToBr>
                    <a:lnBlToTr>
                      <a:noFill/>
                      <a:headEnd type="none" w="med" len="med"/>
                      <a:tailEnd type="none" w="med" len="med"/>
                    </a:lnBlToTr>
                    <a:noFill/>
                  </a:tcPr>
                </a:tc>
              </a:tr>
              <a:tr h="2363788"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void Transpose(T **a, int rows)</a:t>
                      </a:r>
                      <a:endParaRPr kumimoji="1" lang="en-US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{</a:t>
                      </a:r>
                      <a:endParaRPr kumimoji="1" lang="en-US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   for (int i = 0; i &lt; rows; i++)</a:t>
                      </a:r>
                      <a:endParaRPr kumimoji="1" lang="en-US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      for (int j = i+1;  j &lt; rows; j++)</a:t>
                      </a:r>
                      <a:endParaRPr kumimoji="1" lang="en-US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         Swap(a[i][j], a[j][i]);</a:t>
                      </a:r>
                      <a:endParaRPr kumimoji="1" lang="en-US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}</a:t>
                      </a:r>
                      <a:endParaRPr kumimoji="1" lang="en-US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  <a:headEnd type="none" w="med" len="med"/>
                      <a:tailEnd type="none" w="med" len="med"/>
                    </a:lnTlToBr>
                    <a:lnBlToTr>
                      <a:noFill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1" lang="en-US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1" lang="en-US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1" lang="en-US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1" lang="en-US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1" lang="en-US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1" lang="en-US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  <a:headEnd type="none" w="med" len="med"/>
                      <a:tailEnd type="none" w="med" len="med"/>
                    </a:lnTlToBr>
                    <a:lnBlToTr>
                      <a:noFill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1" lang="en-US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1" lang="en-US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rows + 1</a:t>
                      </a:r>
                      <a:endParaRPr kumimoji="1" lang="en-US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rows*(rows+1)/2</a:t>
                      </a:r>
                      <a:endParaRPr kumimoji="1" lang="en-US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rows*(rows-1)/2</a:t>
                      </a:r>
                      <a:endParaRPr kumimoji="1" lang="en-US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1" lang="en-US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  <a:headEnd type="none" w="med" len="med"/>
                      <a:tailEnd type="none" w="med" len="med"/>
                    </a:lnTlToBr>
                    <a:lnBlToTr>
                      <a:noFill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1" lang="en-US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1" lang="en-US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rows + 1</a:t>
                      </a:r>
                      <a:endParaRPr kumimoji="1" lang="en-US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rows*(rows+1)/2</a:t>
                      </a:r>
                      <a:endParaRPr kumimoji="1" lang="en-US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rows*(rows-1)/2</a:t>
                      </a:r>
                      <a:endParaRPr kumimoji="1" lang="en-US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1" lang="en-US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  <a:headEnd type="none" w="med" len="med"/>
                      <a:tailEnd type="none" w="med" len="med"/>
                    </a:lnTlToBr>
                    <a:lnBlToTr>
                      <a:noFill/>
                      <a:headEnd type="none" w="med" len="med"/>
                      <a:tailEnd type="none" w="med" len="med"/>
                    </a:lnBlToTr>
                    <a:noFill/>
                  </a:tcPr>
                </a:tc>
              </a:tr>
              <a:tr h="457200"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总计</a:t>
                      </a:r>
                      <a:endParaRPr kumimoji="1" lang="zh-CN" altLang="en-US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  <a:headEnd type="none" w="med" len="med"/>
                      <a:tailEnd type="none" w="med" len="med"/>
                    </a:lnTlToBr>
                    <a:lnBlToTr>
                      <a:noFill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endParaRPr kumimoji="1" lang="zh-CN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  <a:headEnd type="none" w="med" len="med"/>
                      <a:tailEnd type="none" w="med" len="med"/>
                    </a:lnTlToBr>
                    <a:lnBlToTr>
                      <a:noFill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endParaRPr kumimoji="1" lang="zh-CN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  <a:headEnd type="none" w="med" len="med"/>
                      <a:tailEnd type="none" w="med" len="med"/>
                    </a:lnTlToBr>
                    <a:lnBlToTr>
                      <a:noFill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rows</a:t>
                      </a:r>
                      <a:r>
                        <a:rPr kumimoji="1" lang="en-US" altLang="zh-CN" sz="2000" b="0" i="0" u="none" strike="noStrike" cap="none" normalizeH="0" baseline="30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</a:t>
                      </a:r>
                      <a:r>
                        <a:rPr kumimoji="1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+rows+1</a:t>
                      </a:r>
                      <a:endParaRPr kumimoji="1" lang="en-US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  <a:headEnd type="none" w="med" len="med"/>
                      <a:tailEnd type="none" w="med" len="med"/>
                    </a:lnTlToBr>
                    <a:lnBlToTr>
                      <a:noFill/>
                      <a:headEnd type="none" w="med" len="med"/>
                      <a:tailEnd type="none" w="med" len="med"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4194313" name="Object 41"/>
          <p:cNvGraphicFramePr>
            <a:graphicFrameLocks noChangeAspect="1"/>
          </p:cNvGraphicFramePr>
          <p:nvPr/>
        </p:nvGraphicFramePr>
        <p:xfrm>
          <a:off x="228600" y="4953000"/>
          <a:ext cx="5334000" cy="939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44" name="Equation" showAsIcon="1" r:id="rId1" imgW="2451100" imgH="431800" progId="Equation.3">
                  <p:embed/>
                </p:oleObj>
              </mc:Choice>
              <mc:Fallback>
                <p:oleObj name="Equation" showAsIcon="1" r:id="rId1" imgW="2451100" imgH="431800" progId="Equation.3">
                  <p:embed/>
                  <p:pic>
                    <p:nvPicPr>
                      <p:cNvPr id="0" name="图片 722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8600" y="4953000"/>
                        <a:ext cx="5334000" cy="939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94314" name="Object 42"/>
          <p:cNvGraphicFramePr>
            <a:graphicFrameLocks noChangeAspect="1"/>
          </p:cNvGraphicFramePr>
          <p:nvPr/>
        </p:nvGraphicFramePr>
        <p:xfrm>
          <a:off x="2743200" y="5791202"/>
          <a:ext cx="6019800" cy="9667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45" name="Equation" showAsIcon="1" r:id="rId3" imgW="2692400" imgH="431800" progId="Equation.3">
                  <p:embed/>
                </p:oleObj>
              </mc:Choice>
              <mc:Fallback>
                <p:oleObj name="Equation" showAsIcon="1" r:id="rId3" imgW="2692400" imgH="431800" progId="Equation.3">
                  <p:embed/>
                  <p:pic>
                    <p:nvPicPr>
                      <p:cNvPr id="0" name="图片 722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43200" y="5791202"/>
                        <a:ext cx="6019800" cy="9667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49172" name="Line 43"/>
          <p:cNvSpPr>
            <a:spLocks noChangeShapeType="1"/>
          </p:cNvSpPr>
          <p:nvPr/>
        </p:nvSpPr>
        <p:spPr bwMode="ltGray">
          <a:xfrm flipH="1" flipV="1">
            <a:off x="762000" y="3505200"/>
            <a:ext cx="914400" cy="1828800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tailEnd type="triangle" w="med" len="med"/>
          </a:ln>
        </p:spPr>
        <p:txBody>
          <a:bodyPr wrap="none" anchor="ctr"/>
          <a:p>
            <a:endParaRPr lang="zh-CN" altLang="en-US"/>
          </a:p>
        </p:txBody>
      </p:sp>
      <p:sp>
        <p:nvSpPr>
          <p:cNvPr id="1049173" name="Line 44"/>
          <p:cNvSpPr>
            <a:spLocks noChangeShapeType="1"/>
          </p:cNvSpPr>
          <p:nvPr/>
        </p:nvSpPr>
        <p:spPr bwMode="ltGray">
          <a:xfrm flipH="1" flipV="1">
            <a:off x="2286000" y="3886200"/>
            <a:ext cx="2971800" cy="2057400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tailEnd type="triangle" w="med" len="med"/>
          </a:ln>
        </p:spPr>
        <p:txBody>
          <a:bodyPr wrap="none" anchor="ctr"/>
          <a:p>
            <a:endParaRPr lang="zh-CN" altLang="en-US"/>
          </a:p>
        </p:txBody>
      </p:sp>
    </p:spTree>
    <p:custDataLst>
      <p:tags r:id="rId5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700"/>
    </mc:Choice>
    <mc:Fallback>
      <p:transition/>
    </mc:Fallback>
  </mc:AlternateContent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28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177" name="标题 3"/>
          <p:cNvSpPr>
            <a:spLocks noGrp="1"/>
          </p:cNvSpPr>
          <p:nvPr>
            <p:ph type="title"/>
          </p:nvPr>
        </p:nvSpPr>
        <p:spPr>
          <a:xfrm>
            <a:off x="2162175" y="2527300"/>
            <a:ext cx="3416300" cy="916940"/>
          </a:xfrm>
        </p:spPr>
        <p:txBody>
          <a:bodyPr/>
          <a:p>
            <a:pPr>
              <a:spcAft>
                <a:spcPts val="0"/>
              </a:spcAft>
            </a:pPr>
            <a:r>
              <a:rPr lang="zh-CN" altLang="en-US" dirty="0" smtClean="0"/>
              <a:t>时间复杂度分析</a:t>
            </a:r>
            <a:endParaRPr lang="zh-CN" altLang="en-US" dirty="0"/>
          </a:p>
        </p:txBody>
      </p:sp>
      <p:sp>
        <p:nvSpPr>
          <p:cNvPr id="1049178" name="文本占位符 4"/>
          <p:cNvSpPr>
            <a:spLocks noGrp="1"/>
          </p:cNvSpPr>
          <p:nvPr>
            <p:ph type="body" idx="1"/>
          </p:nvPr>
        </p:nvSpPr>
        <p:spPr/>
        <p:txBody>
          <a:bodyPr/>
          <a:p>
            <a:pPr>
              <a:spcAft>
                <a:spcPts val="0"/>
              </a:spcAft>
            </a:pPr>
            <a:r>
              <a:rPr lang="zh-CN" altLang="en-US" dirty="0" smtClean="0"/>
              <a:t>渐近符号表示法 （</a:t>
            </a:r>
            <a:r>
              <a:rPr lang="en-US" altLang="zh-CN" dirty="0" smtClean="0"/>
              <a:t>asymptotic notation</a:t>
            </a:r>
            <a:r>
              <a:rPr lang="zh-CN" altLang="en-US" dirty="0" smtClean="0"/>
              <a:t>）</a:t>
            </a:r>
            <a:endParaRPr lang="zh-CN" altLang="en-US" dirty="0"/>
          </a:p>
        </p:txBody>
      </p:sp>
      <p:sp>
        <p:nvSpPr>
          <p:cNvPr id="1049179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rtl="0">
              <a:spcAft>
                <a:spcPts val="0"/>
              </a:spcAft>
            </a:pPr>
            <a:fld id="{71B7BAC7-FE87-40F6-AA24-4F4685D1B022}" type="slidenum">
              <a:rPr lang="en-US" altLang="zh-CN" noProof="0" smtClean="0"/>
            </a:fld>
            <a:endParaRPr lang="zh-CN" altLang="en-US" noProof="0" dirty="0"/>
          </a:p>
        </p:txBody>
      </p:sp>
    </p:spTree>
    <p:custDataLst>
      <p:tags r:id="rId1"/>
    </p:custData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p14:dur="700"/>
    </mc:Choice>
    <mc:Fallback>
      <p:transition/>
    </mc:Fallback>
  </mc:AlternateContent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9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18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p>
            <a:pPr eaLnBrk="1" hangingPunct="1">
              <a:spcAft>
                <a:spcPts val="0"/>
              </a:spcAft>
            </a:pPr>
            <a:r>
              <a:rPr lang="zh-CN" altLang="en-US" smtClean="0"/>
              <a:t>问题提出</a:t>
            </a:r>
            <a:endParaRPr lang="en-US" altLang="zh-CN" smtClean="0"/>
          </a:p>
        </p:txBody>
      </p:sp>
      <p:sp>
        <p:nvSpPr>
          <p:cNvPr id="1049184" name="Rectangle 3"/>
          <p:cNvSpPr>
            <a:spLocks noGrp="1" noChangeArrowheads="1"/>
          </p:cNvSpPr>
          <p:nvPr>
            <p:ph idx="1"/>
          </p:nvPr>
        </p:nvSpPr>
        <p:spPr>
          <a:xfrm>
            <a:off x="914400" y="1371600"/>
            <a:ext cx="8040688" cy="5105400"/>
          </a:xfrm>
        </p:spPr>
        <p:txBody>
          <a:bodyPr/>
          <a:p>
            <a:pPr eaLnBrk="1" hangingPunct="1">
              <a:spcAft>
                <a:spcPts val="0"/>
              </a:spcAft>
            </a:pPr>
            <a:r>
              <a:rPr lang="zh-CN" altLang="en-US" dirty="0" smtClean="0"/>
              <a:t>操作计数和执行步数的作用？</a:t>
            </a:r>
            <a:endParaRPr lang="zh-CN" altLang="en-US" dirty="0" smtClean="0"/>
          </a:p>
          <a:p>
            <a:pPr lvl="1" eaLnBrk="1" hangingPunct="1">
              <a:spcBef>
                <a:spcPts val="375"/>
              </a:spcBef>
              <a:spcAft>
                <a:spcPts val="0"/>
              </a:spcAft>
            </a:pPr>
            <a:r>
              <a:rPr lang="zh-CN" altLang="en-US" dirty="0" smtClean="0"/>
              <a:t>比较两个功能相同的程序的时间复杂性</a:t>
            </a:r>
            <a:r>
              <a:rPr lang="en-US" altLang="zh-CN" dirty="0" smtClean="0">
                <a:solidFill>
                  <a:srgbClr val="FF0000"/>
                </a:solidFill>
              </a:rPr>
              <a:t>【</a:t>
            </a:r>
            <a:r>
              <a:rPr lang="zh-CN" altLang="en-US" dirty="0" smtClean="0">
                <a:solidFill>
                  <a:srgbClr val="FF0000"/>
                </a:solidFill>
              </a:rPr>
              <a:t>横向</a:t>
            </a:r>
            <a:r>
              <a:rPr lang="en-US" altLang="zh-CN" dirty="0" smtClean="0">
                <a:solidFill>
                  <a:srgbClr val="FF0000"/>
                </a:solidFill>
              </a:rPr>
              <a:t>】</a:t>
            </a:r>
            <a:endParaRPr lang="zh-CN" altLang="en-US" dirty="0" smtClean="0">
              <a:solidFill>
                <a:srgbClr val="FF0000"/>
              </a:solidFill>
            </a:endParaRPr>
          </a:p>
          <a:p>
            <a:pPr lvl="1" eaLnBrk="1" hangingPunct="1">
              <a:spcBef>
                <a:spcPts val="375"/>
              </a:spcBef>
              <a:spcAft>
                <a:spcPts val="0"/>
              </a:spcAft>
            </a:pPr>
            <a:r>
              <a:rPr lang="zh-CN" altLang="en-US" dirty="0" smtClean="0"/>
              <a:t>预测随实例规模的变化，程序运行时间的变化</a:t>
            </a:r>
            <a:r>
              <a:rPr lang="en-US" altLang="zh-CN" dirty="0" smtClean="0">
                <a:solidFill>
                  <a:srgbClr val="FF0000"/>
                </a:solidFill>
              </a:rPr>
              <a:t>【</a:t>
            </a:r>
            <a:r>
              <a:rPr lang="zh-CN" altLang="en-US" dirty="0" smtClean="0">
                <a:solidFill>
                  <a:srgbClr val="FF0000"/>
                </a:solidFill>
              </a:rPr>
              <a:t>纵向</a:t>
            </a:r>
            <a:r>
              <a:rPr lang="en-US" altLang="zh-CN" dirty="0" smtClean="0">
                <a:solidFill>
                  <a:srgbClr val="FF0000"/>
                </a:solidFill>
              </a:rPr>
              <a:t>】</a:t>
            </a:r>
            <a:endParaRPr lang="zh-CN" altLang="en-US" dirty="0" smtClean="0">
              <a:solidFill>
                <a:srgbClr val="FF0000"/>
              </a:solidFill>
            </a:endParaRPr>
          </a:p>
          <a:p>
            <a:pPr eaLnBrk="1" hangingPunct="1">
              <a:spcBef>
                <a:spcPts val="750"/>
              </a:spcBef>
              <a:spcAft>
                <a:spcPts val="0"/>
              </a:spcAft>
            </a:pPr>
            <a:r>
              <a:rPr lang="zh-CN" altLang="en-US" dirty="0" smtClean="0"/>
              <a:t>执行步试图比“关键操作”更精确</a:t>
            </a:r>
            <a:endParaRPr lang="zh-CN" altLang="en-US" dirty="0" smtClean="0"/>
          </a:p>
          <a:p>
            <a:pPr eaLnBrk="1" hangingPunct="1">
              <a:spcBef>
                <a:spcPts val="750"/>
              </a:spcBef>
              <a:spcAft>
                <a:spcPts val="0"/>
              </a:spcAft>
            </a:pPr>
            <a:r>
              <a:rPr lang="zh-CN" altLang="en-US" dirty="0" smtClean="0"/>
              <a:t>“更精确”是没有必要的</a:t>
            </a:r>
            <a:endParaRPr lang="zh-CN" altLang="en-US" dirty="0" smtClean="0"/>
          </a:p>
          <a:p>
            <a:pPr lvl="1" eaLnBrk="1" hangingPunct="1">
              <a:spcBef>
                <a:spcPts val="375"/>
              </a:spcBef>
              <a:spcAft>
                <a:spcPts val="0"/>
              </a:spcAft>
            </a:pPr>
            <a:r>
              <a:rPr lang="zh-CN" altLang="en-US" dirty="0" smtClean="0"/>
              <a:t>两个程序时间复杂性：</a:t>
            </a:r>
            <a:r>
              <a:rPr lang="en-US" altLang="zh-CN" dirty="0" smtClean="0"/>
              <a:t>c</a:t>
            </a:r>
            <a:r>
              <a:rPr lang="en-US" altLang="zh-CN" baseline="-25000" dirty="0" smtClean="0"/>
              <a:t>1</a:t>
            </a:r>
            <a:r>
              <a:rPr lang="en-US" altLang="zh-CN" dirty="0" smtClean="0"/>
              <a:t>n</a:t>
            </a:r>
            <a:r>
              <a:rPr lang="en-US" altLang="zh-CN" baseline="30000" dirty="0" smtClean="0"/>
              <a:t>2</a:t>
            </a:r>
            <a:r>
              <a:rPr lang="en-US" altLang="zh-CN" dirty="0" smtClean="0"/>
              <a:t>+c</a:t>
            </a:r>
            <a:r>
              <a:rPr lang="en-US" altLang="zh-CN" baseline="-25000" dirty="0" smtClean="0"/>
              <a:t>2</a:t>
            </a:r>
            <a:r>
              <a:rPr lang="en-US" altLang="zh-CN" dirty="0" smtClean="0"/>
              <a:t>n</a:t>
            </a:r>
            <a:r>
              <a:rPr lang="zh-CN" altLang="en-US" dirty="0" smtClean="0"/>
              <a:t>和</a:t>
            </a:r>
            <a:r>
              <a:rPr lang="en-US" altLang="zh-CN" dirty="0" smtClean="0"/>
              <a:t>c</a:t>
            </a:r>
            <a:r>
              <a:rPr lang="en-US" altLang="zh-CN" baseline="-25000" dirty="0" smtClean="0"/>
              <a:t>3</a:t>
            </a:r>
            <a:r>
              <a:rPr lang="en-US" altLang="zh-CN" dirty="0" smtClean="0"/>
              <a:t>n</a:t>
            </a:r>
            <a:endParaRPr lang="en-US" altLang="zh-CN" dirty="0" smtClean="0"/>
          </a:p>
          <a:p>
            <a:pPr lvl="1" eaLnBrk="1" hangingPunct="1">
              <a:spcBef>
                <a:spcPts val="375"/>
              </a:spcBef>
              <a:spcAft>
                <a:spcPts val="0"/>
              </a:spcAft>
            </a:pPr>
            <a:r>
              <a:rPr lang="zh-CN" altLang="en-US" dirty="0" smtClean="0"/>
              <a:t>总存在一个点，当</a:t>
            </a:r>
            <a:r>
              <a:rPr lang="en-US" altLang="zh-CN" dirty="0" smtClean="0"/>
              <a:t>n</a:t>
            </a:r>
            <a:r>
              <a:rPr lang="zh-CN" altLang="en-US" dirty="0" smtClean="0"/>
              <a:t>超过此值，后者更快</a:t>
            </a:r>
            <a:endParaRPr lang="zh-CN" altLang="en-US" dirty="0" smtClean="0"/>
          </a:p>
          <a:p>
            <a:pPr lvl="1" eaLnBrk="1" hangingPunct="1">
              <a:spcBef>
                <a:spcPts val="375"/>
              </a:spcBef>
            </a:pPr>
            <a:r>
              <a:rPr lang="zh-CN" altLang="en-US" dirty="0" smtClean="0"/>
              <a:t>“渐进”：大实例特征（趋向无穷）下，程序时间复杂性函数的“变化”情况</a:t>
            </a:r>
            <a:endParaRPr lang="zh-CN" altLang="en-US" dirty="0" smtClean="0"/>
          </a:p>
        </p:txBody>
      </p:sp>
      <p:sp>
        <p:nvSpPr>
          <p:cNvPr id="1049185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rtl="0">
              <a:spcAft>
                <a:spcPts val="0"/>
              </a:spcAft>
            </a:pPr>
            <a:fld id="{71B7BAC7-FE87-40F6-AA24-4F4685D1B022}" type="slidenum">
              <a:rPr lang="en-US" altLang="zh-CN" noProof="0" smtClean="0"/>
            </a:fld>
            <a:endParaRPr lang="zh-CN" altLang="en-US" noProof="0" dirty="0"/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700"/>
    </mc:Choice>
    <mc:Fallback>
      <p:transition/>
    </mc:Fallback>
  </mc:AlternateContent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9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189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pPr>
              <a:spcAft>
                <a:spcPts val="0"/>
              </a:spcAft>
            </a:pPr>
            <a:r>
              <a:rPr lang="zh-CN" altLang="en-US" smtClean="0"/>
              <a:t>复杂度的渐进性质</a:t>
            </a:r>
            <a:endParaRPr lang="zh-CN" altLang="en-US" smtClean="0"/>
          </a:p>
        </p:txBody>
      </p:sp>
      <p:sp>
        <p:nvSpPr>
          <p:cNvPr id="1049190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pPr>
              <a:spcAft>
                <a:spcPts val="0"/>
              </a:spcAft>
            </a:pPr>
            <a:r>
              <a:rPr lang="zh-CN" altLang="en-US" smtClean="0"/>
              <a:t>如果解决问题</a:t>
            </a:r>
            <a:r>
              <a:rPr lang="en-US" altLang="zh-CN" smtClean="0"/>
              <a:t>P</a:t>
            </a:r>
            <a:r>
              <a:rPr lang="zh-CN" altLang="en-US" smtClean="0"/>
              <a:t>的程序</a:t>
            </a:r>
            <a:r>
              <a:rPr lang="en-US" altLang="zh-CN" smtClean="0"/>
              <a:t>A</a:t>
            </a:r>
            <a:r>
              <a:rPr lang="zh-CN" altLang="en-US" smtClean="0"/>
              <a:t>和程序</a:t>
            </a:r>
            <a:r>
              <a:rPr lang="en-US" altLang="zh-CN" smtClean="0"/>
              <a:t>B</a:t>
            </a:r>
            <a:r>
              <a:rPr lang="zh-CN" altLang="en-US" smtClean="0"/>
              <a:t>，其时间复杂度分别是</a:t>
            </a:r>
            <a:r>
              <a:rPr lang="en-US" altLang="zh-CN" smtClean="0"/>
              <a:t>T</a:t>
            </a:r>
            <a:r>
              <a:rPr lang="en-US" altLang="zh-CN" baseline="-25000" smtClean="0"/>
              <a:t>A</a:t>
            </a:r>
            <a:r>
              <a:rPr lang="en-US" altLang="zh-CN" smtClean="0"/>
              <a:t>(n)</a:t>
            </a:r>
            <a:r>
              <a:rPr lang="zh-CN" altLang="en-US" smtClean="0"/>
              <a:t>和</a:t>
            </a:r>
            <a:r>
              <a:rPr lang="en-US" altLang="zh-CN" smtClean="0"/>
              <a:t>T</a:t>
            </a:r>
            <a:r>
              <a:rPr lang="en-US" altLang="zh-CN" baseline="-25000" smtClean="0"/>
              <a:t>B</a:t>
            </a:r>
            <a:r>
              <a:rPr lang="en-US" altLang="zh-CN" smtClean="0"/>
              <a:t>(n)</a:t>
            </a:r>
            <a:r>
              <a:rPr lang="zh-CN" altLang="en-US" smtClean="0"/>
              <a:t>，则判断</a:t>
            </a:r>
            <a:r>
              <a:rPr lang="en-US" altLang="zh-CN" smtClean="0"/>
              <a:t>A</a:t>
            </a:r>
            <a:r>
              <a:rPr lang="zh-CN" altLang="en-US" smtClean="0"/>
              <a:t>、</a:t>
            </a:r>
            <a:r>
              <a:rPr lang="en-US" altLang="zh-CN" smtClean="0"/>
              <a:t>B</a:t>
            </a:r>
            <a:r>
              <a:rPr lang="zh-CN" altLang="en-US" smtClean="0"/>
              <a:t>性能优劣的标准是查看在</a:t>
            </a:r>
            <a:r>
              <a:rPr lang="en-US" altLang="zh-CN" smtClean="0"/>
              <a:t>n</a:t>
            </a:r>
            <a:r>
              <a:rPr lang="zh-CN" altLang="en-US" smtClean="0"/>
              <a:t>足够大时</a:t>
            </a:r>
            <a:r>
              <a:rPr lang="en-US" altLang="zh-CN" smtClean="0"/>
              <a:t>T</a:t>
            </a:r>
            <a:r>
              <a:rPr lang="en-US" altLang="zh-CN" baseline="-25000" smtClean="0"/>
              <a:t>A</a:t>
            </a:r>
            <a:r>
              <a:rPr lang="en-US" altLang="zh-CN" smtClean="0"/>
              <a:t>(n)</a:t>
            </a:r>
            <a:r>
              <a:rPr lang="zh-CN" altLang="en-US" smtClean="0"/>
              <a:t>和</a:t>
            </a:r>
            <a:r>
              <a:rPr lang="en-US" altLang="zh-CN" smtClean="0"/>
              <a:t>T</a:t>
            </a:r>
            <a:r>
              <a:rPr lang="en-US" altLang="zh-CN" baseline="-25000" smtClean="0"/>
              <a:t>B</a:t>
            </a:r>
            <a:r>
              <a:rPr lang="en-US" altLang="zh-CN" smtClean="0"/>
              <a:t>(n)</a:t>
            </a:r>
            <a:r>
              <a:rPr lang="zh-CN" altLang="en-US" smtClean="0"/>
              <a:t>的大小关系</a:t>
            </a:r>
            <a:endParaRPr lang="zh-CN" altLang="en-US" smtClean="0"/>
          </a:p>
        </p:txBody>
      </p:sp>
      <p:sp>
        <p:nvSpPr>
          <p:cNvPr id="1049191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rtl="0">
              <a:spcAft>
                <a:spcPts val="0"/>
              </a:spcAft>
            </a:pPr>
            <a:fld id="{71B7BAC7-FE87-40F6-AA24-4F4685D1B022}" type="slidenum">
              <a:rPr lang="en-US" altLang="zh-CN" noProof="0" smtClean="0"/>
            </a:fld>
            <a:endParaRPr lang="zh-CN" altLang="en-US" noProof="0" dirty="0"/>
          </a:p>
        </p:txBody>
      </p:sp>
      <p:pic>
        <p:nvPicPr>
          <p:cNvPr id="2097169" name="Picture 2"/>
          <p:cNvPicPr>
            <a:picLocks noChangeAspect="1" noChangeArrowheads="1"/>
          </p:cNvPicPr>
          <p:nvPr/>
        </p:nvPicPr>
        <p:blipFill>
          <a:blip r:embed="rId1"/>
          <a:srcRect/>
          <a:stretch>
            <a:fillRect/>
          </a:stretch>
        </p:blipFill>
        <p:spPr bwMode="auto">
          <a:xfrm>
            <a:off x="3495675" y="3070230"/>
            <a:ext cx="3646488" cy="3284539"/>
          </a:xfrm>
          <a:prstGeom prst="rect">
            <a:avLst/>
          </a:prstGeom>
          <a:noFill/>
          <a:ln>
            <a:noFill/>
          </a:ln>
        </p:spPr>
      </p:pic>
    </p:spTree>
    <p:custDataLst>
      <p:tags r:id="rId2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700"/>
    </mc:Choice>
    <mc:Fallback>
      <p:transition/>
    </mc:Fallback>
  </mc:AlternateContent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9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19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p>
            <a:pPr eaLnBrk="1" hangingPunct="1">
              <a:spcAft>
                <a:spcPts val="0"/>
              </a:spcAft>
            </a:pPr>
            <a:r>
              <a:rPr lang="zh-CN" altLang="en-US" dirty="0" smtClean="0"/>
              <a:t>大写</a:t>
            </a:r>
            <a:r>
              <a:rPr lang="en-US" altLang="zh-CN" dirty="0" smtClean="0">
                <a:solidFill>
                  <a:srgbClr val="FF0000"/>
                </a:solidFill>
              </a:rPr>
              <a:t>Ο</a:t>
            </a:r>
            <a:r>
              <a:rPr lang="zh-CN" altLang="en-US" dirty="0" smtClean="0"/>
              <a:t>符号 </a:t>
            </a:r>
            <a:r>
              <a:rPr lang="en-US" altLang="zh-CN" dirty="0" smtClean="0"/>
              <a:t>Big-Oh</a:t>
            </a:r>
            <a:endParaRPr lang="zh-CN" altLang="en-US" dirty="0" smtClean="0"/>
          </a:p>
        </p:txBody>
      </p:sp>
      <p:sp>
        <p:nvSpPr>
          <p:cNvPr id="1049196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p>
            <a:pPr eaLnBrk="1" hangingPunct="1">
              <a:spcAft>
                <a:spcPts val="0"/>
              </a:spcAft>
            </a:pPr>
            <a:r>
              <a:rPr lang="zh-CN" altLang="en-US" dirty="0" smtClean="0"/>
              <a:t>函数上界</a:t>
            </a:r>
            <a:endParaRPr lang="zh-CN" altLang="en-US" dirty="0" smtClean="0"/>
          </a:p>
          <a:p>
            <a:pPr eaLnBrk="1" hangingPunct="1">
              <a:spcBef>
                <a:spcPts val="750"/>
              </a:spcBef>
              <a:spcAft>
                <a:spcPts val="0"/>
              </a:spcAft>
            </a:pPr>
            <a:r>
              <a:rPr lang="zh-CN" altLang="en-US" dirty="0" smtClean="0">
                <a:solidFill>
                  <a:schemeClr val="hlink"/>
                </a:solidFill>
              </a:rPr>
              <a:t>定义：</a:t>
            </a:r>
            <a:br>
              <a:rPr lang="zh-CN" altLang="en-US" dirty="0" smtClean="0"/>
            </a:br>
            <a:r>
              <a:rPr lang="en-US" altLang="zh-CN" dirty="0" smtClean="0">
                <a:solidFill>
                  <a:schemeClr val="accent2"/>
                </a:solidFill>
              </a:rPr>
              <a:t>f(n)=O(g(n))</a:t>
            </a:r>
            <a:r>
              <a:rPr lang="zh-CN" altLang="en-US" dirty="0" smtClean="0">
                <a:solidFill>
                  <a:schemeClr val="accent2"/>
                </a:solidFill>
              </a:rPr>
              <a:t>，当且仅当存在正常数</a:t>
            </a:r>
            <a:r>
              <a:rPr lang="en-US" altLang="zh-CN" dirty="0" smtClean="0">
                <a:solidFill>
                  <a:schemeClr val="accent2"/>
                </a:solidFill>
              </a:rPr>
              <a:t>c</a:t>
            </a:r>
            <a:r>
              <a:rPr lang="zh-CN" altLang="en-US" dirty="0" smtClean="0">
                <a:solidFill>
                  <a:schemeClr val="accent2"/>
                </a:solidFill>
              </a:rPr>
              <a:t>和</a:t>
            </a:r>
            <a:r>
              <a:rPr lang="en-US" altLang="zh-CN" dirty="0" smtClean="0">
                <a:solidFill>
                  <a:schemeClr val="accent2"/>
                </a:solidFill>
              </a:rPr>
              <a:t>n</a:t>
            </a:r>
            <a:r>
              <a:rPr lang="en-US" altLang="zh-CN" baseline="-25000" dirty="0" smtClean="0">
                <a:solidFill>
                  <a:schemeClr val="accent2"/>
                </a:solidFill>
              </a:rPr>
              <a:t>0</a:t>
            </a:r>
            <a:r>
              <a:rPr lang="zh-CN" altLang="en-US" dirty="0" smtClean="0">
                <a:solidFill>
                  <a:schemeClr val="accent2"/>
                </a:solidFill>
              </a:rPr>
              <a:t>，使得对所有</a:t>
            </a:r>
            <a:r>
              <a:rPr lang="en-US" altLang="zh-CN" dirty="0" smtClean="0">
                <a:solidFill>
                  <a:schemeClr val="accent2"/>
                </a:solidFill>
              </a:rPr>
              <a:t>n≥n</a:t>
            </a:r>
            <a:r>
              <a:rPr lang="en-US" altLang="zh-CN" baseline="-25000" dirty="0" smtClean="0">
                <a:solidFill>
                  <a:schemeClr val="accent2"/>
                </a:solidFill>
              </a:rPr>
              <a:t>0</a:t>
            </a:r>
            <a:r>
              <a:rPr lang="en-US" altLang="zh-CN" dirty="0" smtClean="0">
                <a:solidFill>
                  <a:schemeClr val="accent2"/>
                </a:solidFill>
              </a:rPr>
              <a:t> , </a:t>
            </a:r>
            <a:r>
              <a:rPr lang="zh-CN" altLang="en-US" dirty="0" smtClean="0">
                <a:solidFill>
                  <a:schemeClr val="accent2"/>
                </a:solidFill>
              </a:rPr>
              <a:t>有</a:t>
            </a:r>
            <a:r>
              <a:rPr lang="en-US" altLang="zh-CN" dirty="0" smtClean="0">
                <a:solidFill>
                  <a:schemeClr val="accent2"/>
                </a:solidFill>
              </a:rPr>
              <a:t>f(n)≤cg(n)</a:t>
            </a:r>
            <a:endParaRPr lang="en-US" altLang="zh-CN" dirty="0" smtClean="0">
              <a:solidFill>
                <a:schemeClr val="accent2"/>
              </a:solidFill>
            </a:endParaRPr>
          </a:p>
          <a:p>
            <a:pPr eaLnBrk="1" hangingPunct="1">
              <a:spcBef>
                <a:spcPts val="750"/>
              </a:spcBef>
              <a:spcAft>
                <a:spcPts val="0"/>
              </a:spcAft>
            </a:pPr>
            <a:r>
              <a:rPr lang="en-US" altLang="zh-CN" dirty="0" smtClean="0"/>
              <a:t>f</a:t>
            </a:r>
            <a:r>
              <a:rPr lang="zh-CN" altLang="en-US" dirty="0" smtClean="0"/>
              <a:t>至多是</a:t>
            </a:r>
            <a:r>
              <a:rPr lang="en-US" altLang="zh-CN" dirty="0" smtClean="0"/>
              <a:t>g</a:t>
            </a:r>
            <a:r>
              <a:rPr lang="zh-CN" altLang="en-US" dirty="0" smtClean="0"/>
              <a:t>的</a:t>
            </a:r>
            <a:r>
              <a:rPr lang="en-US" altLang="zh-CN" dirty="0" smtClean="0"/>
              <a:t>c</a:t>
            </a:r>
            <a:r>
              <a:rPr lang="zh-CN" altLang="en-US" dirty="0" smtClean="0"/>
              <a:t>倍，对足够大的</a:t>
            </a:r>
            <a:r>
              <a:rPr lang="en-US" altLang="zh-CN" dirty="0" smtClean="0"/>
              <a:t>n</a:t>
            </a:r>
            <a:r>
              <a:rPr lang="zh-CN" altLang="en-US" dirty="0" smtClean="0"/>
              <a:t>，</a:t>
            </a:r>
            <a:r>
              <a:rPr lang="en-US" altLang="zh-CN" dirty="0" smtClean="0"/>
              <a:t>g </a:t>
            </a:r>
            <a:r>
              <a:rPr lang="zh-CN" altLang="en-US" dirty="0" smtClean="0"/>
              <a:t>是</a:t>
            </a:r>
            <a:r>
              <a:rPr lang="en-US" altLang="zh-CN" dirty="0" smtClean="0"/>
              <a:t>f </a:t>
            </a:r>
            <a:r>
              <a:rPr lang="zh-CN" altLang="en-US" dirty="0" smtClean="0"/>
              <a:t>的上界（不考虑常数因子</a:t>
            </a:r>
            <a:r>
              <a:rPr lang="en-US" altLang="zh-CN" dirty="0" smtClean="0"/>
              <a:t>c</a:t>
            </a:r>
            <a:r>
              <a:rPr lang="zh-CN" altLang="en-US" dirty="0" smtClean="0"/>
              <a:t>）</a:t>
            </a:r>
            <a:endParaRPr lang="zh-CN" altLang="en-US" dirty="0" smtClean="0"/>
          </a:p>
          <a:p>
            <a:pPr eaLnBrk="1" hangingPunct="1">
              <a:spcBef>
                <a:spcPts val="750"/>
              </a:spcBef>
              <a:spcAft>
                <a:spcPts val="0"/>
              </a:spcAft>
            </a:pPr>
            <a:r>
              <a:rPr lang="en-US" altLang="zh-CN" dirty="0" smtClean="0"/>
              <a:t>g</a:t>
            </a:r>
            <a:r>
              <a:rPr lang="zh-CN" altLang="en-US" dirty="0" smtClean="0"/>
              <a:t>取简单函数</a:t>
            </a:r>
            <a:r>
              <a:rPr lang="en-US" altLang="zh-CN" dirty="0" smtClean="0"/>
              <a:t>——</a:t>
            </a:r>
            <a:r>
              <a:rPr lang="zh-CN" altLang="en-US" dirty="0" smtClean="0"/>
              <a:t>容易研究</a:t>
            </a:r>
            <a:r>
              <a:rPr lang="en-US" altLang="zh-CN" dirty="0" smtClean="0"/>
              <a:t>f</a:t>
            </a:r>
            <a:r>
              <a:rPr lang="zh-CN" altLang="en-US" dirty="0" smtClean="0"/>
              <a:t>的上界</a:t>
            </a:r>
            <a:endParaRPr lang="zh-CN" altLang="en-US" dirty="0" smtClean="0"/>
          </a:p>
          <a:p>
            <a:pPr eaLnBrk="1" hangingPunct="1"/>
            <a:endParaRPr lang="zh-CN" altLang="en-US" dirty="0" smtClean="0"/>
          </a:p>
          <a:p>
            <a:pPr eaLnBrk="1" hangingPunct="1">
              <a:spcBef>
                <a:spcPts val="750"/>
              </a:spcBef>
            </a:pPr>
            <a:r>
              <a:rPr lang="zh-CN" altLang="en-US" sz="2000" dirty="0" smtClean="0">
                <a:solidFill>
                  <a:srgbClr val="FF0000"/>
                </a:solidFill>
              </a:rPr>
              <a:t>注意：</a:t>
            </a:r>
            <a:r>
              <a:rPr lang="en-US" altLang="zh-CN" sz="2000" dirty="0" smtClean="0">
                <a:solidFill>
                  <a:srgbClr val="FF0000"/>
                </a:solidFill>
              </a:rPr>
              <a:t>Big-Oh</a:t>
            </a:r>
            <a:r>
              <a:rPr lang="zh-CN" altLang="en-US" sz="2000" dirty="0" smtClean="0">
                <a:solidFill>
                  <a:srgbClr val="FF0000"/>
                </a:solidFill>
              </a:rPr>
              <a:t>不一定是最小上界。但是通常会求最小上界</a:t>
            </a:r>
            <a:endParaRPr lang="zh-CN" altLang="en-US" sz="2000" dirty="0" smtClean="0">
              <a:solidFill>
                <a:srgbClr val="FF0000"/>
              </a:solidFill>
            </a:endParaRPr>
          </a:p>
        </p:txBody>
      </p:sp>
      <p:sp>
        <p:nvSpPr>
          <p:cNvPr id="1049197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rtl="0">
              <a:spcAft>
                <a:spcPts val="0"/>
              </a:spcAft>
            </a:pPr>
            <a:fld id="{71B7BAC7-FE87-40F6-AA24-4F4685D1B022}" type="slidenum">
              <a:rPr lang="en-US" altLang="zh-CN" noProof="0" smtClean="0"/>
            </a:fld>
            <a:endParaRPr lang="zh-CN" altLang="en-US" noProof="0" dirty="0"/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700"/>
    </mc:Choice>
    <mc:Fallback>
      <p:transition/>
    </mc:Fallback>
  </mc:AlternateContent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0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20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p>
            <a:pPr eaLnBrk="1" hangingPunct="1">
              <a:spcAft>
                <a:spcPts val="0"/>
              </a:spcAft>
            </a:pPr>
            <a:r>
              <a:rPr lang="zh-CN" altLang="en-US" dirty="0" smtClean="0"/>
              <a:t>常用做</a:t>
            </a:r>
            <a:r>
              <a:rPr lang="en-US" altLang="zh-CN" dirty="0" smtClean="0"/>
              <a:t>g</a:t>
            </a:r>
            <a:r>
              <a:rPr lang="zh-CN" altLang="en-US" dirty="0" smtClean="0"/>
              <a:t>的简单函数</a:t>
            </a:r>
            <a:endParaRPr lang="zh-CN" altLang="en-US" dirty="0" smtClean="0"/>
          </a:p>
        </p:txBody>
      </p:sp>
      <p:sp>
        <p:nvSpPr>
          <p:cNvPr id="1049202" name="Rectangle 3"/>
          <p:cNvSpPr>
            <a:spLocks noGrp="1" noChangeArrowheads="1"/>
          </p:cNvSpPr>
          <p:nvPr>
            <p:ph idx="1"/>
          </p:nvPr>
        </p:nvSpPr>
        <p:spPr>
          <a:xfrm>
            <a:off x="860739" y="5193333"/>
            <a:ext cx="7772400" cy="1295400"/>
          </a:xfrm>
        </p:spPr>
        <p:txBody>
          <a:bodyPr>
            <a:normAutofit/>
          </a:bodyPr>
          <a:p>
            <a:pPr eaLnBrk="1" hangingPunct="1">
              <a:spcAft>
                <a:spcPts val="0"/>
              </a:spcAft>
              <a:buFont typeface="Wingdings" panose="05000000000000000000" pitchFamily="2" charset="2"/>
              <a:buNone/>
            </a:pPr>
            <a:r>
              <a:rPr lang="zh-CN" altLang="en-US" sz="2000" dirty="0"/>
              <a:t>对数没有给出对数基，因为</a:t>
            </a:r>
            <a:endParaRPr lang="zh-CN" altLang="en-US" sz="2000" dirty="0"/>
          </a:p>
          <a:p>
            <a:pPr eaLnBrk="1" hangingPunct="1">
              <a:spcBef>
                <a:spcPts val="750"/>
              </a:spcBef>
              <a:buFont typeface="Wingdings" panose="05000000000000000000" pitchFamily="2" charset="2"/>
              <a:buNone/>
            </a:pPr>
            <a:r>
              <a:rPr lang="en-US" altLang="zh-CN" sz="2000" dirty="0" err="1"/>
              <a:t>log</a:t>
            </a:r>
            <a:r>
              <a:rPr lang="en-US" altLang="zh-CN" sz="2000" baseline="-25000" dirty="0" err="1"/>
              <a:t>a</a:t>
            </a:r>
            <a:r>
              <a:rPr lang="en-US" altLang="zh-CN" sz="2000" dirty="0" err="1"/>
              <a:t>n</a:t>
            </a:r>
            <a:r>
              <a:rPr lang="en-US" altLang="zh-CN" sz="2000" dirty="0"/>
              <a:t>=</a:t>
            </a:r>
            <a:r>
              <a:rPr lang="en-US" altLang="zh-CN" sz="2000" dirty="0" err="1"/>
              <a:t>log</a:t>
            </a:r>
            <a:r>
              <a:rPr lang="en-US" altLang="zh-CN" sz="2000" baseline="-25000" dirty="0" err="1"/>
              <a:t>b</a:t>
            </a:r>
            <a:r>
              <a:rPr lang="en-US" altLang="zh-CN" sz="2000" dirty="0" err="1"/>
              <a:t>n</a:t>
            </a:r>
            <a:r>
              <a:rPr lang="en-US" altLang="zh-CN" sz="2000" dirty="0"/>
              <a:t>/</a:t>
            </a:r>
            <a:r>
              <a:rPr lang="en-US" altLang="zh-CN" sz="2000" dirty="0" err="1"/>
              <a:t>log</a:t>
            </a:r>
            <a:r>
              <a:rPr lang="en-US" altLang="zh-CN" sz="2000" baseline="-25000" dirty="0" err="1"/>
              <a:t>b</a:t>
            </a:r>
            <a:r>
              <a:rPr lang="en-US" altLang="zh-CN" sz="2000" dirty="0" err="1"/>
              <a:t>a</a:t>
            </a:r>
            <a:r>
              <a:rPr lang="zh-CN" altLang="en-US" sz="2000" dirty="0"/>
              <a:t>，仅常数不同，相差</a:t>
            </a:r>
            <a:r>
              <a:rPr lang="en-US" altLang="zh-CN" sz="2000" dirty="0" err="1"/>
              <a:t>log</a:t>
            </a:r>
            <a:r>
              <a:rPr lang="en-US" altLang="zh-CN" sz="2000" baseline="-25000" dirty="0" err="1"/>
              <a:t>b</a:t>
            </a:r>
            <a:r>
              <a:rPr lang="en-US" altLang="zh-CN" sz="2000" dirty="0" err="1"/>
              <a:t>a</a:t>
            </a:r>
            <a:r>
              <a:rPr lang="zh-CN" altLang="en-US" sz="2000" dirty="0"/>
              <a:t>倍</a:t>
            </a:r>
            <a:endParaRPr lang="zh-CN" altLang="en-US" sz="2000" dirty="0"/>
          </a:p>
        </p:txBody>
      </p:sp>
      <p:sp>
        <p:nvSpPr>
          <p:cNvPr id="1049203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rtl="0">
              <a:spcAft>
                <a:spcPts val="0"/>
              </a:spcAft>
            </a:pPr>
            <a:fld id="{71B7BAC7-FE87-40F6-AA24-4F4685D1B022}" type="slidenum">
              <a:rPr lang="en-US" altLang="zh-CN" noProof="0" smtClean="0"/>
            </a:fld>
            <a:endParaRPr lang="zh-CN" altLang="en-US" noProof="0" dirty="0"/>
          </a:p>
        </p:txBody>
      </p:sp>
      <p:graphicFrame>
        <p:nvGraphicFramePr>
          <p:cNvPr id="4194315" name="Group 77"/>
          <p:cNvGraphicFramePr>
            <a:graphicFrameLocks noGrp="1"/>
          </p:cNvGraphicFramePr>
          <p:nvPr>
            <p:custDataLst>
              <p:tags r:id="rId1"/>
            </p:custDataLst>
          </p:nvPr>
        </p:nvGraphicFramePr>
        <p:xfrm>
          <a:off x="984257" y="1397011"/>
          <a:ext cx="3493158" cy="3573145"/>
        </p:xfrm>
        <a:graphic>
          <a:graphicData uri="http://schemas.openxmlformats.org/drawingml/2006/table">
            <a:tbl>
              <a:tblPr/>
              <a:tblGrid>
                <a:gridCol w="1152467"/>
                <a:gridCol w="2340691"/>
              </a:tblGrid>
              <a:tr h="396240"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函数</a:t>
                      </a:r>
                      <a:endParaRPr kumimoji="1" lang="zh-CN" altLang="en-US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  <a:headEnd type="none" w="med" len="med"/>
                      <a:tailEnd type="none" w="med" len="med"/>
                    </a:lnTlToBr>
                    <a:lnBlToTr>
                      <a:noFill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名称</a:t>
                      </a:r>
                      <a:endParaRPr kumimoji="1" lang="zh-CN" altLang="en-US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  <a:headEnd type="none" w="med" len="med"/>
                      <a:tailEnd type="none" w="med" len="med"/>
                    </a:lnTlToBr>
                    <a:lnBlToTr>
                      <a:noFill/>
                      <a:headEnd type="none" w="med" len="med"/>
                      <a:tailEnd type="none" w="med" len="med"/>
                    </a:lnBlToTr>
                    <a:noFill/>
                  </a:tcPr>
                </a:tc>
              </a:tr>
              <a:tr h="396240"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1" lang="en-US" altLang="zh-CN" sz="2000" b="0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  <a:headEnd type="none" w="med" len="med"/>
                      <a:tailEnd type="none" w="med" len="med"/>
                    </a:lnTlToBr>
                    <a:lnBlToTr>
                      <a:noFill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常数</a:t>
                      </a:r>
                      <a:endParaRPr kumimoji="1" lang="zh-CN" altLang="en-US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  <a:headEnd type="none" w="med" len="med"/>
                      <a:tailEnd type="none" w="med" len="med"/>
                    </a:lnTlToBr>
                    <a:lnBlToTr>
                      <a:noFill/>
                      <a:headEnd type="none" w="med" len="med"/>
                      <a:tailEnd type="none" w="med" len="med"/>
                    </a:lnBlToTr>
                    <a:noFill/>
                  </a:tcPr>
                </a:tc>
              </a:tr>
              <a:tr h="403225"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logn</a:t>
                      </a:r>
                      <a:endParaRPr kumimoji="1" lang="en-US" altLang="zh-CN" sz="2000" b="0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  <a:headEnd type="none" w="med" len="med"/>
                      <a:tailEnd type="none" w="med" len="med"/>
                    </a:lnTlToBr>
                    <a:lnBlToTr>
                      <a:noFill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对数</a:t>
                      </a:r>
                      <a:endParaRPr kumimoji="1" lang="zh-CN" altLang="en-US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  <a:headEnd type="none" w="med" len="med"/>
                      <a:tailEnd type="none" w="med" len="med"/>
                    </a:lnTlToBr>
                    <a:lnBlToTr>
                      <a:noFill/>
                      <a:headEnd type="none" w="med" len="med"/>
                      <a:tailEnd type="none" w="med" len="med"/>
                    </a:lnBlToTr>
                    <a:noFill/>
                  </a:tcPr>
                </a:tc>
              </a:tr>
              <a:tr h="396240"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0" i="1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n</a:t>
                      </a:r>
                      <a:endParaRPr kumimoji="1" lang="en-US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  <a:headEnd type="none" w="med" len="med"/>
                      <a:tailEnd type="none" w="med" len="med"/>
                    </a:lnTlToBr>
                    <a:lnBlToTr>
                      <a:noFill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线性</a:t>
                      </a:r>
                      <a:endParaRPr kumimoji="1" lang="zh-CN" altLang="en-US" sz="20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  <a:headEnd type="none" w="med" len="med"/>
                      <a:tailEnd type="none" w="med" len="med"/>
                    </a:lnTlToBr>
                    <a:lnBlToTr>
                      <a:noFill/>
                      <a:headEnd type="none" w="med" len="med"/>
                      <a:tailEnd type="none" w="med" len="med"/>
                    </a:lnBlToTr>
                    <a:noFill/>
                  </a:tcPr>
                </a:tc>
              </a:tr>
              <a:tr h="396240"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0" i="1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n logn</a:t>
                      </a:r>
                      <a:endParaRPr kumimoji="1" lang="en-US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  <a:headEnd type="none" w="med" len="med"/>
                      <a:tailEnd type="none" w="med" len="med"/>
                    </a:lnTlToBr>
                    <a:lnBlToTr>
                      <a:noFill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0" i="1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n</a:t>
                      </a:r>
                      <a:r>
                        <a:rPr kumimoji="1" lang="zh-CN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个</a:t>
                      </a:r>
                      <a:r>
                        <a:rPr kumimoji="1" lang="en-US" altLang="zh-CN" sz="2000" b="0" i="1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logn</a:t>
                      </a:r>
                      <a:endParaRPr kumimoji="1" lang="en-US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  <a:headEnd type="none" w="med" len="med"/>
                      <a:tailEnd type="none" w="med" len="med"/>
                    </a:lnTlToBr>
                    <a:lnBlToTr>
                      <a:noFill/>
                      <a:headEnd type="none" w="med" len="med"/>
                      <a:tailEnd type="none" w="med" len="med"/>
                    </a:lnBlToTr>
                    <a:noFill/>
                  </a:tcPr>
                </a:tc>
              </a:tr>
              <a:tr h="396240"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0" i="1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n</a:t>
                      </a:r>
                      <a:r>
                        <a:rPr kumimoji="1" lang="en-US" altLang="zh-CN" sz="2000" b="0" i="0" u="none" strike="noStrike" cap="none" normalizeH="0" baseline="3000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</a:t>
                      </a:r>
                      <a:endParaRPr kumimoji="1" lang="en-US" altLang="zh-CN" sz="2000" b="0" i="0" u="none" strike="noStrike" cap="none" normalizeH="0" baseline="3000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  <a:headEnd type="none" w="med" len="med"/>
                      <a:tailEnd type="none" w="med" len="med"/>
                    </a:lnTlToBr>
                    <a:lnBlToTr>
                      <a:noFill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平方</a:t>
                      </a:r>
                      <a:endParaRPr kumimoji="1" lang="zh-CN" altLang="en-US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  <a:headEnd type="none" w="med" len="med"/>
                      <a:tailEnd type="none" w="med" len="med"/>
                    </a:lnTlToBr>
                    <a:lnBlToTr>
                      <a:noFill/>
                      <a:headEnd type="none" w="med" len="med"/>
                      <a:tailEnd type="none" w="med" len="med"/>
                    </a:lnBlToTr>
                    <a:noFill/>
                  </a:tcPr>
                </a:tc>
              </a:tr>
              <a:tr h="396240"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0" i="1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n</a:t>
                      </a:r>
                      <a:r>
                        <a:rPr kumimoji="1" lang="en-US" altLang="zh-CN" sz="2000" b="0" i="0" u="none" strike="noStrike" cap="none" normalizeH="0" baseline="3000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3</a:t>
                      </a:r>
                      <a:endParaRPr kumimoji="1" lang="en-US" altLang="zh-CN" sz="2000" b="0" i="0" u="none" strike="noStrike" cap="none" normalizeH="0" baseline="3000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  <a:headEnd type="none" w="med" len="med"/>
                      <a:tailEnd type="none" w="med" len="med"/>
                    </a:lnTlToBr>
                    <a:lnBlToTr>
                      <a:noFill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立方</a:t>
                      </a:r>
                      <a:endParaRPr kumimoji="1" lang="zh-CN" altLang="en-US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  <a:headEnd type="none" w="med" len="med"/>
                      <a:tailEnd type="none" w="med" len="med"/>
                    </a:lnTlToBr>
                    <a:lnBlToTr>
                      <a:noFill/>
                      <a:headEnd type="none" w="med" len="med"/>
                      <a:tailEnd type="none" w="med" len="med"/>
                    </a:lnBlToTr>
                    <a:noFill/>
                  </a:tcPr>
                </a:tc>
              </a:tr>
              <a:tr h="396240"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</a:t>
                      </a:r>
                      <a:r>
                        <a:rPr kumimoji="1" lang="en-US" altLang="zh-CN" sz="2000" b="0" i="0" u="none" strike="noStrike" cap="none" normalizeH="0" baseline="3000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n</a:t>
                      </a:r>
                      <a:endParaRPr kumimoji="1" lang="en-US" altLang="zh-CN" sz="2000" b="0" i="0" u="none" strike="noStrike" cap="none" normalizeH="0" baseline="3000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  <a:headEnd type="none" w="med" len="med"/>
                      <a:tailEnd type="none" w="med" len="med"/>
                    </a:lnTlToBr>
                    <a:lnBlToTr>
                      <a:noFill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指数</a:t>
                      </a:r>
                      <a:endParaRPr kumimoji="1" lang="zh-CN" altLang="en-US" sz="20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  <a:headEnd type="none" w="med" len="med"/>
                      <a:tailEnd type="none" w="med" len="med"/>
                    </a:lnTlToBr>
                    <a:lnBlToTr>
                      <a:noFill/>
                      <a:headEnd type="none" w="med" len="med"/>
                      <a:tailEnd type="none" w="med" len="med"/>
                    </a:lnBlToTr>
                    <a:noFill/>
                  </a:tcPr>
                </a:tc>
              </a:tr>
              <a:tr h="396240"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0" i="1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n</a:t>
                      </a:r>
                      <a:r>
                        <a:rPr kumimoji="1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! </a:t>
                      </a:r>
                      <a:endParaRPr kumimoji="1" lang="en-US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  <a:headEnd type="none" w="med" len="med"/>
                      <a:tailEnd type="none" w="med" len="med"/>
                    </a:lnTlToBr>
                    <a:lnBlToTr>
                      <a:noFill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阶乘</a:t>
                      </a:r>
                      <a:endParaRPr kumimoji="1" lang="zh-CN" altLang="en-US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  <a:headEnd type="none" w="med" len="med"/>
                      <a:tailEnd type="none" w="med" len="med"/>
                    </a:lnTlToBr>
                    <a:lnBlToTr>
                      <a:noFill/>
                      <a:headEnd type="none" w="med" len="med"/>
                      <a:tailEnd type="none" w="med" len="med"/>
                    </a:lnBlToTr>
                    <a:noFill/>
                  </a:tcPr>
                </a:tc>
              </a:tr>
            </a:tbl>
          </a:graphicData>
        </a:graphic>
      </p:graphicFrame>
      <p:cxnSp>
        <p:nvCxnSpPr>
          <p:cNvPr id="3145748" name="直接箭头连接符 5"/>
          <p:cNvCxnSpPr>
            <a:cxnSpLocks noChangeShapeType="1"/>
          </p:cNvCxnSpPr>
          <p:nvPr/>
        </p:nvCxnSpPr>
        <p:spPr bwMode="auto">
          <a:xfrm rot="5400000">
            <a:off x="-815975" y="3242473"/>
            <a:ext cx="3230563" cy="1587"/>
          </a:xfrm>
          <a:prstGeom prst="straightConnector1">
            <a:avLst/>
          </a:prstGeom>
          <a:noFill/>
          <a:ln w="57150" algn="ctr">
            <a:solidFill>
              <a:srgbClr val="FF0000"/>
            </a:solidFill>
            <a:round/>
            <a:tailEnd type="arrow" w="med" len="med"/>
          </a:ln>
        </p:spPr>
      </p:cxnSp>
      <p:sp>
        <p:nvSpPr>
          <p:cNvPr id="1049204" name="TextBox 6"/>
          <p:cNvSpPr txBox="1">
            <a:spLocks noChangeArrowheads="1"/>
          </p:cNvSpPr>
          <p:nvPr/>
        </p:nvSpPr>
        <p:spPr bwMode="auto">
          <a:xfrm>
            <a:off x="-2" y="1335884"/>
            <a:ext cx="1255713" cy="368300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Aft>
                <a:spcPts val="0"/>
              </a:spcAft>
            </a:pPr>
            <a:r>
              <a:rPr lang="zh-CN" altLang="en-US" dirty="0"/>
              <a:t>快、简单</a:t>
            </a:r>
            <a:endParaRPr lang="zh-CN" altLang="en-US" dirty="0"/>
          </a:p>
        </p:txBody>
      </p:sp>
      <p:sp>
        <p:nvSpPr>
          <p:cNvPr id="1049205" name="TextBox 7"/>
          <p:cNvSpPr txBox="1">
            <a:spLocks noChangeArrowheads="1"/>
          </p:cNvSpPr>
          <p:nvPr/>
        </p:nvSpPr>
        <p:spPr bwMode="auto">
          <a:xfrm>
            <a:off x="-1" y="4858548"/>
            <a:ext cx="1255713" cy="368300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Aft>
                <a:spcPts val="0"/>
              </a:spcAft>
            </a:pPr>
            <a:r>
              <a:rPr lang="zh-CN" altLang="en-US" dirty="0"/>
              <a:t>慢、复杂</a:t>
            </a:r>
            <a:endParaRPr lang="zh-CN" altLang="en-US" dirty="0"/>
          </a:p>
        </p:txBody>
      </p:sp>
      <p:grpSp>
        <p:nvGrpSpPr>
          <p:cNvPr id="301" name="组合 2"/>
          <p:cNvGrpSpPr/>
          <p:nvPr/>
        </p:nvGrpSpPr>
        <p:grpSpPr>
          <a:xfrm>
            <a:off x="4046483" y="1690689"/>
            <a:ext cx="4931984" cy="2797969"/>
            <a:chOff x="6380973" y="1786229"/>
            <a:chExt cx="5330178" cy="2896783"/>
          </a:xfrm>
        </p:grpSpPr>
        <p:sp>
          <p:nvSpPr>
            <p:cNvPr id="1049206" name="object 30"/>
            <p:cNvSpPr txBox="1"/>
            <p:nvPr/>
          </p:nvSpPr>
          <p:spPr>
            <a:xfrm>
              <a:off x="8344467" y="4164649"/>
              <a:ext cx="1579621" cy="246221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p>
              <a:pPr marL="12700">
                <a:tabLst>
                  <a:tab pos="1611630" algn="l"/>
                </a:tabLst>
              </a:pPr>
              <a:r>
                <a:rPr sz="1600" dirty="0">
                  <a:latin typeface="Times New Roman" panose="02020603050405020304"/>
                  <a:cs typeface="Times New Roman" panose="02020603050405020304"/>
                </a:rPr>
                <a:t>5</a:t>
              </a:r>
              <a:r>
                <a:rPr lang="en-US" sz="1600" dirty="0">
                  <a:latin typeface="Times New Roman" panose="02020603050405020304"/>
                  <a:cs typeface="Times New Roman" panose="02020603050405020304"/>
                </a:rPr>
                <a:t>                      </a:t>
              </a:r>
              <a:r>
                <a:rPr sz="1600" dirty="0">
                  <a:latin typeface="Times New Roman" panose="02020603050405020304"/>
                  <a:cs typeface="Times New Roman" panose="02020603050405020304"/>
                </a:rPr>
                <a:t>15</a:t>
              </a:r>
              <a:endParaRPr sz="1600" dirty="0">
                <a:latin typeface="Times New Roman" panose="02020603050405020304"/>
                <a:cs typeface="Times New Roman" panose="02020603050405020304"/>
              </a:endParaRPr>
            </a:p>
          </p:txBody>
        </p:sp>
        <p:sp>
          <p:nvSpPr>
            <p:cNvPr id="1049207" name="object 31"/>
            <p:cNvSpPr txBox="1"/>
            <p:nvPr/>
          </p:nvSpPr>
          <p:spPr>
            <a:xfrm>
              <a:off x="8873186" y="4165480"/>
              <a:ext cx="1564758" cy="246221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p>
              <a:pPr marL="12700">
                <a:tabLst>
                  <a:tab pos="1807845" algn="l"/>
                </a:tabLst>
              </a:pPr>
              <a:r>
                <a:rPr sz="2400" baseline="1000" dirty="0">
                  <a:latin typeface="Times New Roman" panose="02020603050405020304"/>
                  <a:cs typeface="Times New Roman" panose="02020603050405020304"/>
                </a:rPr>
                <a:t>10</a:t>
              </a:r>
              <a:r>
                <a:rPr lang="en-US" sz="2400" baseline="1000" dirty="0">
                  <a:latin typeface="Times New Roman" panose="02020603050405020304"/>
                  <a:cs typeface="Times New Roman" panose="02020603050405020304"/>
                </a:rPr>
                <a:t> </a:t>
              </a:r>
              <a:r>
                <a:rPr lang="en-US" sz="2400" baseline="1000" dirty="0">
                  <a:solidFill>
                    <a:srgbClr val="FF0000"/>
                  </a:solidFill>
                  <a:latin typeface="Times New Roman" panose="02020603050405020304"/>
                  <a:cs typeface="Times New Roman" panose="02020603050405020304"/>
                </a:rPr>
                <a:t>   </a:t>
              </a:r>
              <a:r>
                <a:rPr lang="en-US" sz="2400" baseline="1000" dirty="0">
                  <a:latin typeface="Times New Roman" panose="02020603050405020304"/>
                  <a:cs typeface="Times New Roman" panose="02020603050405020304"/>
                </a:rPr>
                <a:t>                 </a:t>
              </a:r>
              <a:r>
                <a:rPr sz="1600" dirty="0">
                  <a:latin typeface="Times New Roman" panose="02020603050405020304"/>
                  <a:cs typeface="Times New Roman" panose="02020603050405020304"/>
                </a:rPr>
                <a:t>20</a:t>
              </a:r>
              <a:endParaRPr sz="1600" dirty="0">
                <a:latin typeface="Times New Roman" panose="02020603050405020304"/>
                <a:cs typeface="Times New Roman" panose="02020603050405020304"/>
              </a:endParaRPr>
            </a:p>
          </p:txBody>
        </p:sp>
        <p:sp>
          <p:nvSpPr>
            <p:cNvPr id="1049208" name="object 13"/>
            <p:cNvSpPr txBox="1"/>
            <p:nvPr/>
          </p:nvSpPr>
          <p:spPr>
            <a:xfrm>
              <a:off x="6380973" y="4444628"/>
              <a:ext cx="5330178" cy="228973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p>
              <a:pPr marL="12700" marR="5080" indent="-12700">
                <a:lnSpc>
                  <a:spcPct val="93000"/>
                </a:lnSpc>
                <a:tabLst>
                  <a:tab pos="1438910" algn="l"/>
                </a:tabLst>
              </a:pPr>
              <a:endParaRPr sz="1600" dirty="0"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1049209" name="object 14"/>
            <p:cNvSpPr/>
            <p:nvPr/>
          </p:nvSpPr>
          <p:spPr>
            <a:xfrm>
              <a:off x="9172406" y="4149240"/>
              <a:ext cx="180529" cy="311695"/>
            </a:xfrm>
            <a:custGeom>
              <a:avLst/>
              <a:gdLst/>
              <a:ahLst/>
              <a:cxnLst/>
              <a:rect l="l" t="t" r="r" b="b"/>
              <a:pathLst>
                <a:path w="93345" h="231775">
                  <a:moveTo>
                    <a:pt x="61400" y="157698"/>
                  </a:moveTo>
                  <a:lnTo>
                    <a:pt x="9144" y="3048"/>
                  </a:lnTo>
                  <a:lnTo>
                    <a:pt x="6858" y="762"/>
                  </a:lnTo>
                  <a:lnTo>
                    <a:pt x="3048" y="0"/>
                  </a:lnTo>
                  <a:lnTo>
                    <a:pt x="762" y="2286"/>
                  </a:lnTo>
                  <a:lnTo>
                    <a:pt x="0" y="6096"/>
                  </a:lnTo>
                  <a:lnTo>
                    <a:pt x="52265" y="160774"/>
                  </a:lnTo>
                  <a:lnTo>
                    <a:pt x="61400" y="157698"/>
                  </a:lnTo>
                  <a:close/>
                </a:path>
                <a:path w="93345" h="231775">
                  <a:moveTo>
                    <a:pt x="65532" y="216408"/>
                  </a:moveTo>
                  <a:lnTo>
                    <a:pt x="65532" y="169926"/>
                  </a:lnTo>
                  <a:lnTo>
                    <a:pt x="64770" y="173736"/>
                  </a:lnTo>
                  <a:lnTo>
                    <a:pt x="62484" y="176022"/>
                  </a:lnTo>
                  <a:lnTo>
                    <a:pt x="58674" y="176022"/>
                  </a:lnTo>
                  <a:lnTo>
                    <a:pt x="56388" y="172974"/>
                  </a:lnTo>
                  <a:lnTo>
                    <a:pt x="52265" y="160774"/>
                  </a:lnTo>
                  <a:lnTo>
                    <a:pt x="20574" y="171450"/>
                  </a:lnTo>
                  <a:lnTo>
                    <a:pt x="65532" y="216408"/>
                  </a:lnTo>
                  <a:close/>
                </a:path>
                <a:path w="93345" h="231775">
                  <a:moveTo>
                    <a:pt x="65532" y="169926"/>
                  </a:moveTo>
                  <a:lnTo>
                    <a:pt x="61400" y="157698"/>
                  </a:lnTo>
                  <a:lnTo>
                    <a:pt x="52265" y="160774"/>
                  </a:lnTo>
                  <a:lnTo>
                    <a:pt x="56388" y="172974"/>
                  </a:lnTo>
                  <a:lnTo>
                    <a:pt x="58674" y="176022"/>
                  </a:lnTo>
                  <a:lnTo>
                    <a:pt x="62484" y="176022"/>
                  </a:lnTo>
                  <a:lnTo>
                    <a:pt x="64770" y="173736"/>
                  </a:lnTo>
                  <a:lnTo>
                    <a:pt x="65532" y="169926"/>
                  </a:lnTo>
                  <a:close/>
                </a:path>
                <a:path w="93345" h="231775">
                  <a:moveTo>
                    <a:pt x="92964" y="147066"/>
                  </a:moveTo>
                  <a:lnTo>
                    <a:pt x="61400" y="157698"/>
                  </a:lnTo>
                  <a:lnTo>
                    <a:pt x="65532" y="169926"/>
                  </a:lnTo>
                  <a:lnTo>
                    <a:pt x="65532" y="216408"/>
                  </a:lnTo>
                  <a:lnTo>
                    <a:pt x="80772" y="231648"/>
                  </a:lnTo>
                  <a:lnTo>
                    <a:pt x="92964" y="147066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p>
              <a:endParaRPr sz="1200"/>
            </a:p>
          </p:txBody>
        </p:sp>
        <p:sp>
          <p:nvSpPr>
            <p:cNvPr id="1049210" name="object 15"/>
            <p:cNvSpPr/>
            <p:nvPr/>
          </p:nvSpPr>
          <p:spPr>
            <a:xfrm>
              <a:off x="7728660" y="1894735"/>
              <a:ext cx="56068" cy="2251253"/>
            </a:xfrm>
            <a:custGeom>
              <a:avLst/>
              <a:gdLst/>
              <a:ahLst/>
              <a:cxnLst/>
              <a:rect l="l" t="t" r="r" b="b"/>
              <a:pathLst>
                <a:path w="76200" h="2901315">
                  <a:moveTo>
                    <a:pt x="76199" y="127254"/>
                  </a:moveTo>
                  <a:lnTo>
                    <a:pt x="38099" y="0"/>
                  </a:lnTo>
                  <a:lnTo>
                    <a:pt x="0" y="127254"/>
                  </a:lnTo>
                  <a:lnTo>
                    <a:pt x="33527" y="127254"/>
                  </a:lnTo>
                  <a:lnTo>
                    <a:pt x="33527" y="114300"/>
                  </a:lnTo>
                  <a:lnTo>
                    <a:pt x="35051" y="111251"/>
                  </a:lnTo>
                  <a:lnTo>
                    <a:pt x="38099" y="109727"/>
                  </a:lnTo>
                  <a:lnTo>
                    <a:pt x="41909" y="111251"/>
                  </a:lnTo>
                  <a:lnTo>
                    <a:pt x="42671" y="114300"/>
                  </a:lnTo>
                  <a:lnTo>
                    <a:pt x="42671" y="127254"/>
                  </a:lnTo>
                  <a:lnTo>
                    <a:pt x="76199" y="127254"/>
                  </a:lnTo>
                  <a:close/>
                </a:path>
                <a:path w="76200" h="2901315">
                  <a:moveTo>
                    <a:pt x="42671" y="127254"/>
                  </a:moveTo>
                  <a:lnTo>
                    <a:pt x="42671" y="114300"/>
                  </a:lnTo>
                  <a:lnTo>
                    <a:pt x="41909" y="111251"/>
                  </a:lnTo>
                  <a:lnTo>
                    <a:pt x="38099" y="109727"/>
                  </a:lnTo>
                  <a:lnTo>
                    <a:pt x="35051" y="111251"/>
                  </a:lnTo>
                  <a:lnTo>
                    <a:pt x="33527" y="114300"/>
                  </a:lnTo>
                  <a:lnTo>
                    <a:pt x="33527" y="127254"/>
                  </a:lnTo>
                  <a:lnTo>
                    <a:pt x="42671" y="127254"/>
                  </a:lnTo>
                  <a:close/>
                </a:path>
                <a:path w="76200" h="2901315">
                  <a:moveTo>
                    <a:pt x="42671" y="2895600"/>
                  </a:moveTo>
                  <a:lnTo>
                    <a:pt x="42671" y="127254"/>
                  </a:lnTo>
                  <a:lnTo>
                    <a:pt x="33527" y="127254"/>
                  </a:lnTo>
                  <a:lnTo>
                    <a:pt x="33527" y="2895600"/>
                  </a:lnTo>
                  <a:lnTo>
                    <a:pt x="35051" y="2899410"/>
                  </a:lnTo>
                  <a:lnTo>
                    <a:pt x="38099" y="2900934"/>
                  </a:lnTo>
                  <a:lnTo>
                    <a:pt x="41909" y="2899410"/>
                  </a:lnTo>
                  <a:lnTo>
                    <a:pt x="42671" y="2895600"/>
                  </a:lnTo>
                  <a:close/>
                </a:path>
              </a:pathLst>
            </a:custGeom>
            <a:solidFill>
              <a:srgbClr val="666699"/>
            </a:solidFill>
          </p:spPr>
          <p:txBody>
            <a:bodyPr wrap="square" lIns="0" tIns="0" rIns="0" bIns="0" rtlCol="0"/>
            <a:p>
              <a:endParaRPr sz="1200"/>
            </a:p>
          </p:txBody>
        </p:sp>
        <p:sp>
          <p:nvSpPr>
            <p:cNvPr id="1049211" name="object 16"/>
            <p:cNvSpPr/>
            <p:nvPr/>
          </p:nvSpPr>
          <p:spPr>
            <a:xfrm>
              <a:off x="7733146" y="4098983"/>
              <a:ext cx="3760747" cy="59127"/>
            </a:xfrm>
            <a:custGeom>
              <a:avLst/>
              <a:gdLst/>
              <a:ahLst/>
              <a:cxnLst/>
              <a:rect l="l" t="t" r="r" b="b"/>
              <a:pathLst>
                <a:path w="5111115" h="76200">
                  <a:moveTo>
                    <a:pt x="5001006" y="38099"/>
                  </a:moveTo>
                  <a:lnTo>
                    <a:pt x="4999482" y="34289"/>
                  </a:lnTo>
                  <a:lnTo>
                    <a:pt x="4996434" y="32765"/>
                  </a:lnTo>
                  <a:lnTo>
                    <a:pt x="5334" y="32765"/>
                  </a:lnTo>
                  <a:lnTo>
                    <a:pt x="1524" y="34289"/>
                  </a:lnTo>
                  <a:lnTo>
                    <a:pt x="0" y="38099"/>
                  </a:lnTo>
                  <a:lnTo>
                    <a:pt x="1524" y="41147"/>
                  </a:lnTo>
                  <a:lnTo>
                    <a:pt x="5334" y="42671"/>
                  </a:lnTo>
                  <a:lnTo>
                    <a:pt x="4996434" y="42671"/>
                  </a:lnTo>
                  <a:lnTo>
                    <a:pt x="4999482" y="41147"/>
                  </a:lnTo>
                  <a:lnTo>
                    <a:pt x="5001006" y="38099"/>
                  </a:lnTo>
                  <a:close/>
                </a:path>
                <a:path w="5111115" h="76200">
                  <a:moveTo>
                    <a:pt x="5110734" y="38099"/>
                  </a:moveTo>
                  <a:lnTo>
                    <a:pt x="4983480" y="0"/>
                  </a:lnTo>
                  <a:lnTo>
                    <a:pt x="4983480" y="32765"/>
                  </a:lnTo>
                  <a:lnTo>
                    <a:pt x="4996434" y="32765"/>
                  </a:lnTo>
                  <a:lnTo>
                    <a:pt x="4999482" y="34289"/>
                  </a:lnTo>
                  <a:lnTo>
                    <a:pt x="5001006" y="38099"/>
                  </a:lnTo>
                  <a:lnTo>
                    <a:pt x="5001006" y="70952"/>
                  </a:lnTo>
                  <a:lnTo>
                    <a:pt x="5110734" y="38099"/>
                  </a:lnTo>
                  <a:close/>
                </a:path>
                <a:path w="5111115" h="76200">
                  <a:moveTo>
                    <a:pt x="5001006" y="70952"/>
                  </a:moveTo>
                  <a:lnTo>
                    <a:pt x="5001006" y="38099"/>
                  </a:lnTo>
                  <a:lnTo>
                    <a:pt x="4999482" y="41147"/>
                  </a:lnTo>
                  <a:lnTo>
                    <a:pt x="4996434" y="42671"/>
                  </a:lnTo>
                  <a:lnTo>
                    <a:pt x="4983480" y="42671"/>
                  </a:lnTo>
                  <a:lnTo>
                    <a:pt x="4983480" y="76199"/>
                  </a:lnTo>
                  <a:lnTo>
                    <a:pt x="5001006" y="70952"/>
                  </a:lnTo>
                  <a:close/>
                </a:path>
              </a:pathLst>
            </a:custGeom>
            <a:solidFill>
              <a:srgbClr val="666699"/>
            </a:solidFill>
          </p:spPr>
          <p:txBody>
            <a:bodyPr wrap="square" lIns="0" tIns="0" rIns="0" bIns="0" rtlCol="0"/>
            <a:p>
              <a:endParaRPr sz="1200"/>
            </a:p>
          </p:txBody>
        </p:sp>
        <p:sp>
          <p:nvSpPr>
            <p:cNvPr id="1049212" name="object 17"/>
            <p:cNvSpPr/>
            <p:nvPr/>
          </p:nvSpPr>
          <p:spPr>
            <a:xfrm>
              <a:off x="7737070" y="3555607"/>
              <a:ext cx="56068" cy="0"/>
            </a:xfrm>
            <a:custGeom>
              <a:avLst/>
              <a:gdLst/>
              <a:ahLst/>
              <a:cxnLst/>
              <a:rect l="l" t="t" r="r" b="b"/>
              <a:pathLst>
                <a:path w="76200">
                  <a:moveTo>
                    <a:pt x="0" y="0"/>
                  </a:moveTo>
                  <a:lnTo>
                    <a:pt x="76200" y="0"/>
                  </a:lnTo>
                </a:path>
              </a:pathLst>
            </a:custGeom>
            <a:ln w="9525">
              <a:solidFill>
                <a:srgbClr val="666699"/>
              </a:solidFill>
            </a:ln>
          </p:spPr>
          <p:txBody>
            <a:bodyPr wrap="square" lIns="0" tIns="0" rIns="0" bIns="0" rtlCol="0"/>
            <a:p>
              <a:endParaRPr sz="1200"/>
            </a:p>
          </p:txBody>
        </p:sp>
        <p:sp>
          <p:nvSpPr>
            <p:cNvPr id="1049213" name="object 18"/>
            <p:cNvSpPr/>
            <p:nvPr/>
          </p:nvSpPr>
          <p:spPr>
            <a:xfrm>
              <a:off x="7737070" y="2982669"/>
              <a:ext cx="56068" cy="0"/>
            </a:xfrm>
            <a:custGeom>
              <a:avLst/>
              <a:gdLst/>
              <a:ahLst/>
              <a:cxnLst/>
              <a:rect l="l" t="t" r="r" b="b"/>
              <a:pathLst>
                <a:path w="76200">
                  <a:moveTo>
                    <a:pt x="0" y="0"/>
                  </a:moveTo>
                  <a:lnTo>
                    <a:pt x="76200" y="0"/>
                  </a:lnTo>
                </a:path>
              </a:pathLst>
            </a:custGeom>
            <a:ln w="9525">
              <a:solidFill>
                <a:srgbClr val="666699"/>
              </a:solidFill>
            </a:ln>
          </p:spPr>
          <p:txBody>
            <a:bodyPr wrap="square" lIns="0" tIns="0" rIns="0" bIns="0" rtlCol="0"/>
            <a:p>
              <a:endParaRPr sz="1200"/>
            </a:p>
          </p:txBody>
        </p:sp>
        <p:sp>
          <p:nvSpPr>
            <p:cNvPr id="1049214" name="object 19"/>
            <p:cNvSpPr/>
            <p:nvPr/>
          </p:nvSpPr>
          <p:spPr>
            <a:xfrm>
              <a:off x="7737070" y="2365385"/>
              <a:ext cx="56068" cy="0"/>
            </a:xfrm>
            <a:custGeom>
              <a:avLst/>
              <a:gdLst/>
              <a:ahLst/>
              <a:cxnLst/>
              <a:rect l="l" t="t" r="r" b="b"/>
              <a:pathLst>
                <a:path w="76200">
                  <a:moveTo>
                    <a:pt x="0" y="0"/>
                  </a:moveTo>
                  <a:lnTo>
                    <a:pt x="76200" y="0"/>
                  </a:lnTo>
                </a:path>
              </a:pathLst>
            </a:custGeom>
            <a:ln w="9525">
              <a:solidFill>
                <a:srgbClr val="666699"/>
              </a:solidFill>
            </a:ln>
          </p:spPr>
          <p:txBody>
            <a:bodyPr wrap="square" lIns="0" tIns="0" rIns="0" bIns="0" rtlCol="0"/>
            <a:p>
              <a:endParaRPr sz="1200"/>
            </a:p>
          </p:txBody>
        </p:sp>
        <p:sp>
          <p:nvSpPr>
            <p:cNvPr id="1049215" name="object 20"/>
            <p:cNvSpPr/>
            <p:nvPr/>
          </p:nvSpPr>
          <p:spPr>
            <a:xfrm>
              <a:off x="8409884" y="4084202"/>
              <a:ext cx="0" cy="44345"/>
            </a:xfrm>
            <a:custGeom>
              <a:avLst/>
              <a:gdLst/>
              <a:ahLst/>
              <a:cxnLst/>
              <a:rect l="l" t="t" r="r" b="b"/>
              <a:pathLst>
                <a:path h="57150">
                  <a:moveTo>
                    <a:pt x="0" y="0"/>
                  </a:moveTo>
                  <a:lnTo>
                    <a:pt x="0" y="57150"/>
                  </a:lnTo>
                </a:path>
              </a:pathLst>
            </a:custGeom>
            <a:ln w="9525">
              <a:solidFill>
                <a:srgbClr val="666699"/>
              </a:solidFill>
            </a:ln>
          </p:spPr>
          <p:txBody>
            <a:bodyPr wrap="square" lIns="0" tIns="0" rIns="0" bIns="0" rtlCol="0"/>
            <a:p>
              <a:endParaRPr sz="1200"/>
            </a:p>
          </p:txBody>
        </p:sp>
        <p:sp>
          <p:nvSpPr>
            <p:cNvPr id="1049216" name="object 21"/>
            <p:cNvSpPr/>
            <p:nvPr/>
          </p:nvSpPr>
          <p:spPr>
            <a:xfrm>
              <a:off x="9026629" y="4084202"/>
              <a:ext cx="0" cy="44345"/>
            </a:xfrm>
            <a:custGeom>
              <a:avLst/>
              <a:gdLst/>
              <a:ahLst/>
              <a:cxnLst/>
              <a:rect l="l" t="t" r="r" b="b"/>
              <a:pathLst>
                <a:path h="57150">
                  <a:moveTo>
                    <a:pt x="0" y="0"/>
                  </a:moveTo>
                  <a:lnTo>
                    <a:pt x="0" y="57150"/>
                  </a:lnTo>
                </a:path>
              </a:pathLst>
            </a:custGeom>
            <a:ln w="9525">
              <a:solidFill>
                <a:srgbClr val="666699"/>
              </a:solidFill>
            </a:ln>
          </p:spPr>
          <p:txBody>
            <a:bodyPr wrap="square" lIns="0" tIns="0" rIns="0" bIns="0" rtlCol="0"/>
            <a:p>
              <a:endParaRPr sz="1200"/>
            </a:p>
          </p:txBody>
        </p:sp>
        <p:sp>
          <p:nvSpPr>
            <p:cNvPr id="1049217" name="object 22"/>
            <p:cNvSpPr/>
            <p:nvPr/>
          </p:nvSpPr>
          <p:spPr>
            <a:xfrm>
              <a:off x="9643375" y="4084202"/>
              <a:ext cx="0" cy="44345"/>
            </a:xfrm>
            <a:custGeom>
              <a:avLst/>
              <a:gdLst/>
              <a:ahLst/>
              <a:cxnLst/>
              <a:rect l="l" t="t" r="r" b="b"/>
              <a:pathLst>
                <a:path h="57150">
                  <a:moveTo>
                    <a:pt x="0" y="0"/>
                  </a:moveTo>
                  <a:lnTo>
                    <a:pt x="0" y="57150"/>
                  </a:lnTo>
                </a:path>
              </a:pathLst>
            </a:custGeom>
            <a:ln w="9525">
              <a:solidFill>
                <a:srgbClr val="666699"/>
              </a:solidFill>
            </a:ln>
          </p:spPr>
          <p:txBody>
            <a:bodyPr wrap="square" lIns="0" tIns="0" rIns="0" bIns="0" rtlCol="0"/>
            <a:p>
              <a:endParaRPr sz="1200"/>
            </a:p>
          </p:txBody>
        </p:sp>
        <p:sp>
          <p:nvSpPr>
            <p:cNvPr id="1049218" name="object 23"/>
            <p:cNvSpPr/>
            <p:nvPr/>
          </p:nvSpPr>
          <p:spPr>
            <a:xfrm>
              <a:off x="10316189" y="4084202"/>
              <a:ext cx="0" cy="44345"/>
            </a:xfrm>
            <a:custGeom>
              <a:avLst/>
              <a:gdLst/>
              <a:ahLst/>
              <a:cxnLst/>
              <a:rect l="l" t="t" r="r" b="b"/>
              <a:pathLst>
                <a:path h="57150">
                  <a:moveTo>
                    <a:pt x="0" y="0"/>
                  </a:moveTo>
                  <a:lnTo>
                    <a:pt x="0" y="57150"/>
                  </a:lnTo>
                </a:path>
              </a:pathLst>
            </a:custGeom>
            <a:ln w="9525">
              <a:solidFill>
                <a:srgbClr val="666699"/>
              </a:solidFill>
            </a:ln>
          </p:spPr>
          <p:txBody>
            <a:bodyPr wrap="square" lIns="0" tIns="0" rIns="0" bIns="0" rtlCol="0"/>
            <a:p>
              <a:endParaRPr sz="1200"/>
            </a:p>
          </p:txBody>
        </p:sp>
        <p:sp>
          <p:nvSpPr>
            <p:cNvPr id="1049219" name="object 24"/>
            <p:cNvSpPr/>
            <p:nvPr/>
          </p:nvSpPr>
          <p:spPr>
            <a:xfrm>
              <a:off x="10989002" y="4084202"/>
              <a:ext cx="0" cy="44345"/>
            </a:xfrm>
            <a:custGeom>
              <a:avLst/>
              <a:gdLst/>
              <a:ahLst/>
              <a:cxnLst/>
              <a:rect l="l" t="t" r="r" b="b"/>
              <a:pathLst>
                <a:path h="57150">
                  <a:moveTo>
                    <a:pt x="0" y="0"/>
                  </a:moveTo>
                  <a:lnTo>
                    <a:pt x="0" y="57150"/>
                  </a:lnTo>
                </a:path>
              </a:pathLst>
            </a:custGeom>
            <a:ln w="9525">
              <a:solidFill>
                <a:srgbClr val="666699"/>
              </a:solidFill>
            </a:ln>
          </p:spPr>
          <p:txBody>
            <a:bodyPr wrap="square" lIns="0" tIns="0" rIns="0" bIns="0" rtlCol="0"/>
            <a:p>
              <a:endParaRPr sz="1200"/>
            </a:p>
          </p:txBody>
        </p:sp>
        <p:sp>
          <p:nvSpPr>
            <p:cNvPr id="1049220" name="object 25"/>
            <p:cNvSpPr txBox="1"/>
            <p:nvPr/>
          </p:nvSpPr>
          <p:spPr>
            <a:xfrm>
              <a:off x="7223112" y="1836474"/>
              <a:ext cx="467232" cy="797782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p>
              <a:pPr marL="12700" marR="5080" indent="27940">
                <a:lnSpc>
                  <a:spcPct val="162000"/>
                </a:lnSpc>
              </a:pPr>
              <a:r>
                <a:rPr sz="1600" spc="-5" dirty="0">
                  <a:latin typeface="Times New Roman" panose="02020603050405020304"/>
                  <a:cs typeface="Times New Roman" panose="02020603050405020304"/>
                </a:rPr>
                <a:t>T(n) </a:t>
              </a:r>
              <a:r>
                <a:rPr sz="1600" dirty="0">
                  <a:latin typeface="Times New Roman" panose="02020603050405020304"/>
                  <a:cs typeface="Times New Roman" panose="02020603050405020304"/>
                </a:rPr>
                <a:t>3000</a:t>
              </a:r>
              <a:endParaRPr sz="1600" dirty="0">
                <a:latin typeface="Times New Roman" panose="02020603050405020304"/>
                <a:cs typeface="Times New Roman" panose="02020603050405020304"/>
              </a:endParaRPr>
            </a:p>
          </p:txBody>
        </p:sp>
        <p:sp>
          <p:nvSpPr>
            <p:cNvPr id="1049221" name="object 26"/>
            <p:cNvSpPr txBox="1"/>
            <p:nvPr/>
          </p:nvSpPr>
          <p:spPr>
            <a:xfrm>
              <a:off x="11561076" y="4083295"/>
              <a:ext cx="130825" cy="246221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p>
              <a:pPr marL="12700"/>
              <a:r>
                <a:rPr sz="1600" dirty="0">
                  <a:latin typeface="Times New Roman" panose="02020603050405020304"/>
                  <a:cs typeface="Times New Roman" panose="02020603050405020304"/>
                </a:rPr>
                <a:t>n</a:t>
              </a:r>
              <a:endParaRPr sz="1600">
                <a:latin typeface="Times New Roman" panose="02020603050405020304"/>
                <a:cs typeface="Times New Roman" panose="02020603050405020304"/>
              </a:endParaRPr>
            </a:p>
          </p:txBody>
        </p:sp>
        <p:sp>
          <p:nvSpPr>
            <p:cNvPr id="1049222" name="object 27"/>
            <p:cNvSpPr txBox="1"/>
            <p:nvPr/>
          </p:nvSpPr>
          <p:spPr>
            <a:xfrm>
              <a:off x="7559518" y="4127639"/>
              <a:ext cx="130825" cy="246221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p>
              <a:pPr marL="12700"/>
              <a:r>
                <a:rPr sz="1600" dirty="0">
                  <a:latin typeface="Times New Roman" panose="02020603050405020304"/>
                  <a:cs typeface="Times New Roman" panose="02020603050405020304"/>
                </a:rPr>
                <a:t>0</a:t>
              </a:r>
              <a:endParaRPr sz="1600">
                <a:latin typeface="Times New Roman" panose="02020603050405020304"/>
                <a:cs typeface="Times New Roman" panose="02020603050405020304"/>
              </a:endParaRPr>
            </a:p>
          </p:txBody>
        </p:sp>
        <p:sp>
          <p:nvSpPr>
            <p:cNvPr id="1049223" name="object 28"/>
            <p:cNvSpPr txBox="1"/>
            <p:nvPr/>
          </p:nvSpPr>
          <p:spPr>
            <a:xfrm>
              <a:off x="7223112" y="3466009"/>
              <a:ext cx="467232" cy="246221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p>
              <a:pPr marL="12700"/>
              <a:r>
                <a:rPr sz="1600" dirty="0">
                  <a:latin typeface="Times New Roman" panose="02020603050405020304"/>
                  <a:cs typeface="Times New Roman" panose="02020603050405020304"/>
                </a:rPr>
                <a:t>1000</a:t>
              </a:r>
              <a:endParaRPr sz="1600">
                <a:latin typeface="Times New Roman" panose="02020603050405020304"/>
                <a:cs typeface="Times New Roman" panose="02020603050405020304"/>
              </a:endParaRPr>
            </a:p>
          </p:txBody>
        </p:sp>
        <p:sp>
          <p:nvSpPr>
            <p:cNvPr id="1049224" name="object 29"/>
            <p:cNvSpPr txBox="1"/>
            <p:nvPr/>
          </p:nvSpPr>
          <p:spPr>
            <a:xfrm>
              <a:off x="7223112" y="2893071"/>
              <a:ext cx="467232" cy="246221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p>
              <a:pPr marL="12700"/>
              <a:r>
                <a:rPr sz="1600" dirty="0">
                  <a:latin typeface="Times New Roman" panose="02020603050405020304"/>
                  <a:cs typeface="Times New Roman" panose="02020603050405020304"/>
                </a:rPr>
                <a:t>2000</a:t>
              </a:r>
              <a:endParaRPr sz="1600" dirty="0">
                <a:latin typeface="Times New Roman" panose="02020603050405020304"/>
                <a:cs typeface="Times New Roman" panose="02020603050405020304"/>
              </a:endParaRPr>
            </a:p>
          </p:txBody>
        </p:sp>
        <p:sp>
          <p:nvSpPr>
            <p:cNvPr id="1049225" name="object 32"/>
            <p:cNvSpPr txBox="1"/>
            <p:nvPr/>
          </p:nvSpPr>
          <p:spPr>
            <a:xfrm>
              <a:off x="10867518" y="4147151"/>
              <a:ext cx="242960" cy="246221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p>
              <a:pPr marL="12700"/>
              <a:r>
                <a:rPr sz="1600" dirty="0">
                  <a:latin typeface="Times New Roman" panose="02020603050405020304"/>
                  <a:cs typeface="Times New Roman" panose="02020603050405020304"/>
                </a:rPr>
                <a:t>25</a:t>
              </a:r>
              <a:endParaRPr sz="1600">
                <a:latin typeface="Times New Roman" panose="02020603050405020304"/>
                <a:cs typeface="Times New Roman" panose="02020603050405020304"/>
              </a:endParaRPr>
            </a:p>
          </p:txBody>
        </p:sp>
        <p:sp>
          <p:nvSpPr>
            <p:cNvPr id="1049226" name="object 33"/>
            <p:cNvSpPr/>
            <p:nvPr/>
          </p:nvSpPr>
          <p:spPr>
            <a:xfrm>
              <a:off x="7736510" y="1924299"/>
              <a:ext cx="2187578" cy="2204444"/>
            </a:xfrm>
            <a:custGeom>
              <a:avLst/>
              <a:gdLst/>
              <a:ahLst/>
              <a:cxnLst/>
              <a:rect l="l" t="t" r="r" b="b"/>
              <a:pathLst>
                <a:path w="2973070" h="2840990">
                  <a:moveTo>
                    <a:pt x="0" y="2840736"/>
                  </a:moveTo>
                  <a:lnTo>
                    <a:pt x="243748" y="2831319"/>
                  </a:lnTo>
                  <a:lnTo>
                    <a:pt x="482079" y="2803557"/>
                  </a:lnTo>
                  <a:lnTo>
                    <a:pt x="714226" y="2758180"/>
                  </a:lnTo>
                  <a:lnTo>
                    <a:pt x="939424" y="2695919"/>
                  </a:lnTo>
                  <a:lnTo>
                    <a:pt x="1156906" y="2617505"/>
                  </a:lnTo>
                  <a:lnTo>
                    <a:pt x="1365907" y="2523670"/>
                  </a:lnTo>
                  <a:lnTo>
                    <a:pt x="1565662" y="2415143"/>
                  </a:lnTo>
                  <a:lnTo>
                    <a:pt x="1755404" y="2292656"/>
                  </a:lnTo>
                  <a:lnTo>
                    <a:pt x="1934367" y="2156941"/>
                  </a:lnTo>
                  <a:lnTo>
                    <a:pt x="2101786" y="2008727"/>
                  </a:lnTo>
                  <a:lnTo>
                    <a:pt x="2256895" y="1848746"/>
                  </a:lnTo>
                  <a:lnTo>
                    <a:pt x="2398928" y="1677728"/>
                  </a:lnTo>
                  <a:lnTo>
                    <a:pt x="2527119" y="1496406"/>
                  </a:lnTo>
                  <a:lnTo>
                    <a:pt x="2640703" y="1305509"/>
                  </a:lnTo>
                  <a:lnTo>
                    <a:pt x="2738913" y="1105769"/>
                  </a:lnTo>
                  <a:lnTo>
                    <a:pt x="2820984" y="897916"/>
                  </a:lnTo>
                  <a:lnTo>
                    <a:pt x="2886151" y="682682"/>
                  </a:lnTo>
                  <a:lnTo>
                    <a:pt x="2933646" y="460797"/>
                  </a:lnTo>
                  <a:lnTo>
                    <a:pt x="2962705" y="232993"/>
                  </a:lnTo>
                  <a:lnTo>
                    <a:pt x="2972562" y="0"/>
                  </a:lnTo>
                </a:path>
              </a:pathLst>
            </a:custGeom>
            <a:ln w="28575">
              <a:solidFill>
                <a:srgbClr val="666699"/>
              </a:solidFill>
            </a:ln>
          </p:spPr>
          <p:txBody>
            <a:bodyPr wrap="square" lIns="0" tIns="0" rIns="0" bIns="0" rtlCol="0"/>
            <a:p>
              <a:endParaRPr sz="1200"/>
            </a:p>
          </p:txBody>
        </p:sp>
        <p:sp>
          <p:nvSpPr>
            <p:cNvPr id="1049227" name="object 34"/>
            <p:cNvSpPr/>
            <p:nvPr/>
          </p:nvSpPr>
          <p:spPr>
            <a:xfrm>
              <a:off x="7718007" y="2566417"/>
              <a:ext cx="3532271" cy="1542224"/>
            </a:xfrm>
            <a:custGeom>
              <a:avLst/>
              <a:gdLst/>
              <a:ahLst/>
              <a:cxnLst/>
              <a:rect l="l" t="t" r="r" b="b"/>
              <a:pathLst>
                <a:path w="4800600" h="1987550">
                  <a:moveTo>
                    <a:pt x="0" y="1987296"/>
                  </a:moveTo>
                  <a:lnTo>
                    <a:pt x="4800600" y="0"/>
                  </a:lnTo>
                </a:path>
              </a:pathLst>
            </a:custGeom>
            <a:ln w="9525">
              <a:solidFill>
                <a:srgbClr val="666699"/>
              </a:solidFill>
            </a:ln>
          </p:spPr>
          <p:txBody>
            <a:bodyPr wrap="square" lIns="0" tIns="0" rIns="0" bIns="0" rtlCol="0"/>
            <a:p>
              <a:endParaRPr sz="1200"/>
            </a:p>
          </p:txBody>
        </p:sp>
        <p:sp>
          <p:nvSpPr>
            <p:cNvPr id="1049228" name="object 35"/>
            <p:cNvSpPr/>
            <p:nvPr/>
          </p:nvSpPr>
          <p:spPr>
            <a:xfrm>
              <a:off x="7737070" y="3379409"/>
              <a:ext cx="3812610" cy="749432"/>
            </a:xfrm>
            <a:custGeom>
              <a:avLst/>
              <a:gdLst/>
              <a:ahLst/>
              <a:cxnLst/>
              <a:rect l="l" t="t" r="r" b="b"/>
              <a:pathLst>
                <a:path w="5181600" h="965835">
                  <a:moveTo>
                    <a:pt x="5181600" y="0"/>
                  </a:moveTo>
                  <a:lnTo>
                    <a:pt x="4756580" y="3199"/>
                  </a:lnTo>
                  <a:lnTo>
                    <a:pt x="4341031" y="12630"/>
                  </a:lnTo>
                  <a:lnTo>
                    <a:pt x="3936286" y="28047"/>
                  </a:lnTo>
                  <a:lnTo>
                    <a:pt x="3543677" y="49200"/>
                  </a:lnTo>
                  <a:lnTo>
                    <a:pt x="3164538" y="75842"/>
                  </a:lnTo>
                  <a:lnTo>
                    <a:pt x="2800200" y="107725"/>
                  </a:lnTo>
                  <a:lnTo>
                    <a:pt x="2451997" y="144600"/>
                  </a:lnTo>
                  <a:lnTo>
                    <a:pt x="2121261" y="186220"/>
                  </a:lnTo>
                  <a:lnTo>
                    <a:pt x="1809325" y="232337"/>
                  </a:lnTo>
                  <a:lnTo>
                    <a:pt x="1517523" y="282702"/>
                  </a:lnTo>
                  <a:lnTo>
                    <a:pt x="1247185" y="337067"/>
                  </a:lnTo>
                  <a:lnTo>
                    <a:pt x="999646" y="395185"/>
                  </a:lnTo>
                  <a:lnTo>
                    <a:pt x="776238" y="456807"/>
                  </a:lnTo>
                  <a:lnTo>
                    <a:pt x="578293" y="521686"/>
                  </a:lnTo>
                  <a:lnTo>
                    <a:pt x="407146" y="589573"/>
                  </a:lnTo>
                  <a:lnTo>
                    <a:pt x="264127" y="660221"/>
                  </a:lnTo>
                  <a:lnTo>
                    <a:pt x="150570" y="733380"/>
                  </a:lnTo>
                  <a:lnTo>
                    <a:pt x="67808" y="808805"/>
                  </a:lnTo>
                  <a:lnTo>
                    <a:pt x="17174" y="886245"/>
                  </a:lnTo>
                  <a:lnTo>
                    <a:pt x="0" y="965454"/>
                  </a:lnTo>
                </a:path>
              </a:pathLst>
            </a:custGeom>
            <a:ln w="57150">
              <a:solidFill>
                <a:srgbClr val="666699"/>
              </a:solidFill>
            </a:ln>
          </p:spPr>
          <p:txBody>
            <a:bodyPr wrap="square" lIns="0" tIns="0" rIns="0" bIns="0" rtlCol="0"/>
            <a:p>
              <a:endParaRPr sz="1200"/>
            </a:p>
          </p:txBody>
        </p:sp>
        <p:sp>
          <p:nvSpPr>
            <p:cNvPr id="1049229" name="object 36"/>
            <p:cNvSpPr txBox="1"/>
            <p:nvPr/>
          </p:nvSpPr>
          <p:spPr>
            <a:xfrm>
              <a:off x="8988125" y="1786229"/>
              <a:ext cx="1169013" cy="246221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p>
              <a:pPr marL="12700">
                <a:tabLst>
                  <a:tab pos="1320800" algn="l"/>
                </a:tabLst>
              </a:pPr>
              <a:r>
                <a:rPr sz="2400" baseline="-16000" dirty="0">
                  <a:latin typeface="Times New Roman" panose="02020603050405020304"/>
                  <a:cs typeface="Times New Roman" panose="02020603050405020304"/>
                </a:rPr>
                <a:t>2</a:t>
              </a:r>
              <a:r>
                <a:rPr sz="1100" dirty="0">
                  <a:latin typeface="Times New Roman" panose="02020603050405020304"/>
                  <a:cs typeface="Times New Roman" panose="02020603050405020304"/>
                </a:rPr>
                <a:t>n</a:t>
              </a:r>
              <a:r>
                <a:rPr lang="en-US" sz="1100" dirty="0">
                  <a:latin typeface="Times New Roman" panose="02020603050405020304"/>
                  <a:cs typeface="Times New Roman" panose="02020603050405020304"/>
                </a:rPr>
                <a:t>                </a:t>
              </a:r>
              <a:r>
                <a:rPr sz="2400" baseline="-16000" dirty="0">
                  <a:latin typeface="Times New Roman" panose="02020603050405020304"/>
                  <a:cs typeface="Times New Roman" panose="02020603050405020304"/>
                </a:rPr>
                <a:t>n</a:t>
              </a:r>
              <a:r>
                <a:rPr sz="1100" dirty="0">
                  <a:latin typeface="Times New Roman" panose="02020603050405020304"/>
                  <a:cs typeface="Times New Roman" panose="02020603050405020304"/>
                </a:rPr>
                <a:t>3</a:t>
              </a:r>
              <a:endParaRPr sz="1100" dirty="0">
                <a:latin typeface="Times New Roman" panose="02020603050405020304"/>
                <a:cs typeface="Times New Roman" panose="02020603050405020304"/>
              </a:endParaRPr>
            </a:p>
          </p:txBody>
        </p:sp>
        <p:sp>
          <p:nvSpPr>
            <p:cNvPr id="1049230" name="object 37"/>
            <p:cNvSpPr txBox="1"/>
            <p:nvPr/>
          </p:nvSpPr>
          <p:spPr>
            <a:xfrm>
              <a:off x="11240928" y="2379850"/>
              <a:ext cx="467232" cy="246221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p>
              <a:pPr marL="12700"/>
              <a:r>
                <a:rPr sz="1600" dirty="0">
                  <a:latin typeface="Times New Roman" panose="02020603050405020304"/>
                  <a:cs typeface="Times New Roman" panose="02020603050405020304"/>
                </a:rPr>
                <a:t>100n</a:t>
              </a:r>
              <a:endParaRPr sz="1600">
                <a:latin typeface="Times New Roman" panose="02020603050405020304"/>
                <a:cs typeface="Times New Roman" panose="02020603050405020304"/>
              </a:endParaRPr>
            </a:p>
          </p:txBody>
        </p:sp>
        <p:sp>
          <p:nvSpPr>
            <p:cNvPr id="1049231" name="object 38"/>
            <p:cNvSpPr/>
            <p:nvPr/>
          </p:nvSpPr>
          <p:spPr>
            <a:xfrm>
              <a:off x="7736510" y="1968644"/>
              <a:ext cx="2860392" cy="2160099"/>
            </a:xfrm>
            <a:custGeom>
              <a:avLst/>
              <a:gdLst/>
              <a:ahLst/>
              <a:cxnLst/>
              <a:rect l="l" t="t" r="r" b="b"/>
              <a:pathLst>
                <a:path w="3887470" h="2783840">
                  <a:moveTo>
                    <a:pt x="0" y="2783586"/>
                  </a:moveTo>
                  <a:lnTo>
                    <a:pt x="318770" y="2774361"/>
                  </a:lnTo>
                  <a:lnTo>
                    <a:pt x="630447" y="2747163"/>
                  </a:lnTo>
                  <a:lnTo>
                    <a:pt x="934031" y="2702709"/>
                  </a:lnTo>
                  <a:lnTo>
                    <a:pt x="1228520" y="2641713"/>
                  </a:lnTo>
                  <a:lnTo>
                    <a:pt x="1512915" y="2564892"/>
                  </a:lnTo>
                  <a:lnTo>
                    <a:pt x="1786214" y="2472959"/>
                  </a:lnTo>
                  <a:lnTo>
                    <a:pt x="2047416" y="2366632"/>
                  </a:lnTo>
                  <a:lnTo>
                    <a:pt x="2295521" y="2246625"/>
                  </a:lnTo>
                  <a:lnTo>
                    <a:pt x="2529529" y="2113655"/>
                  </a:lnTo>
                  <a:lnTo>
                    <a:pt x="2748438" y="1968436"/>
                  </a:lnTo>
                  <a:lnTo>
                    <a:pt x="2951248" y="1811684"/>
                  </a:lnTo>
                  <a:lnTo>
                    <a:pt x="3136958" y="1644115"/>
                  </a:lnTo>
                  <a:lnTo>
                    <a:pt x="3304568" y="1466444"/>
                  </a:lnTo>
                  <a:lnTo>
                    <a:pt x="3453076" y="1279387"/>
                  </a:lnTo>
                  <a:lnTo>
                    <a:pt x="3581483" y="1083659"/>
                  </a:lnTo>
                  <a:lnTo>
                    <a:pt x="3688787" y="879975"/>
                  </a:lnTo>
                  <a:lnTo>
                    <a:pt x="3773987" y="669052"/>
                  </a:lnTo>
                  <a:lnTo>
                    <a:pt x="3836084" y="451605"/>
                  </a:lnTo>
                  <a:lnTo>
                    <a:pt x="3874075" y="228349"/>
                  </a:lnTo>
                  <a:lnTo>
                    <a:pt x="3886962" y="0"/>
                  </a:lnTo>
                </a:path>
              </a:pathLst>
            </a:custGeom>
            <a:ln w="28575">
              <a:solidFill>
                <a:srgbClr val="666699"/>
              </a:solidFill>
            </a:ln>
          </p:spPr>
          <p:txBody>
            <a:bodyPr wrap="square" lIns="0" tIns="0" rIns="0" bIns="0" rtlCol="0"/>
            <a:p>
              <a:endParaRPr sz="1200"/>
            </a:p>
          </p:txBody>
        </p:sp>
        <p:sp>
          <p:nvSpPr>
            <p:cNvPr id="1049232" name="object 39"/>
            <p:cNvSpPr txBox="1"/>
            <p:nvPr/>
          </p:nvSpPr>
          <p:spPr>
            <a:xfrm>
              <a:off x="10607924" y="1786229"/>
              <a:ext cx="318184" cy="246221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p>
              <a:pPr marL="12700"/>
              <a:r>
                <a:rPr sz="1600" dirty="0">
                  <a:latin typeface="Times New Roman" panose="02020603050405020304"/>
                  <a:cs typeface="Times New Roman" panose="02020603050405020304"/>
                </a:rPr>
                <a:t>5n</a:t>
              </a:r>
              <a:r>
                <a:rPr sz="1600" baseline="24000" dirty="0">
                  <a:latin typeface="Times New Roman" panose="02020603050405020304"/>
                  <a:cs typeface="Times New Roman" panose="02020603050405020304"/>
                </a:rPr>
                <a:t>2</a:t>
              </a:r>
              <a:endParaRPr sz="1600" baseline="24000">
                <a:latin typeface="Times New Roman" panose="02020603050405020304"/>
                <a:cs typeface="Times New Roman" panose="02020603050405020304"/>
              </a:endParaRPr>
            </a:p>
          </p:txBody>
        </p:sp>
        <p:sp>
          <p:nvSpPr>
            <p:cNvPr id="1049233" name="object 40"/>
            <p:cNvSpPr txBox="1"/>
            <p:nvPr/>
          </p:nvSpPr>
          <p:spPr>
            <a:xfrm>
              <a:off x="11280736" y="3422847"/>
              <a:ext cx="417705" cy="246221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p>
              <a:pPr marL="12700"/>
              <a:r>
                <a:rPr sz="1600" spc="-5" dirty="0">
                  <a:latin typeface="Times New Roman" panose="02020603050405020304"/>
                  <a:cs typeface="Times New Roman" panose="02020603050405020304"/>
                </a:rPr>
                <a:t>logn</a:t>
              </a:r>
              <a:endParaRPr sz="1600">
                <a:latin typeface="Times New Roman" panose="02020603050405020304"/>
                <a:cs typeface="Times New Roman" panose="02020603050405020304"/>
              </a:endParaRPr>
            </a:p>
          </p:txBody>
        </p:sp>
        <p:sp>
          <p:nvSpPr>
            <p:cNvPr id="1049234" name="object 41"/>
            <p:cNvSpPr/>
            <p:nvPr/>
          </p:nvSpPr>
          <p:spPr>
            <a:xfrm>
              <a:off x="7747162" y="1949133"/>
              <a:ext cx="1457763" cy="2159607"/>
            </a:xfrm>
            <a:custGeom>
              <a:avLst/>
              <a:gdLst/>
              <a:ahLst/>
              <a:cxnLst/>
              <a:rect l="l" t="t" r="r" b="b"/>
              <a:pathLst>
                <a:path w="1981200" h="2783204">
                  <a:moveTo>
                    <a:pt x="0" y="2782824"/>
                  </a:moveTo>
                  <a:lnTo>
                    <a:pt x="162495" y="2773599"/>
                  </a:lnTo>
                  <a:lnTo>
                    <a:pt x="321371" y="2746402"/>
                  </a:lnTo>
                  <a:lnTo>
                    <a:pt x="476120" y="2701950"/>
                  </a:lnTo>
                  <a:lnTo>
                    <a:pt x="626229" y="2640957"/>
                  </a:lnTo>
                  <a:lnTo>
                    <a:pt x="771191" y="2564141"/>
                  </a:lnTo>
                  <a:lnTo>
                    <a:pt x="910495" y="2472218"/>
                  </a:lnTo>
                  <a:lnTo>
                    <a:pt x="1043631" y="2365903"/>
                  </a:lnTo>
                  <a:lnTo>
                    <a:pt x="1170090" y="2245912"/>
                  </a:lnTo>
                  <a:lnTo>
                    <a:pt x="1289362" y="2112962"/>
                  </a:lnTo>
                  <a:lnTo>
                    <a:pt x="1400937" y="1967769"/>
                  </a:lnTo>
                  <a:lnTo>
                    <a:pt x="1504304" y="1811049"/>
                  </a:lnTo>
                  <a:lnTo>
                    <a:pt x="1598956" y="1643518"/>
                  </a:lnTo>
                  <a:lnTo>
                    <a:pt x="1684381" y="1465891"/>
                  </a:lnTo>
                  <a:lnTo>
                    <a:pt x="1760070" y="1278886"/>
                  </a:lnTo>
                  <a:lnTo>
                    <a:pt x="1825513" y="1083218"/>
                  </a:lnTo>
                  <a:lnTo>
                    <a:pt x="1880201" y="879604"/>
                  </a:lnTo>
                  <a:lnTo>
                    <a:pt x="1923623" y="668758"/>
                  </a:lnTo>
                  <a:lnTo>
                    <a:pt x="1955270" y="451398"/>
                  </a:lnTo>
                  <a:lnTo>
                    <a:pt x="1974632" y="228240"/>
                  </a:lnTo>
                  <a:lnTo>
                    <a:pt x="1981200" y="0"/>
                  </a:lnTo>
                </a:path>
              </a:pathLst>
            </a:custGeom>
            <a:ln w="25400">
              <a:solidFill>
                <a:srgbClr val="666699"/>
              </a:solidFill>
            </a:ln>
          </p:spPr>
          <p:txBody>
            <a:bodyPr wrap="square" lIns="0" tIns="0" rIns="0" bIns="0" rtlCol="0"/>
            <a:p>
              <a:endParaRPr sz="1200"/>
            </a:p>
          </p:txBody>
        </p:sp>
        <p:sp>
          <p:nvSpPr>
            <p:cNvPr id="1049235" name="object 42"/>
            <p:cNvSpPr/>
            <p:nvPr/>
          </p:nvSpPr>
          <p:spPr>
            <a:xfrm>
              <a:off x="7747162" y="2874466"/>
              <a:ext cx="3588339" cy="0"/>
            </a:xfrm>
            <a:custGeom>
              <a:avLst/>
              <a:gdLst/>
              <a:ahLst/>
              <a:cxnLst/>
              <a:rect l="l" t="t" r="r" b="b"/>
              <a:pathLst>
                <a:path w="4876800">
                  <a:moveTo>
                    <a:pt x="0" y="0"/>
                  </a:moveTo>
                  <a:lnTo>
                    <a:pt x="4876800" y="0"/>
                  </a:lnTo>
                </a:path>
              </a:pathLst>
            </a:custGeom>
            <a:ln w="9525">
              <a:solidFill>
                <a:srgbClr val="666699"/>
              </a:solidFill>
            </a:ln>
          </p:spPr>
          <p:txBody>
            <a:bodyPr wrap="square" lIns="0" tIns="0" rIns="0" bIns="0" rtlCol="0"/>
            <a:p>
              <a:endParaRPr sz="1200"/>
            </a:p>
          </p:txBody>
        </p:sp>
        <p:sp>
          <p:nvSpPr>
            <p:cNvPr id="1049236" name="object 43"/>
            <p:cNvSpPr txBox="1"/>
            <p:nvPr/>
          </p:nvSpPr>
          <p:spPr>
            <a:xfrm>
              <a:off x="11214016" y="2873559"/>
              <a:ext cx="467232" cy="246221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p>
              <a:pPr marL="12700"/>
              <a:r>
                <a:rPr sz="1600" dirty="0">
                  <a:latin typeface="Times New Roman" panose="02020603050405020304"/>
                  <a:cs typeface="Times New Roman" panose="02020603050405020304"/>
                </a:rPr>
                <a:t>2100</a:t>
              </a:r>
              <a:endParaRPr sz="1600">
                <a:latin typeface="Times New Roman" panose="02020603050405020304"/>
                <a:cs typeface="Times New Roman" panose="02020603050405020304"/>
              </a:endParaRPr>
            </a:p>
          </p:txBody>
        </p:sp>
        <p:sp>
          <p:nvSpPr>
            <p:cNvPr id="1049237" name="object 44"/>
            <p:cNvSpPr/>
            <p:nvPr/>
          </p:nvSpPr>
          <p:spPr>
            <a:xfrm>
              <a:off x="9148857" y="2566417"/>
              <a:ext cx="0" cy="1542224"/>
            </a:xfrm>
            <a:custGeom>
              <a:avLst/>
              <a:gdLst/>
              <a:ahLst/>
              <a:cxnLst/>
              <a:rect l="l" t="t" r="r" b="b"/>
              <a:pathLst>
                <a:path h="1987550">
                  <a:moveTo>
                    <a:pt x="0" y="0"/>
                  </a:moveTo>
                  <a:lnTo>
                    <a:pt x="0" y="1987295"/>
                  </a:lnTo>
                </a:path>
              </a:pathLst>
            </a:custGeom>
            <a:ln w="9525">
              <a:solidFill>
                <a:srgbClr val="666699"/>
              </a:solidFill>
              <a:prstDash val="dash"/>
            </a:ln>
          </p:spPr>
          <p:txBody>
            <a:bodyPr wrap="square" lIns="0" tIns="0" rIns="0" bIns="0" rtlCol="0"/>
            <a:p>
              <a:endParaRPr sz="1200"/>
            </a:p>
          </p:txBody>
        </p:sp>
        <p:sp>
          <p:nvSpPr>
            <p:cNvPr id="1049238" name="object 45"/>
            <p:cNvSpPr/>
            <p:nvPr/>
          </p:nvSpPr>
          <p:spPr>
            <a:xfrm>
              <a:off x="9204925" y="2169676"/>
              <a:ext cx="0" cy="1983212"/>
            </a:xfrm>
            <a:custGeom>
              <a:avLst/>
              <a:gdLst/>
              <a:ahLst/>
              <a:cxnLst/>
              <a:rect l="l" t="t" r="r" b="b"/>
              <a:pathLst>
                <a:path h="2555875">
                  <a:moveTo>
                    <a:pt x="0" y="0"/>
                  </a:moveTo>
                  <a:lnTo>
                    <a:pt x="0" y="2555748"/>
                  </a:lnTo>
                </a:path>
              </a:pathLst>
            </a:custGeom>
            <a:ln w="9525">
              <a:solidFill>
                <a:srgbClr val="666699"/>
              </a:solidFill>
              <a:prstDash val="dash"/>
            </a:ln>
          </p:spPr>
          <p:txBody>
            <a:bodyPr wrap="square" lIns="0" tIns="0" rIns="0" bIns="0" rtlCol="0"/>
            <a:p>
              <a:endParaRPr sz="1200"/>
            </a:p>
          </p:txBody>
        </p:sp>
        <p:sp>
          <p:nvSpPr>
            <p:cNvPr id="1049239" name="object 46"/>
            <p:cNvSpPr/>
            <p:nvPr/>
          </p:nvSpPr>
          <p:spPr>
            <a:xfrm>
              <a:off x="7747162" y="2169676"/>
              <a:ext cx="1457763" cy="0"/>
            </a:xfrm>
            <a:custGeom>
              <a:avLst/>
              <a:gdLst/>
              <a:ahLst/>
              <a:cxnLst/>
              <a:rect l="l" t="t" r="r" b="b"/>
              <a:pathLst>
                <a:path w="1981200">
                  <a:moveTo>
                    <a:pt x="1981200" y="0"/>
                  </a:moveTo>
                  <a:lnTo>
                    <a:pt x="0" y="0"/>
                  </a:lnTo>
                </a:path>
              </a:pathLst>
            </a:custGeom>
            <a:ln w="9525">
              <a:solidFill>
                <a:srgbClr val="666699"/>
              </a:solidFill>
              <a:prstDash val="dash"/>
            </a:ln>
          </p:spPr>
          <p:txBody>
            <a:bodyPr wrap="square" lIns="0" tIns="0" rIns="0" bIns="0" rtlCol="0"/>
            <a:p>
              <a:endParaRPr sz="1200"/>
            </a:p>
          </p:txBody>
        </p:sp>
        <p:sp>
          <p:nvSpPr>
            <p:cNvPr id="1049240" name="object 47"/>
            <p:cNvSpPr/>
            <p:nvPr/>
          </p:nvSpPr>
          <p:spPr>
            <a:xfrm>
              <a:off x="7747162" y="2566417"/>
              <a:ext cx="1401695" cy="0"/>
            </a:xfrm>
            <a:custGeom>
              <a:avLst/>
              <a:gdLst/>
              <a:ahLst/>
              <a:cxnLst/>
              <a:rect l="l" t="t" r="r" b="b"/>
              <a:pathLst>
                <a:path w="1905000">
                  <a:moveTo>
                    <a:pt x="1905000" y="0"/>
                  </a:moveTo>
                  <a:lnTo>
                    <a:pt x="0" y="0"/>
                  </a:lnTo>
                </a:path>
              </a:pathLst>
            </a:custGeom>
            <a:ln w="9525">
              <a:solidFill>
                <a:srgbClr val="666699"/>
              </a:solidFill>
              <a:prstDash val="dash"/>
            </a:ln>
          </p:spPr>
          <p:txBody>
            <a:bodyPr wrap="square" lIns="0" tIns="0" rIns="0" bIns="0" rtlCol="0"/>
            <a:p>
              <a:endParaRPr sz="1200"/>
            </a:p>
          </p:txBody>
        </p:sp>
        <p:sp>
          <p:nvSpPr>
            <p:cNvPr id="1049241" name="object 48"/>
            <p:cNvSpPr txBox="1"/>
            <p:nvPr/>
          </p:nvSpPr>
          <p:spPr>
            <a:xfrm>
              <a:off x="9217302" y="4436791"/>
              <a:ext cx="280807" cy="246221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p>
              <a:pPr marL="12700"/>
              <a:r>
                <a:rPr sz="1100" dirty="0">
                  <a:latin typeface="宋体" panose="02010600030101010101" pitchFamily="2" charset="-122"/>
                  <a:cs typeface="宋体" panose="02010600030101010101" pitchFamily="2" charset="-122"/>
                </a:rPr>
                <a:t>△</a:t>
              </a:r>
              <a:r>
                <a:rPr sz="1600" dirty="0">
                  <a:latin typeface="Times New Roman" panose="02020603050405020304"/>
                  <a:cs typeface="Times New Roman" panose="02020603050405020304"/>
                </a:rPr>
                <a:t>n</a:t>
              </a:r>
              <a:endParaRPr sz="1600" dirty="0">
                <a:latin typeface="Times New Roman" panose="02020603050405020304"/>
                <a:cs typeface="Times New Roman" panose="02020603050405020304"/>
              </a:endParaRPr>
            </a:p>
          </p:txBody>
        </p:sp>
        <p:sp>
          <p:nvSpPr>
            <p:cNvPr id="1049242" name="object 50"/>
            <p:cNvSpPr txBox="1"/>
            <p:nvPr/>
          </p:nvSpPr>
          <p:spPr>
            <a:xfrm>
              <a:off x="6832562" y="2198686"/>
              <a:ext cx="622820" cy="246221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p>
              <a:pPr marL="12700"/>
              <a:r>
                <a:rPr sz="1100" dirty="0">
                  <a:latin typeface="宋体" panose="02010600030101010101" pitchFamily="2" charset="-122"/>
                  <a:cs typeface="宋体" panose="02010600030101010101" pitchFamily="2" charset="-122"/>
                </a:rPr>
                <a:t>△</a:t>
              </a:r>
              <a:r>
                <a:rPr sz="1100" spc="-200" dirty="0">
                  <a:latin typeface="宋体" panose="02010600030101010101" pitchFamily="2" charset="-122"/>
                  <a:cs typeface="宋体" panose="02010600030101010101" pitchFamily="2" charset="-122"/>
                </a:rPr>
                <a:t> </a:t>
              </a:r>
              <a:r>
                <a:rPr sz="1600" spc="-5" dirty="0">
                  <a:latin typeface="Times New Roman" panose="02020603050405020304"/>
                  <a:cs typeface="Times New Roman" panose="02020603050405020304"/>
                </a:rPr>
                <a:t>T(n)</a:t>
              </a:r>
              <a:endParaRPr sz="1600" dirty="0">
                <a:latin typeface="Times New Roman" panose="02020603050405020304"/>
                <a:cs typeface="Times New Roman" panose="02020603050405020304"/>
              </a:endParaRPr>
            </a:p>
          </p:txBody>
        </p:sp>
      </p:grpSp>
    </p:spTree>
    <p:custDataLst>
      <p:tags r:id="rId2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700"/>
    </mc:Choice>
    <mc:Fallback>
      <p:transition/>
    </mc:Fallback>
  </mc:AlternateContent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0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2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p>
            <a:pPr eaLnBrk="1" hangingPunct="1">
              <a:spcAft>
                <a:spcPts val="0"/>
              </a:spcAft>
            </a:pPr>
            <a:r>
              <a:rPr lang="zh-CN" altLang="en-US" dirty="0" smtClean="0"/>
              <a:t>大</a:t>
            </a:r>
            <a:r>
              <a:rPr lang="en-US" altLang="zh-CN" dirty="0" smtClean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O</a:t>
            </a:r>
            <a:r>
              <a:rPr lang="zh-CN" altLang="en-US" dirty="0" smtClean="0"/>
              <a:t>符号例子</a:t>
            </a:r>
            <a:r>
              <a:rPr lang="en-US" altLang="zh-CN" dirty="0" smtClean="0"/>
              <a:t>(1)</a:t>
            </a:r>
            <a:endParaRPr lang="zh-CN" altLang="en-US" dirty="0" smtClean="0"/>
          </a:p>
        </p:txBody>
      </p:sp>
      <p:sp>
        <p:nvSpPr>
          <p:cNvPr id="1049247" name="Rectangle 3"/>
          <p:cNvSpPr>
            <a:spLocks noGrp="1" noChangeArrowheads="1"/>
          </p:cNvSpPr>
          <p:nvPr>
            <p:ph idx="1"/>
          </p:nvPr>
        </p:nvSpPr>
        <p:spPr>
          <a:xfrm>
            <a:off x="346841" y="1602827"/>
            <a:ext cx="7735888" cy="4724400"/>
          </a:xfrm>
        </p:spPr>
        <p:txBody>
          <a:bodyPr/>
          <a:p>
            <a:pPr eaLnBrk="1" hangingPunct="1">
              <a:spcAft>
                <a:spcPts val="0"/>
              </a:spcAft>
            </a:pPr>
            <a:r>
              <a:rPr lang="zh-CN" altLang="en-US" dirty="0" smtClean="0"/>
              <a:t>线性函数</a:t>
            </a:r>
            <a:endParaRPr lang="zh-CN" altLang="en-US" dirty="0" smtClean="0"/>
          </a:p>
          <a:p>
            <a:pPr eaLnBrk="1" hangingPunct="1">
              <a:spcBef>
                <a:spcPts val="750"/>
              </a:spcBef>
              <a:spcAft>
                <a:spcPts val="0"/>
              </a:spcAft>
            </a:pPr>
            <a:r>
              <a:rPr lang="en-US" altLang="zh-CN" i="1" dirty="0" smtClean="0"/>
              <a:t>f </a:t>
            </a:r>
            <a:r>
              <a:rPr lang="en-US" altLang="zh-CN" dirty="0" smtClean="0"/>
              <a:t>(</a:t>
            </a:r>
            <a:r>
              <a:rPr lang="en-US" altLang="zh-CN" i="1" dirty="0" smtClean="0"/>
              <a:t>n</a:t>
            </a:r>
            <a:r>
              <a:rPr lang="en-US" altLang="zh-CN" dirty="0" smtClean="0"/>
              <a:t>)=3</a:t>
            </a:r>
            <a:r>
              <a:rPr lang="en-US" altLang="zh-CN" i="1" dirty="0" smtClean="0"/>
              <a:t>n</a:t>
            </a:r>
            <a:r>
              <a:rPr lang="en-US" altLang="zh-CN" dirty="0" smtClean="0"/>
              <a:t>+2</a:t>
            </a:r>
            <a:endParaRPr lang="en-US" altLang="zh-CN" dirty="0" smtClean="0"/>
          </a:p>
          <a:p>
            <a:pPr lvl="1" eaLnBrk="1" hangingPunct="1">
              <a:spcBef>
                <a:spcPts val="375"/>
              </a:spcBef>
              <a:spcAft>
                <a:spcPts val="0"/>
              </a:spcAft>
            </a:pPr>
            <a:r>
              <a:rPr lang="en-US" altLang="zh-CN" i="1" dirty="0" smtClean="0"/>
              <a:t>n</a:t>
            </a:r>
            <a:r>
              <a:rPr lang="en-US" altLang="zh-CN" dirty="0" smtClean="0"/>
              <a:t>≥2</a:t>
            </a:r>
            <a:r>
              <a:rPr lang="zh-CN" altLang="en-US" dirty="0" smtClean="0"/>
              <a:t>时，</a:t>
            </a:r>
            <a:r>
              <a:rPr lang="en-US" altLang="zh-CN" dirty="0" smtClean="0"/>
              <a:t>3</a:t>
            </a:r>
            <a:r>
              <a:rPr lang="en-US" altLang="zh-CN" i="1" dirty="0" smtClean="0"/>
              <a:t>n</a:t>
            </a:r>
            <a:r>
              <a:rPr lang="en-US" altLang="zh-CN" dirty="0" smtClean="0"/>
              <a:t>+2≤3</a:t>
            </a:r>
            <a:r>
              <a:rPr lang="en-US" altLang="zh-CN" i="1" dirty="0" smtClean="0"/>
              <a:t>n</a:t>
            </a:r>
            <a:r>
              <a:rPr lang="en-US" altLang="zh-CN" dirty="0" smtClean="0"/>
              <a:t>+</a:t>
            </a:r>
            <a:r>
              <a:rPr lang="en-US" altLang="zh-CN" i="1" dirty="0" smtClean="0"/>
              <a:t>n</a:t>
            </a:r>
            <a:r>
              <a:rPr lang="zh-CN" altLang="en-US" dirty="0" smtClean="0"/>
              <a:t>＝</a:t>
            </a:r>
            <a:r>
              <a:rPr lang="en-US" altLang="zh-CN" dirty="0" smtClean="0"/>
              <a:t>4</a:t>
            </a:r>
            <a:r>
              <a:rPr lang="en-US" altLang="zh-CN" i="1" dirty="0" smtClean="0"/>
              <a:t>n</a:t>
            </a:r>
            <a:r>
              <a:rPr lang="zh-CN" altLang="en-US" dirty="0" smtClean="0"/>
              <a:t>，</a:t>
            </a:r>
            <a:r>
              <a:rPr lang="en-US" altLang="zh-CN" i="1" dirty="0" smtClean="0"/>
              <a:t>f </a:t>
            </a:r>
            <a:r>
              <a:rPr lang="en-US" altLang="zh-CN" dirty="0" smtClean="0"/>
              <a:t>(</a:t>
            </a:r>
            <a:r>
              <a:rPr lang="en-US" altLang="zh-CN" i="1" dirty="0" smtClean="0"/>
              <a:t>n</a:t>
            </a:r>
            <a:r>
              <a:rPr lang="en-US" altLang="zh-CN" dirty="0" smtClean="0"/>
              <a:t>)</a:t>
            </a:r>
            <a:r>
              <a:rPr lang="en-US" altLang="zh-CN" dirty="0" smtClean="0">
                <a:solidFill>
                  <a:srgbClr val="FF0000"/>
                </a:solidFill>
              </a:rPr>
              <a:t>=</a:t>
            </a:r>
            <a:r>
              <a:rPr lang="en-US" altLang="zh-CN" dirty="0" smtClean="0"/>
              <a:t>O(</a:t>
            </a:r>
            <a:r>
              <a:rPr lang="en-US" altLang="zh-CN" i="1" dirty="0" smtClean="0"/>
              <a:t>n</a:t>
            </a:r>
            <a:r>
              <a:rPr lang="en-US" altLang="zh-CN" dirty="0" smtClean="0"/>
              <a:t>)   </a:t>
            </a:r>
            <a:r>
              <a:rPr lang="en-US" altLang="zh-CN" dirty="0" smtClean="0">
                <a:solidFill>
                  <a:schemeClr val="accent6"/>
                </a:solidFill>
              </a:rPr>
              <a:t>//</a:t>
            </a:r>
            <a:r>
              <a:rPr lang="zh-CN" altLang="en-US" dirty="0" smtClean="0">
                <a:solidFill>
                  <a:schemeClr val="accent6"/>
                </a:solidFill>
              </a:rPr>
              <a:t>此为最小上界</a:t>
            </a:r>
            <a:endParaRPr lang="en-US" altLang="zh-CN" dirty="0" smtClean="0"/>
          </a:p>
          <a:p>
            <a:pPr lvl="1" eaLnBrk="1" hangingPunct="1">
              <a:spcBef>
                <a:spcPts val="375"/>
              </a:spcBef>
              <a:spcAft>
                <a:spcPts val="0"/>
              </a:spcAft>
            </a:pPr>
            <a:r>
              <a:rPr lang="en-US" altLang="zh-CN" i="1" dirty="0" smtClean="0"/>
              <a:t>n</a:t>
            </a:r>
            <a:r>
              <a:rPr lang="en-US" altLang="zh-CN" dirty="0" smtClean="0"/>
              <a:t>&gt;0</a:t>
            </a:r>
            <a:r>
              <a:rPr lang="zh-CN" altLang="en-US" dirty="0" smtClean="0"/>
              <a:t>时，</a:t>
            </a:r>
            <a:r>
              <a:rPr lang="en-US" altLang="zh-CN" i="1" dirty="0" smtClean="0"/>
              <a:t>n</a:t>
            </a:r>
            <a:r>
              <a:rPr lang="en-US" altLang="zh-CN" dirty="0" smtClean="0"/>
              <a:t>≥1</a:t>
            </a:r>
            <a:r>
              <a:rPr lang="zh-CN" altLang="en-US" dirty="0" smtClean="0"/>
              <a:t>，</a:t>
            </a:r>
            <a:r>
              <a:rPr lang="en-US" altLang="zh-CN" dirty="0" smtClean="0"/>
              <a:t>3</a:t>
            </a:r>
            <a:r>
              <a:rPr lang="en-US" altLang="zh-CN" i="1" dirty="0" smtClean="0"/>
              <a:t>n</a:t>
            </a:r>
            <a:r>
              <a:rPr lang="en-US" altLang="zh-CN" dirty="0" smtClean="0"/>
              <a:t>+2≤3</a:t>
            </a:r>
            <a:r>
              <a:rPr lang="en-US" altLang="zh-CN" i="1" dirty="0" smtClean="0"/>
              <a:t>n</a:t>
            </a:r>
            <a:r>
              <a:rPr lang="en-US" altLang="zh-CN" dirty="0" smtClean="0"/>
              <a:t>+2</a:t>
            </a:r>
            <a:r>
              <a:rPr lang="en-US" altLang="zh-CN" i="1" dirty="0" smtClean="0"/>
              <a:t>n</a:t>
            </a:r>
            <a:r>
              <a:rPr lang="en-US" altLang="zh-CN" dirty="0" smtClean="0"/>
              <a:t>=5</a:t>
            </a:r>
            <a:r>
              <a:rPr lang="en-US" altLang="zh-CN" i="1" dirty="0" smtClean="0"/>
              <a:t>n</a:t>
            </a:r>
            <a:endParaRPr lang="en-US" altLang="zh-CN" dirty="0" smtClean="0"/>
          </a:p>
          <a:p>
            <a:pPr>
              <a:spcBef>
                <a:spcPts val="750"/>
              </a:spcBef>
              <a:spcAft>
                <a:spcPts val="0"/>
              </a:spcAft>
            </a:pPr>
            <a:r>
              <a:rPr lang="en-US" altLang="zh-CN" i="1" dirty="0" smtClean="0"/>
              <a:t>f </a:t>
            </a:r>
            <a:r>
              <a:rPr lang="en-US" altLang="zh-CN" dirty="0" smtClean="0"/>
              <a:t>(</a:t>
            </a:r>
            <a:r>
              <a:rPr lang="en-US" altLang="zh-CN" i="1" dirty="0" smtClean="0"/>
              <a:t>n</a:t>
            </a:r>
            <a:r>
              <a:rPr lang="en-US" altLang="zh-CN" dirty="0" smtClean="0"/>
              <a:t>)=3</a:t>
            </a:r>
            <a:r>
              <a:rPr lang="en-US" altLang="zh-CN" i="1" dirty="0" smtClean="0"/>
              <a:t>n</a:t>
            </a:r>
            <a:r>
              <a:rPr lang="en-US" altLang="zh-CN" dirty="0" smtClean="0"/>
              <a:t>+3</a:t>
            </a:r>
            <a:r>
              <a:rPr lang="zh-CN" altLang="en-US" dirty="0" smtClean="0"/>
              <a:t>：</a:t>
            </a:r>
            <a:r>
              <a:rPr lang="en-US" altLang="zh-CN" i="1" dirty="0" smtClean="0"/>
              <a:t>n</a:t>
            </a:r>
            <a:r>
              <a:rPr lang="en-US" altLang="zh-CN" dirty="0" smtClean="0"/>
              <a:t>≥3</a:t>
            </a:r>
            <a:r>
              <a:rPr lang="zh-CN" altLang="en-US" dirty="0" smtClean="0"/>
              <a:t>时，</a:t>
            </a:r>
            <a:r>
              <a:rPr lang="en-US" altLang="zh-CN" dirty="0" smtClean="0"/>
              <a:t>3</a:t>
            </a:r>
            <a:r>
              <a:rPr lang="en-US" altLang="zh-CN" i="1" dirty="0" smtClean="0"/>
              <a:t>n</a:t>
            </a:r>
            <a:r>
              <a:rPr lang="en-US" altLang="zh-CN" dirty="0" smtClean="0"/>
              <a:t>+ 3≤3</a:t>
            </a:r>
            <a:r>
              <a:rPr lang="en-US" altLang="zh-CN" i="1" dirty="0" smtClean="0"/>
              <a:t>n</a:t>
            </a:r>
            <a:r>
              <a:rPr lang="en-US" altLang="zh-CN" dirty="0" smtClean="0"/>
              <a:t>+</a:t>
            </a:r>
            <a:r>
              <a:rPr lang="en-US" altLang="zh-CN" i="1" dirty="0" smtClean="0"/>
              <a:t>n</a:t>
            </a:r>
            <a:r>
              <a:rPr lang="en-US" altLang="zh-CN" dirty="0" smtClean="0"/>
              <a:t>=4</a:t>
            </a:r>
            <a:r>
              <a:rPr lang="en-US" altLang="zh-CN" i="1" dirty="0" smtClean="0"/>
              <a:t>n</a:t>
            </a:r>
            <a:endParaRPr lang="en-US" altLang="zh-CN" i="1" dirty="0" smtClean="0"/>
          </a:p>
          <a:p>
            <a:pPr eaLnBrk="1" hangingPunct="1">
              <a:spcBef>
                <a:spcPts val="750"/>
              </a:spcBef>
              <a:spcAft>
                <a:spcPts val="0"/>
              </a:spcAft>
            </a:pPr>
            <a:r>
              <a:rPr lang="en-US" altLang="zh-CN" i="1" dirty="0" smtClean="0"/>
              <a:t>f </a:t>
            </a:r>
            <a:r>
              <a:rPr lang="en-US" altLang="zh-CN" dirty="0" smtClean="0"/>
              <a:t>(</a:t>
            </a:r>
            <a:r>
              <a:rPr lang="en-US" altLang="zh-CN" i="1" dirty="0" smtClean="0"/>
              <a:t>n</a:t>
            </a:r>
            <a:r>
              <a:rPr lang="en-US" altLang="zh-CN" dirty="0" smtClean="0"/>
              <a:t>)=100</a:t>
            </a:r>
            <a:r>
              <a:rPr lang="en-US" altLang="zh-CN" i="1" dirty="0" smtClean="0"/>
              <a:t>n</a:t>
            </a:r>
            <a:r>
              <a:rPr lang="en-US" altLang="zh-CN" dirty="0" smtClean="0"/>
              <a:t>+6</a:t>
            </a:r>
            <a:r>
              <a:rPr lang="zh-CN" altLang="en-US" dirty="0" smtClean="0"/>
              <a:t>：</a:t>
            </a:r>
            <a:r>
              <a:rPr lang="en-US" altLang="zh-CN" i="1" dirty="0" smtClean="0"/>
              <a:t>n</a:t>
            </a:r>
            <a:r>
              <a:rPr lang="en-US" altLang="zh-CN" dirty="0" smtClean="0"/>
              <a:t>≥6</a:t>
            </a:r>
            <a:r>
              <a:rPr lang="zh-CN" altLang="en-US" dirty="0" smtClean="0"/>
              <a:t>时，</a:t>
            </a:r>
            <a:r>
              <a:rPr lang="en-US" altLang="zh-CN" dirty="0" smtClean="0"/>
              <a:t>100</a:t>
            </a:r>
            <a:r>
              <a:rPr lang="en-US" altLang="zh-CN" i="1" dirty="0" smtClean="0"/>
              <a:t>n</a:t>
            </a:r>
            <a:r>
              <a:rPr lang="en-US" altLang="zh-CN" dirty="0" smtClean="0"/>
              <a:t>+6≤100</a:t>
            </a:r>
            <a:r>
              <a:rPr lang="en-US" altLang="zh-CN" i="1" dirty="0" smtClean="0"/>
              <a:t>n</a:t>
            </a:r>
            <a:r>
              <a:rPr lang="en-US" altLang="zh-CN" dirty="0" smtClean="0"/>
              <a:t>+</a:t>
            </a:r>
            <a:r>
              <a:rPr lang="en-US" altLang="zh-CN" i="1" dirty="0" smtClean="0"/>
              <a:t>n</a:t>
            </a:r>
            <a:r>
              <a:rPr lang="en-US" altLang="zh-CN" dirty="0" smtClean="0"/>
              <a:t>=101</a:t>
            </a:r>
            <a:r>
              <a:rPr lang="en-US" altLang="zh-CN" i="1" dirty="0" smtClean="0"/>
              <a:t>n</a:t>
            </a:r>
            <a:endParaRPr lang="en-US" altLang="zh-CN" i="1" dirty="0" smtClean="0"/>
          </a:p>
          <a:p>
            <a:pPr eaLnBrk="1" hangingPunct="1"/>
            <a:endParaRPr lang="en-US" altLang="zh-CN" i="1" dirty="0"/>
          </a:p>
          <a:p>
            <a:pPr marL="0" lvl="1" indent="0">
              <a:spcBef>
                <a:spcPts val="375"/>
              </a:spcBef>
              <a:buNone/>
            </a:pPr>
            <a:r>
              <a:rPr lang="en-US" altLang="zh-CN" i="1" dirty="0" smtClean="0"/>
              <a:t> c</a:t>
            </a:r>
            <a:r>
              <a:rPr lang="zh-CN" altLang="en-US" dirty="0"/>
              <a:t>和</a:t>
            </a:r>
            <a:r>
              <a:rPr lang="en-US" altLang="zh-CN" i="1" dirty="0"/>
              <a:t>n</a:t>
            </a:r>
            <a:r>
              <a:rPr lang="en-US" altLang="zh-CN" baseline="-25000" dirty="0"/>
              <a:t>0</a:t>
            </a:r>
            <a:r>
              <a:rPr lang="en-US" altLang="zh-CN" dirty="0"/>
              <a:t> </a:t>
            </a:r>
            <a:r>
              <a:rPr lang="zh-CN" altLang="en-US" dirty="0"/>
              <a:t>并不重要</a:t>
            </a:r>
            <a:endParaRPr lang="zh-CN" altLang="en-US" dirty="0"/>
          </a:p>
          <a:p>
            <a:pPr eaLnBrk="1" hangingPunct="1"/>
            <a:endParaRPr lang="en-US" altLang="zh-CN" i="1" dirty="0" smtClean="0"/>
          </a:p>
        </p:txBody>
      </p:sp>
      <p:sp>
        <p:nvSpPr>
          <p:cNvPr id="1049248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rtl="0">
              <a:spcAft>
                <a:spcPts val="0"/>
              </a:spcAft>
            </a:pPr>
            <a:fld id="{71B7BAC7-FE87-40F6-AA24-4F4685D1B022}" type="slidenum">
              <a:rPr lang="en-US" altLang="zh-CN" noProof="0" smtClean="0"/>
            </a:fld>
            <a:endParaRPr lang="zh-CN" altLang="en-US" noProof="0" dirty="0"/>
          </a:p>
        </p:txBody>
      </p:sp>
      <p:grpSp>
        <p:nvGrpSpPr>
          <p:cNvPr id="305" name="组合 5"/>
          <p:cNvGrpSpPr/>
          <p:nvPr/>
        </p:nvGrpSpPr>
        <p:grpSpPr bwMode="auto">
          <a:xfrm>
            <a:off x="5018089" y="527271"/>
            <a:ext cx="4125911" cy="1435100"/>
            <a:chOff x="5314952" y="558793"/>
            <a:chExt cx="4125924" cy="1435104"/>
          </a:xfrm>
        </p:grpSpPr>
        <p:sp>
          <p:nvSpPr>
            <p:cNvPr id="1049249" name="竖卷形 3"/>
            <p:cNvSpPr/>
            <p:nvPr/>
          </p:nvSpPr>
          <p:spPr bwMode="auto">
            <a:xfrm>
              <a:off x="5314952" y="558793"/>
              <a:ext cx="4125924" cy="1435104"/>
            </a:xfrm>
            <a:prstGeom prst="verticalScroll">
              <a:avLst/>
            </a:prstGeom>
            <a:ln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lIns="0" tIns="0" rIns="182880" bIns="0"/>
            <a:p>
              <a:pPr>
                <a:spcBef>
                  <a:spcPct val="50000"/>
                </a:spcBef>
              </a:pPr>
              <a:endParaRPr lang="zh-CN" altLang="en-US" sz="2400">
                <a:solidFill>
                  <a:schemeClr val="tx1"/>
                </a:solidFill>
              </a:endParaRPr>
            </a:p>
          </p:txBody>
        </p:sp>
        <p:sp>
          <p:nvSpPr>
            <p:cNvPr id="1049250" name="圆角矩形 4"/>
            <p:cNvSpPr>
              <a:spLocks noChangeArrowheads="1"/>
            </p:cNvSpPr>
            <p:nvPr/>
          </p:nvSpPr>
          <p:spPr bwMode="auto">
            <a:xfrm>
              <a:off x="5496908" y="738180"/>
              <a:ext cx="3767148" cy="1255717"/>
            </a:xfrm>
            <a:prstGeom prst="roundRect">
              <a:avLst>
                <a:gd name="adj" fmla="val 16667"/>
              </a:avLst>
            </a:prstGeom>
            <a:noFill/>
            <a:ln>
              <a:noFill/>
            </a:ln>
          </p:spPr>
          <p:txBody>
            <a:bodyPr lIns="0" tIns="0" rIns="182880" bIns="0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2400" dirty="0">
                  <a:solidFill>
                    <a:srgbClr val="FF0000"/>
                  </a:solidFill>
                  <a:latin typeface="黑体" panose="02010609060101010101" charset="-122"/>
                  <a:ea typeface="黑体" panose="02010609060101010101" charset="-122"/>
                  <a:sym typeface="+mn-ea"/>
                </a:rPr>
                <a:t>f(n)=O(g(n)),</a:t>
              </a:r>
              <a:r>
                <a:rPr lang="zh-CN" altLang="en-US" sz="2400" dirty="0">
                  <a:solidFill>
                    <a:srgbClr val="FF0000"/>
                  </a:solidFill>
                  <a:latin typeface="黑体" panose="02010609060101010101" charset="-122"/>
                  <a:ea typeface="黑体" panose="02010609060101010101" charset="-122"/>
                  <a:sym typeface="+mn-ea"/>
                </a:rPr>
                <a:t>当且仅当存在正常数</a:t>
              </a:r>
              <a:r>
                <a:rPr lang="en-US" altLang="zh-CN" sz="2400" dirty="0">
                  <a:solidFill>
                    <a:srgbClr val="FF0000"/>
                  </a:solidFill>
                  <a:latin typeface="黑体" panose="02010609060101010101" charset="-122"/>
                  <a:ea typeface="黑体" panose="02010609060101010101" charset="-122"/>
                  <a:sym typeface="+mn-ea"/>
                </a:rPr>
                <a:t>c</a:t>
              </a:r>
              <a:r>
                <a:rPr lang="zh-CN" altLang="en-US" sz="2400" dirty="0">
                  <a:solidFill>
                    <a:srgbClr val="FF0000"/>
                  </a:solidFill>
                  <a:latin typeface="黑体" panose="02010609060101010101" charset="-122"/>
                  <a:ea typeface="黑体" panose="02010609060101010101" charset="-122"/>
                  <a:sym typeface="+mn-ea"/>
                </a:rPr>
                <a:t>和</a:t>
              </a:r>
              <a:r>
                <a:rPr lang="en-US" altLang="zh-CN" sz="2400" dirty="0">
                  <a:solidFill>
                    <a:srgbClr val="FF0000"/>
                  </a:solidFill>
                  <a:latin typeface="黑体" panose="02010609060101010101" charset="-122"/>
                  <a:ea typeface="黑体" panose="02010609060101010101" charset="-122"/>
                  <a:sym typeface="+mn-ea"/>
                </a:rPr>
                <a:t>n</a:t>
              </a:r>
              <a:r>
                <a:rPr lang="en-US" altLang="zh-CN" sz="2400" baseline="-25000" dirty="0">
                  <a:solidFill>
                    <a:srgbClr val="FF0000"/>
                  </a:solidFill>
                  <a:latin typeface="黑体" panose="02010609060101010101" charset="-122"/>
                  <a:ea typeface="黑体" panose="02010609060101010101" charset="-122"/>
                  <a:sym typeface="+mn-ea"/>
                </a:rPr>
                <a:t>0,</a:t>
              </a:r>
              <a:r>
                <a:rPr lang="zh-CN" altLang="en-US" sz="2400" dirty="0">
                  <a:solidFill>
                    <a:srgbClr val="FF0000"/>
                  </a:solidFill>
                  <a:latin typeface="黑体" panose="02010609060101010101" charset="-122"/>
                  <a:ea typeface="黑体" panose="02010609060101010101" charset="-122"/>
                  <a:sym typeface="+mn-ea"/>
                </a:rPr>
                <a:t>使得对所有</a:t>
              </a:r>
              <a:r>
                <a:rPr lang="en-US" altLang="zh-CN" sz="2400" i="1" dirty="0">
                  <a:solidFill>
                    <a:srgbClr val="FF0000"/>
                  </a:solidFill>
                  <a:latin typeface="黑体" panose="02010609060101010101" charset="-122"/>
                  <a:ea typeface="黑体" panose="02010609060101010101" charset="-122"/>
                  <a:sym typeface="+mn-ea"/>
                </a:rPr>
                <a:t>n</a:t>
              </a:r>
              <a:r>
                <a:rPr lang="en-US" altLang="zh-CN" sz="2400" dirty="0">
                  <a:solidFill>
                    <a:srgbClr val="FF0000"/>
                  </a:solidFill>
                  <a:latin typeface="黑体" panose="02010609060101010101" charset="-122"/>
                  <a:ea typeface="黑体" panose="02010609060101010101" charset="-122"/>
                  <a:sym typeface="+mn-ea"/>
                </a:rPr>
                <a:t>≥</a:t>
              </a:r>
              <a:r>
                <a:rPr lang="en-US" altLang="zh-CN" sz="2400" i="1" dirty="0">
                  <a:solidFill>
                    <a:srgbClr val="FF0000"/>
                  </a:solidFill>
                  <a:latin typeface="黑体" panose="02010609060101010101" charset="-122"/>
                  <a:ea typeface="黑体" panose="02010609060101010101" charset="-122"/>
                  <a:sym typeface="+mn-ea"/>
                </a:rPr>
                <a:t>n</a:t>
              </a:r>
              <a:r>
                <a:rPr lang="en-US" altLang="zh-CN" sz="2400" baseline="-25000" dirty="0">
                  <a:solidFill>
                    <a:srgbClr val="FF0000"/>
                  </a:solidFill>
                  <a:latin typeface="黑体" panose="02010609060101010101" charset="-122"/>
                  <a:ea typeface="黑体" panose="02010609060101010101" charset="-122"/>
                  <a:sym typeface="+mn-ea"/>
                </a:rPr>
                <a:t>0</a:t>
              </a:r>
              <a:r>
                <a:rPr lang="en-US" altLang="zh-CN" sz="2400" dirty="0">
                  <a:solidFill>
                    <a:srgbClr val="FF0000"/>
                  </a:solidFill>
                  <a:latin typeface="黑体" panose="02010609060101010101" charset="-122"/>
                  <a:ea typeface="黑体" panose="02010609060101010101" charset="-122"/>
                  <a:sym typeface="+mn-ea"/>
                </a:rPr>
                <a:t>, </a:t>
              </a:r>
              <a:r>
                <a:rPr lang="zh-CN" altLang="en-US" sz="2400" dirty="0">
                  <a:solidFill>
                    <a:srgbClr val="FF0000"/>
                  </a:solidFill>
                  <a:latin typeface="黑体" panose="02010609060101010101" charset="-122"/>
                  <a:ea typeface="黑体" panose="02010609060101010101" charset="-122"/>
                  <a:sym typeface="+mn-ea"/>
                </a:rPr>
                <a:t>有</a:t>
              </a:r>
              <a:r>
                <a:rPr lang="en-US" altLang="zh-CN" sz="2400" i="1" dirty="0">
                  <a:solidFill>
                    <a:srgbClr val="FF0000"/>
                  </a:solidFill>
                  <a:latin typeface="黑体" panose="02010609060101010101" charset="-122"/>
                  <a:ea typeface="黑体" panose="02010609060101010101" charset="-122"/>
                  <a:sym typeface="+mn-ea"/>
                </a:rPr>
                <a:t>f</a:t>
              </a:r>
              <a:r>
                <a:rPr lang="en-US" altLang="zh-CN" sz="2400" dirty="0">
                  <a:solidFill>
                    <a:srgbClr val="FF0000"/>
                  </a:solidFill>
                  <a:latin typeface="黑体" panose="02010609060101010101" charset="-122"/>
                  <a:ea typeface="黑体" panose="02010609060101010101" charset="-122"/>
                  <a:sym typeface="+mn-ea"/>
                </a:rPr>
                <a:t>(</a:t>
              </a:r>
              <a:r>
                <a:rPr lang="en-US" altLang="zh-CN" sz="2400" i="1" dirty="0">
                  <a:solidFill>
                    <a:srgbClr val="FF0000"/>
                  </a:solidFill>
                  <a:latin typeface="黑体" panose="02010609060101010101" charset="-122"/>
                  <a:ea typeface="黑体" panose="02010609060101010101" charset="-122"/>
                  <a:sym typeface="+mn-ea"/>
                </a:rPr>
                <a:t>n</a:t>
              </a:r>
              <a:r>
                <a:rPr lang="en-US" altLang="zh-CN" sz="2400" dirty="0">
                  <a:solidFill>
                    <a:srgbClr val="FF0000"/>
                  </a:solidFill>
                  <a:latin typeface="黑体" panose="02010609060101010101" charset="-122"/>
                  <a:ea typeface="黑体" panose="02010609060101010101" charset="-122"/>
                  <a:sym typeface="+mn-ea"/>
                </a:rPr>
                <a:t>)≤</a:t>
              </a:r>
              <a:r>
                <a:rPr lang="en-US" altLang="zh-CN" sz="2400" i="1" dirty="0">
                  <a:solidFill>
                    <a:srgbClr val="FF0000"/>
                  </a:solidFill>
                  <a:latin typeface="黑体" panose="02010609060101010101" charset="-122"/>
                  <a:ea typeface="黑体" panose="02010609060101010101" charset="-122"/>
                  <a:sym typeface="+mn-ea"/>
                </a:rPr>
                <a:t>cg</a:t>
              </a:r>
              <a:r>
                <a:rPr lang="en-US" altLang="zh-CN" sz="2400" dirty="0">
                  <a:solidFill>
                    <a:srgbClr val="FF0000"/>
                  </a:solidFill>
                  <a:latin typeface="黑体" panose="02010609060101010101" charset="-122"/>
                  <a:ea typeface="黑体" panose="02010609060101010101" charset="-122"/>
                  <a:sym typeface="+mn-ea"/>
                </a:rPr>
                <a:t>(</a:t>
              </a:r>
              <a:r>
                <a:rPr lang="en-US" altLang="zh-CN" sz="2400" i="1" dirty="0">
                  <a:solidFill>
                    <a:srgbClr val="FF0000"/>
                  </a:solidFill>
                  <a:latin typeface="黑体" panose="02010609060101010101" charset="-122"/>
                  <a:ea typeface="黑体" panose="02010609060101010101" charset="-122"/>
                  <a:sym typeface="+mn-ea"/>
                </a:rPr>
                <a:t>n</a:t>
              </a:r>
              <a:r>
                <a:rPr lang="en-US" altLang="zh-CN" sz="2400" dirty="0">
                  <a:solidFill>
                    <a:srgbClr val="FF0000"/>
                  </a:solidFill>
                  <a:latin typeface="黑体" panose="02010609060101010101" charset="-122"/>
                  <a:ea typeface="黑体" panose="02010609060101010101" charset="-122"/>
                  <a:sym typeface="+mn-ea"/>
                </a:rPr>
                <a:t>)</a:t>
              </a:r>
              <a:endParaRPr lang="en-US" altLang="zh-CN" sz="2400" dirty="0">
                <a:solidFill>
                  <a:srgbClr val="FF0000"/>
                </a:solidFill>
                <a:latin typeface="黑体" panose="02010609060101010101" charset="-122"/>
                <a:ea typeface="黑体" panose="02010609060101010101" charset="-122"/>
                <a:sym typeface="+mn-ea"/>
              </a:endParaRPr>
            </a:p>
          </p:txBody>
        </p:sp>
      </p:grpSp>
    </p:spTree>
    <p:custDataLst>
      <p:tags r:id="rId1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700"/>
    </mc:Choice>
    <mc:Fallback>
      <p:transition/>
    </mc:Fallback>
  </mc:AlternateContent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0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25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p>
            <a:pPr eaLnBrk="1" hangingPunct="1">
              <a:spcAft>
                <a:spcPts val="0"/>
              </a:spcAft>
            </a:pPr>
            <a:r>
              <a:rPr lang="zh-CN" altLang="en-US" dirty="0" smtClean="0"/>
              <a:t>大</a:t>
            </a:r>
            <a:r>
              <a:rPr lang="en-US" altLang="zh-CN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O</a:t>
            </a:r>
            <a:r>
              <a:rPr lang="zh-CN" altLang="en-US" dirty="0" smtClean="0"/>
              <a:t>符号例子（</a:t>
            </a:r>
            <a:r>
              <a:rPr lang="en-US" altLang="zh-CN" dirty="0" smtClean="0"/>
              <a:t>2</a:t>
            </a:r>
            <a:r>
              <a:rPr lang="zh-CN" altLang="en-US" dirty="0" smtClean="0"/>
              <a:t>）</a:t>
            </a:r>
            <a:endParaRPr lang="zh-CN" altLang="en-US" dirty="0" smtClean="0"/>
          </a:p>
        </p:txBody>
      </p:sp>
      <p:sp>
        <p:nvSpPr>
          <p:cNvPr id="1049255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p>
            <a:pPr eaLnBrk="1" hangingPunct="1">
              <a:spcAft>
                <a:spcPts val="0"/>
              </a:spcAft>
            </a:pPr>
            <a:r>
              <a:rPr lang="zh-CN" altLang="en-US" dirty="0" smtClean="0"/>
              <a:t>平方函数</a:t>
            </a:r>
            <a:endParaRPr lang="zh-CN" altLang="en-US" dirty="0" smtClean="0"/>
          </a:p>
          <a:p>
            <a:pPr lvl="1" eaLnBrk="1" hangingPunct="1">
              <a:spcBef>
                <a:spcPts val="375"/>
              </a:spcBef>
              <a:spcAft>
                <a:spcPts val="0"/>
              </a:spcAft>
            </a:pPr>
            <a:r>
              <a:rPr lang="en-US" altLang="zh-CN" dirty="0" smtClean="0"/>
              <a:t>f(n)=10n</a:t>
            </a:r>
            <a:r>
              <a:rPr lang="en-US" altLang="zh-CN" baseline="30000" dirty="0" smtClean="0"/>
              <a:t>2</a:t>
            </a:r>
            <a:r>
              <a:rPr lang="en-US" altLang="zh-CN" dirty="0" smtClean="0"/>
              <a:t>+4n+2</a:t>
            </a:r>
            <a:br>
              <a:rPr lang="en-US" altLang="zh-CN" dirty="0" smtClean="0"/>
            </a:br>
            <a:r>
              <a:rPr lang="en-US" altLang="zh-CN" dirty="0" smtClean="0"/>
              <a:t>n≥2</a:t>
            </a:r>
            <a:r>
              <a:rPr lang="zh-CN" altLang="en-US" dirty="0" smtClean="0"/>
              <a:t>时</a:t>
            </a:r>
            <a:r>
              <a:rPr lang="en-US" altLang="zh-CN" dirty="0" smtClean="0"/>
              <a:t>, f(n)≤10n</a:t>
            </a:r>
            <a:r>
              <a:rPr lang="en-US" altLang="zh-CN" baseline="30000" dirty="0" smtClean="0"/>
              <a:t>2</a:t>
            </a:r>
            <a:r>
              <a:rPr lang="en-US" altLang="zh-CN" dirty="0" smtClean="0"/>
              <a:t>+5n</a:t>
            </a:r>
            <a:br>
              <a:rPr lang="en-US" altLang="zh-CN" dirty="0" smtClean="0"/>
            </a:br>
            <a:r>
              <a:rPr lang="zh-CN" altLang="en-US" dirty="0" smtClean="0"/>
              <a:t>当</a:t>
            </a:r>
            <a:r>
              <a:rPr lang="en-US" altLang="zh-CN" dirty="0" smtClean="0"/>
              <a:t>n≥5</a:t>
            </a:r>
            <a:r>
              <a:rPr lang="zh-CN" altLang="en-US" dirty="0" smtClean="0"/>
              <a:t>时，</a:t>
            </a:r>
            <a:r>
              <a:rPr lang="en-US" altLang="zh-CN" dirty="0" smtClean="0"/>
              <a:t>5n≤n</a:t>
            </a:r>
            <a:r>
              <a:rPr lang="en-US" altLang="zh-CN" baseline="30000" dirty="0" smtClean="0"/>
              <a:t>2</a:t>
            </a:r>
            <a:r>
              <a:rPr lang="en-US" altLang="zh-CN" dirty="0" smtClean="0"/>
              <a:t> </a:t>
            </a:r>
            <a:r>
              <a:rPr lang="zh-CN" altLang="en-US" dirty="0" smtClean="0"/>
              <a:t>，因此</a:t>
            </a:r>
            <a:r>
              <a:rPr lang="en-US" altLang="zh-CN" dirty="0" smtClean="0"/>
              <a:t>n≥n</a:t>
            </a:r>
            <a:r>
              <a:rPr lang="en-US" altLang="zh-CN" baseline="-25000" dirty="0" smtClean="0"/>
              <a:t>0</a:t>
            </a:r>
            <a:r>
              <a:rPr lang="en-US" altLang="zh-CN" dirty="0" smtClean="0"/>
              <a:t>=5</a:t>
            </a:r>
            <a:r>
              <a:rPr lang="zh-CN" altLang="en-US" dirty="0" smtClean="0"/>
              <a:t>时，</a:t>
            </a:r>
            <a:br>
              <a:rPr lang="zh-CN" altLang="en-US" dirty="0" smtClean="0"/>
            </a:br>
            <a:r>
              <a:rPr lang="en-US" altLang="zh-CN" dirty="0" smtClean="0"/>
              <a:t>f (n)≤10n</a:t>
            </a:r>
            <a:r>
              <a:rPr lang="en-US" altLang="zh-CN" baseline="30000" dirty="0" smtClean="0"/>
              <a:t>2</a:t>
            </a:r>
            <a:r>
              <a:rPr lang="en-US" altLang="zh-CN" dirty="0" smtClean="0"/>
              <a:t>+n</a:t>
            </a:r>
            <a:r>
              <a:rPr lang="en-US" altLang="zh-CN" baseline="30000" dirty="0" smtClean="0"/>
              <a:t>2</a:t>
            </a:r>
            <a:r>
              <a:rPr lang="en-US" altLang="zh-CN" dirty="0" smtClean="0"/>
              <a:t>=11n</a:t>
            </a:r>
            <a:r>
              <a:rPr lang="en-US" altLang="zh-CN" baseline="30000" dirty="0" smtClean="0"/>
              <a:t>2</a:t>
            </a:r>
            <a:r>
              <a:rPr lang="zh-CN" altLang="en-US" dirty="0" smtClean="0"/>
              <a:t>，所以</a:t>
            </a:r>
            <a:r>
              <a:rPr lang="en-US" altLang="zh-CN" dirty="0" smtClean="0"/>
              <a:t>f(n)=O(n</a:t>
            </a:r>
            <a:r>
              <a:rPr lang="en-US" altLang="zh-CN" baseline="30000" dirty="0" smtClean="0"/>
              <a:t>2</a:t>
            </a:r>
            <a:r>
              <a:rPr lang="en-US" altLang="zh-CN" dirty="0" smtClean="0"/>
              <a:t>)</a:t>
            </a:r>
            <a:endParaRPr lang="en-US" altLang="zh-CN" dirty="0" smtClean="0"/>
          </a:p>
          <a:p>
            <a:pPr lvl="1" eaLnBrk="1" hangingPunct="1">
              <a:spcBef>
                <a:spcPts val="375"/>
              </a:spcBef>
            </a:pPr>
            <a:r>
              <a:rPr lang="en-US" altLang="zh-CN" dirty="0" smtClean="0"/>
              <a:t>f(n)=1000n</a:t>
            </a:r>
            <a:r>
              <a:rPr lang="en-US" altLang="zh-CN" baseline="30000" dirty="0" smtClean="0"/>
              <a:t>2</a:t>
            </a:r>
            <a:r>
              <a:rPr lang="en-US" altLang="zh-CN" dirty="0" smtClean="0"/>
              <a:t>+100n-6</a:t>
            </a:r>
            <a:br>
              <a:rPr lang="en-US" altLang="zh-CN" dirty="0" smtClean="0"/>
            </a:br>
            <a:r>
              <a:rPr lang="zh-CN" altLang="en-US" dirty="0" smtClean="0"/>
              <a:t>对于所有</a:t>
            </a:r>
            <a:r>
              <a:rPr lang="en-US" altLang="zh-CN" dirty="0" smtClean="0"/>
              <a:t>n</a:t>
            </a:r>
            <a:r>
              <a:rPr lang="zh-CN" altLang="en-US" dirty="0" smtClean="0"/>
              <a:t>有</a:t>
            </a:r>
            <a:r>
              <a:rPr lang="en-US" altLang="zh-CN" dirty="0" smtClean="0"/>
              <a:t>f(n)≤1000n</a:t>
            </a:r>
            <a:r>
              <a:rPr lang="en-US" altLang="zh-CN" baseline="30000" dirty="0" smtClean="0"/>
              <a:t>2</a:t>
            </a:r>
            <a:r>
              <a:rPr lang="en-US" altLang="zh-CN" dirty="0" smtClean="0"/>
              <a:t>+100n</a:t>
            </a:r>
            <a:r>
              <a:rPr lang="zh-CN" altLang="en-US" dirty="0" smtClean="0"/>
              <a:t>，</a:t>
            </a:r>
            <a:br>
              <a:rPr lang="zh-CN" altLang="en-US" dirty="0" smtClean="0"/>
            </a:br>
            <a:r>
              <a:rPr lang="zh-CN" altLang="en-US" dirty="0" smtClean="0"/>
              <a:t>对于</a:t>
            </a:r>
            <a:r>
              <a:rPr lang="en-US" altLang="zh-CN" dirty="0" smtClean="0"/>
              <a:t>n≥100, </a:t>
            </a:r>
            <a:r>
              <a:rPr lang="zh-CN" altLang="en-US" dirty="0" smtClean="0"/>
              <a:t>有</a:t>
            </a:r>
            <a:r>
              <a:rPr lang="en-US" altLang="zh-CN" dirty="0" smtClean="0"/>
              <a:t>100n≤n</a:t>
            </a:r>
            <a:r>
              <a:rPr lang="en-US" altLang="zh-CN" baseline="30000" dirty="0" smtClean="0"/>
              <a:t>2</a:t>
            </a:r>
            <a:r>
              <a:rPr lang="zh-CN" altLang="en-US" dirty="0" smtClean="0"/>
              <a:t>，</a:t>
            </a:r>
            <a:br>
              <a:rPr lang="zh-CN" altLang="en-US" dirty="0" smtClean="0"/>
            </a:br>
            <a:r>
              <a:rPr lang="zh-CN" altLang="en-US" dirty="0" smtClean="0"/>
              <a:t>因此对于</a:t>
            </a:r>
            <a:r>
              <a:rPr lang="en-US" altLang="zh-CN" dirty="0" smtClean="0"/>
              <a:t>n≥n</a:t>
            </a:r>
            <a:r>
              <a:rPr lang="en-US" altLang="zh-CN" baseline="-25000" dirty="0" smtClean="0"/>
              <a:t>0 </a:t>
            </a:r>
            <a:r>
              <a:rPr lang="en-US" altLang="zh-CN" dirty="0" smtClean="0"/>
              <a:t>=100</a:t>
            </a:r>
            <a:r>
              <a:rPr lang="zh-CN" altLang="en-US" dirty="0" smtClean="0"/>
              <a:t>，有</a:t>
            </a:r>
            <a:r>
              <a:rPr lang="en-US" altLang="zh-CN" dirty="0" smtClean="0"/>
              <a:t>f (n)&lt;1001n</a:t>
            </a:r>
            <a:r>
              <a:rPr lang="en-US" altLang="zh-CN" baseline="30000" dirty="0" smtClean="0"/>
              <a:t>2</a:t>
            </a:r>
            <a:r>
              <a:rPr lang="zh-CN" altLang="en-US" dirty="0" smtClean="0"/>
              <a:t>，</a:t>
            </a:r>
            <a:br>
              <a:rPr lang="zh-CN" altLang="en-US" dirty="0" smtClean="0"/>
            </a:br>
            <a:r>
              <a:rPr lang="zh-CN" altLang="en-US" dirty="0" smtClean="0"/>
              <a:t>所以</a:t>
            </a:r>
            <a:r>
              <a:rPr lang="en-US" altLang="zh-CN" dirty="0" smtClean="0"/>
              <a:t>f(n)=O(n</a:t>
            </a:r>
            <a:r>
              <a:rPr lang="en-US" altLang="zh-CN" baseline="30000" dirty="0" smtClean="0"/>
              <a:t>2</a:t>
            </a:r>
            <a:r>
              <a:rPr lang="en-US" altLang="zh-CN" dirty="0" smtClean="0"/>
              <a:t>)   </a:t>
            </a:r>
            <a:r>
              <a:rPr lang="en-US" altLang="zh-CN" dirty="0" smtClean="0">
                <a:solidFill>
                  <a:schemeClr val="accent6"/>
                </a:solidFill>
                <a:sym typeface="+mn-ea"/>
              </a:rPr>
              <a:t>//</a:t>
            </a:r>
            <a:r>
              <a:rPr lang="zh-CN" altLang="en-US" dirty="0" smtClean="0">
                <a:solidFill>
                  <a:schemeClr val="accent6"/>
                </a:solidFill>
                <a:sym typeface="+mn-ea"/>
              </a:rPr>
              <a:t>此为最小上界</a:t>
            </a:r>
            <a:endParaRPr lang="en-US" altLang="zh-CN" dirty="0" smtClean="0"/>
          </a:p>
        </p:txBody>
      </p:sp>
      <p:sp>
        <p:nvSpPr>
          <p:cNvPr id="1049256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rtl="0">
              <a:spcAft>
                <a:spcPts val="0"/>
              </a:spcAft>
            </a:pPr>
            <a:fld id="{71B7BAC7-FE87-40F6-AA24-4F4685D1B022}" type="slidenum">
              <a:rPr lang="en-US" altLang="zh-CN" noProof="0" smtClean="0"/>
            </a:fld>
            <a:endParaRPr lang="zh-CN" altLang="en-US" noProof="0" dirty="0"/>
          </a:p>
        </p:txBody>
      </p:sp>
      <p:grpSp>
        <p:nvGrpSpPr>
          <p:cNvPr id="309" name="组合 3"/>
          <p:cNvGrpSpPr/>
          <p:nvPr/>
        </p:nvGrpSpPr>
        <p:grpSpPr bwMode="auto">
          <a:xfrm>
            <a:off x="5018088" y="300831"/>
            <a:ext cx="4125912" cy="1435100"/>
            <a:chOff x="4392612" y="558792"/>
            <a:chExt cx="4125924" cy="1435104"/>
          </a:xfrm>
        </p:grpSpPr>
        <p:sp>
          <p:nvSpPr>
            <p:cNvPr id="1049257" name="竖卷形 4"/>
            <p:cNvSpPr/>
            <p:nvPr/>
          </p:nvSpPr>
          <p:spPr bwMode="auto">
            <a:xfrm>
              <a:off x="4392612" y="558792"/>
              <a:ext cx="4125924" cy="1435104"/>
            </a:xfrm>
            <a:prstGeom prst="verticalScroll">
              <a:avLst/>
            </a:prstGeom>
            <a:ln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lIns="0" tIns="0" rIns="182880" bIns="0"/>
            <a:p>
              <a:pPr>
                <a:spcBef>
                  <a:spcPct val="50000"/>
                </a:spcBef>
              </a:pPr>
              <a:endParaRPr lang="zh-CN" altLang="en-US" sz="2400">
                <a:solidFill>
                  <a:schemeClr val="tx1"/>
                </a:solidFill>
              </a:endParaRPr>
            </a:p>
          </p:txBody>
        </p:sp>
        <p:sp>
          <p:nvSpPr>
            <p:cNvPr id="1049258" name="圆角矩形 5"/>
            <p:cNvSpPr>
              <a:spLocks noChangeArrowheads="1"/>
            </p:cNvSpPr>
            <p:nvPr/>
          </p:nvSpPr>
          <p:spPr bwMode="auto">
            <a:xfrm>
              <a:off x="4572000" y="738180"/>
              <a:ext cx="3767148" cy="1255716"/>
            </a:xfrm>
            <a:prstGeom prst="roundRect">
              <a:avLst>
                <a:gd name="adj" fmla="val 16667"/>
              </a:avLst>
            </a:prstGeom>
            <a:noFill/>
            <a:ln>
              <a:noFill/>
            </a:ln>
          </p:spPr>
          <p:txBody>
            <a:bodyPr lIns="0" tIns="0" rIns="182880" bIns="0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2400">
                  <a:solidFill>
                    <a:srgbClr val="FF0000"/>
                  </a:solidFill>
                  <a:latin typeface="黑体" panose="02010609060101010101" charset="-122"/>
                  <a:ea typeface="黑体" panose="02010609060101010101" charset="-122"/>
                  <a:sym typeface="+mn-ea"/>
                </a:rPr>
                <a:t>f(n)=O(g(n)),</a:t>
              </a:r>
              <a:r>
                <a:rPr lang="zh-CN" altLang="en-US" sz="2400">
                  <a:solidFill>
                    <a:srgbClr val="FF0000"/>
                  </a:solidFill>
                  <a:latin typeface="黑体" panose="02010609060101010101" charset="-122"/>
                  <a:ea typeface="黑体" panose="02010609060101010101" charset="-122"/>
                  <a:sym typeface="+mn-ea"/>
                </a:rPr>
                <a:t>当且仅当存在正常数</a:t>
              </a:r>
              <a:r>
                <a:rPr lang="en-US" altLang="zh-CN" sz="2400">
                  <a:solidFill>
                    <a:srgbClr val="FF0000"/>
                  </a:solidFill>
                  <a:latin typeface="黑体" panose="02010609060101010101" charset="-122"/>
                  <a:ea typeface="黑体" panose="02010609060101010101" charset="-122"/>
                  <a:sym typeface="+mn-ea"/>
                </a:rPr>
                <a:t>c</a:t>
              </a:r>
              <a:r>
                <a:rPr lang="zh-CN" altLang="en-US" sz="2400">
                  <a:solidFill>
                    <a:srgbClr val="FF0000"/>
                  </a:solidFill>
                  <a:latin typeface="黑体" panose="02010609060101010101" charset="-122"/>
                  <a:ea typeface="黑体" panose="02010609060101010101" charset="-122"/>
                  <a:sym typeface="+mn-ea"/>
                </a:rPr>
                <a:t>和</a:t>
              </a:r>
              <a:r>
                <a:rPr lang="en-US" altLang="zh-CN" sz="2400">
                  <a:solidFill>
                    <a:srgbClr val="FF0000"/>
                  </a:solidFill>
                  <a:latin typeface="黑体" panose="02010609060101010101" charset="-122"/>
                  <a:ea typeface="黑体" panose="02010609060101010101" charset="-122"/>
                  <a:sym typeface="+mn-ea"/>
                </a:rPr>
                <a:t>n</a:t>
              </a:r>
              <a:r>
                <a:rPr lang="en-US" altLang="zh-CN" sz="2400" baseline="-25000">
                  <a:solidFill>
                    <a:srgbClr val="FF0000"/>
                  </a:solidFill>
                  <a:latin typeface="黑体" panose="02010609060101010101" charset="-122"/>
                  <a:ea typeface="黑体" panose="02010609060101010101" charset="-122"/>
                  <a:sym typeface="+mn-ea"/>
                </a:rPr>
                <a:t>0,</a:t>
              </a:r>
              <a:r>
                <a:rPr lang="zh-CN" altLang="en-US" sz="2400">
                  <a:solidFill>
                    <a:srgbClr val="FF0000"/>
                  </a:solidFill>
                  <a:latin typeface="黑体" panose="02010609060101010101" charset="-122"/>
                  <a:ea typeface="黑体" panose="02010609060101010101" charset="-122"/>
                  <a:sym typeface="+mn-ea"/>
                </a:rPr>
                <a:t>使得对所有</a:t>
              </a:r>
              <a:r>
                <a:rPr lang="en-US" altLang="zh-CN" sz="2400" i="1">
                  <a:solidFill>
                    <a:srgbClr val="FF0000"/>
                  </a:solidFill>
                  <a:latin typeface="黑体" panose="02010609060101010101" charset="-122"/>
                  <a:ea typeface="黑体" panose="02010609060101010101" charset="-122"/>
                  <a:sym typeface="+mn-ea"/>
                </a:rPr>
                <a:t>n</a:t>
              </a:r>
              <a:r>
                <a:rPr lang="en-US" altLang="zh-CN" sz="2400">
                  <a:solidFill>
                    <a:srgbClr val="FF0000"/>
                  </a:solidFill>
                  <a:latin typeface="黑体" panose="02010609060101010101" charset="-122"/>
                  <a:ea typeface="黑体" panose="02010609060101010101" charset="-122"/>
                  <a:sym typeface="+mn-ea"/>
                </a:rPr>
                <a:t>≥</a:t>
              </a:r>
              <a:r>
                <a:rPr lang="en-US" altLang="zh-CN" sz="2400" i="1">
                  <a:solidFill>
                    <a:srgbClr val="FF0000"/>
                  </a:solidFill>
                  <a:latin typeface="黑体" panose="02010609060101010101" charset="-122"/>
                  <a:ea typeface="黑体" panose="02010609060101010101" charset="-122"/>
                  <a:sym typeface="+mn-ea"/>
                </a:rPr>
                <a:t>n</a:t>
              </a:r>
              <a:r>
                <a:rPr lang="en-US" altLang="zh-CN" sz="2400" baseline="-25000">
                  <a:solidFill>
                    <a:srgbClr val="FF0000"/>
                  </a:solidFill>
                  <a:latin typeface="黑体" panose="02010609060101010101" charset="-122"/>
                  <a:ea typeface="黑体" panose="02010609060101010101" charset="-122"/>
                  <a:sym typeface="+mn-ea"/>
                </a:rPr>
                <a:t>0</a:t>
              </a:r>
              <a:r>
                <a:rPr lang="en-US" altLang="zh-CN" sz="2400">
                  <a:solidFill>
                    <a:srgbClr val="FF0000"/>
                  </a:solidFill>
                  <a:latin typeface="黑体" panose="02010609060101010101" charset="-122"/>
                  <a:ea typeface="黑体" panose="02010609060101010101" charset="-122"/>
                  <a:sym typeface="+mn-ea"/>
                </a:rPr>
                <a:t>, </a:t>
              </a:r>
              <a:r>
                <a:rPr lang="zh-CN" altLang="en-US" sz="2400">
                  <a:solidFill>
                    <a:srgbClr val="FF0000"/>
                  </a:solidFill>
                  <a:latin typeface="黑体" panose="02010609060101010101" charset="-122"/>
                  <a:ea typeface="黑体" panose="02010609060101010101" charset="-122"/>
                  <a:sym typeface="+mn-ea"/>
                </a:rPr>
                <a:t>有</a:t>
              </a:r>
              <a:r>
                <a:rPr lang="en-US" altLang="zh-CN" sz="2400" i="1">
                  <a:solidFill>
                    <a:srgbClr val="FF0000"/>
                  </a:solidFill>
                  <a:latin typeface="黑体" panose="02010609060101010101" charset="-122"/>
                  <a:ea typeface="黑体" panose="02010609060101010101" charset="-122"/>
                  <a:sym typeface="+mn-ea"/>
                </a:rPr>
                <a:t>f</a:t>
              </a:r>
              <a:r>
                <a:rPr lang="en-US" altLang="zh-CN" sz="2400">
                  <a:solidFill>
                    <a:srgbClr val="FF0000"/>
                  </a:solidFill>
                  <a:latin typeface="黑体" panose="02010609060101010101" charset="-122"/>
                  <a:ea typeface="黑体" panose="02010609060101010101" charset="-122"/>
                  <a:sym typeface="+mn-ea"/>
                </a:rPr>
                <a:t>(</a:t>
              </a:r>
              <a:r>
                <a:rPr lang="en-US" altLang="zh-CN" sz="2400" i="1">
                  <a:solidFill>
                    <a:srgbClr val="FF0000"/>
                  </a:solidFill>
                  <a:latin typeface="黑体" panose="02010609060101010101" charset="-122"/>
                  <a:ea typeface="黑体" panose="02010609060101010101" charset="-122"/>
                  <a:sym typeface="+mn-ea"/>
                </a:rPr>
                <a:t>n</a:t>
              </a:r>
              <a:r>
                <a:rPr lang="en-US" altLang="zh-CN" sz="2400">
                  <a:solidFill>
                    <a:srgbClr val="FF0000"/>
                  </a:solidFill>
                  <a:latin typeface="黑体" panose="02010609060101010101" charset="-122"/>
                  <a:ea typeface="黑体" panose="02010609060101010101" charset="-122"/>
                  <a:sym typeface="+mn-ea"/>
                </a:rPr>
                <a:t>)≤</a:t>
              </a:r>
              <a:r>
                <a:rPr lang="en-US" altLang="zh-CN" sz="2400" i="1">
                  <a:solidFill>
                    <a:srgbClr val="FF0000"/>
                  </a:solidFill>
                  <a:latin typeface="黑体" panose="02010609060101010101" charset="-122"/>
                  <a:ea typeface="黑体" panose="02010609060101010101" charset="-122"/>
                  <a:sym typeface="+mn-ea"/>
                </a:rPr>
                <a:t>cg</a:t>
              </a:r>
              <a:r>
                <a:rPr lang="en-US" altLang="zh-CN" sz="2400">
                  <a:solidFill>
                    <a:srgbClr val="FF0000"/>
                  </a:solidFill>
                  <a:latin typeface="黑体" panose="02010609060101010101" charset="-122"/>
                  <a:ea typeface="黑体" panose="02010609060101010101" charset="-122"/>
                  <a:sym typeface="+mn-ea"/>
                </a:rPr>
                <a:t>(</a:t>
              </a:r>
              <a:r>
                <a:rPr lang="en-US" altLang="zh-CN" sz="2400" i="1">
                  <a:solidFill>
                    <a:srgbClr val="FF0000"/>
                  </a:solidFill>
                  <a:latin typeface="黑体" panose="02010609060101010101" charset="-122"/>
                  <a:ea typeface="黑体" panose="02010609060101010101" charset="-122"/>
                  <a:sym typeface="+mn-ea"/>
                </a:rPr>
                <a:t>n</a:t>
              </a:r>
              <a:r>
                <a:rPr lang="en-US" altLang="zh-CN" sz="2400">
                  <a:solidFill>
                    <a:srgbClr val="FF0000"/>
                  </a:solidFill>
                  <a:latin typeface="黑体" panose="02010609060101010101" charset="-122"/>
                  <a:ea typeface="黑体" panose="02010609060101010101" charset="-122"/>
                  <a:sym typeface="+mn-ea"/>
                </a:rPr>
                <a:t>)</a:t>
              </a:r>
              <a:endParaRPr lang="en-US" altLang="zh-CN" sz="2400">
                <a:solidFill>
                  <a:srgbClr val="FF0000"/>
                </a:solidFill>
                <a:latin typeface="黑体" panose="02010609060101010101" charset="-122"/>
                <a:ea typeface="黑体" panose="02010609060101010101" charset="-122"/>
                <a:sym typeface="+mn-ea"/>
              </a:endParaRPr>
            </a:p>
          </p:txBody>
        </p:sp>
      </p:grpSp>
    </p:spTree>
    <p:custDataLst>
      <p:tags r:id="rId1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700"/>
    </mc:Choice>
    <mc:Fallback>
      <p:transition/>
    </mc:Fallback>
  </mc:AlternateContent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1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2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p>
            <a:pPr eaLnBrk="1" hangingPunct="1">
              <a:spcAft>
                <a:spcPts val="0"/>
              </a:spcAft>
            </a:pPr>
            <a:r>
              <a:rPr lang="zh-CN" altLang="en-US" dirty="0" smtClean="0"/>
              <a:t>大</a:t>
            </a:r>
            <a:r>
              <a:rPr lang="en-US" altLang="zh-CN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O</a:t>
            </a:r>
            <a:r>
              <a:rPr lang="zh-CN" altLang="en-US" dirty="0" smtClean="0"/>
              <a:t>符号例子（</a:t>
            </a:r>
            <a:r>
              <a:rPr lang="en-US" altLang="zh-CN" dirty="0" smtClean="0"/>
              <a:t>3</a:t>
            </a:r>
            <a:r>
              <a:rPr lang="zh-CN" altLang="en-US" dirty="0" smtClean="0"/>
              <a:t>）</a:t>
            </a:r>
            <a:endParaRPr lang="zh-CN" altLang="en-US" dirty="0" smtClean="0"/>
          </a:p>
        </p:txBody>
      </p:sp>
      <p:sp>
        <p:nvSpPr>
          <p:cNvPr id="1049263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p>
            <a:pPr eaLnBrk="1" hangingPunct="1">
              <a:spcAft>
                <a:spcPts val="0"/>
              </a:spcAft>
            </a:pPr>
            <a:r>
              <a:rPr lang="zh-CN" altLang="en-US" dirty="0" smtClean="0"/>
              <a:t>指数函数</a:t>
            </a:r>
            <a:endParaRPr lang="zh-CN" altLang="en-US" dirty="0" smtClean="0"/>
          </a:p>
          <a:p>
            <a:pPr lvl="1" eaLnBrk="1" hangingPunct="1">
              <a:spcBef>
                <a:spcPts val="375"/>
              </a:spcBef>
              <a:spcAft>
                <a:spcPts val="0"/>
              </a:spcAft>
            </a:pPr>
            <a:r>
              <a:rPr lang="en-US" altLang="zh-CN" dirty="0" smtClean="0"/>
              <a:t>f (n)=6*2</a:t>
            </a:r>
            <a:r>
              <a:rPr lang="en-US" altLang="zh-CN" baseline="30000" dirty="0" smtClean="0"/>
              <a:t>n</a:t>
            </a:r>
            <a:r>
              <a:rPr lang="en-US" altLang="zh-CN" dirty="0" smtClean="0"/>
              <a:t>+n</a:t>
            </a:r>
            <a:r>
              <a:rPr lang="en-US" altLang="zh-CN" baseline="30000" dirty="0" smtClean="0"/>
              <a:t>2</a:t>
            </a:r>
            <a:br>
              <a:rPr lang="en-US" altLang="zh-CN" baseline="30000" dirty="0" smtClean="0"/>
            </a:br>
            <a:r>
              <a:rPr lang="en-US" altLang="zh-CN" dirty="0" smtClean="0"/>
              <a:t>n≥4</a:t>
            </a:r>
            <a:r>
              <a:rPr lang="zh-CN" altLang="en-US" dirty="0" smtClean="0"/>
              <a:t>时，</a:t>
            </a:r>
            <a:r>
              <a:rPr lang="en-US" altLang="zh-CN" dirty="0" smtClean="0"/>
              <a:t>n</a:t>
            </a:r>
            <a:r>
              <a:rPr lang="en-US" altLang="zh-CN" baseline="30000" dirty="0" smtClean="0"/>
              <a:t>2</a:t>
            </a:r>
            <a:r>
              <a:rPr lang="en-US" altLang="zh-CN" dirty="0" smtClean="0"/>
              <a:t> ≤2</a:t>
            </a:r>
            <a:r>
              <a:rPr lang="en-US" altLang="zh-CN" baseline="30000" dirty="0" smtClean="0"/>
              <a:t>n</a:t>
            </a:r>
            <a:r>
              <a:rPr lang="zh-CN" altLang="en-US" dirty="0" smtClean="0"/>
              <a:t>，</a:t>
            </a:r>
            <a:br>
              <a:rPr lang="zh-CN" altLang="en-US" dirty="0" smtClean="0"/>
            </a:br>
            <a:r>
              <a:rPr lang="zh-CN" altLang="en-US" dirty="0" smtClean="0"/>
              <a:t>所以对于</a:t>
            </a:r>
            <a:r>
              <a:rPr lang="en-US" altLang="zh-CN" dirty="0" smtClean="0"/>
              <a:t>n≥4</a:t>
            </a:r>
            <a:r>
              <a:rPr lang="zh-CN" altLang="en-US" dirty="0" smtClean="0"/>
              <a:t>，</a:t>
            </a:r>
            <a:r>
              <a:rPr lang="en-US" altLang="zh-CN" dirty="0" smtClean="0"/>
              <a:t>f(n)≤6*2</a:t>
            </a:r>
            <a:r>
              <a:rPr lang="en-US" altLang="zh-CN" baseline="30000" dirty="0" smtClean="0"/>
              <a:t>n</a:t>
            </a:r>
            <a:r>
              <a:rPr lang="en-US" altLang="zh-CN" dirty="0" smtClean="0"/>
              <a:t>+2</a:t>
            </a:r>
            <a:r>
              <a:rPr lang="en-US" altLang="zh-CN" baseline="30000" dirty="0" smtClean="0"/>
              <a:t>n</a:t>
            </a:r>
            <a:r>
              <a:rPr lang="en-US" altLang="zh-CN" dirty="0" smtClean="0"/>
              <a:t>=7*2</a:t>
            </a:r>
            <a:r>
              <a:rPr lang="en-US" altLang="zh-CN" baseline="30000" dirty="0" smtClean="0"/>
              <a:t>n</a:t>
            </a:r>
            <a:r>
              <a:rPr lang="zh-CN" altLang="en-US" dirty="0" smtClean="0"/>
              <a:t>，</a:t>
            </a:r>
            <a:br>
              <a:rPr lang="zh-CN" altLang="en-US" dirty="0" smtClean="0"/>
            </a:br>
            <a:r>
              <a:rPr lang="zh-CN" altLang="en-US" dirty="0" smtClean="0"/>
              <a:t>因此</a:t>
            </a:r>
            <a:r>
              <a:rPr lang="en-US" altLang="zh-CN" dirty="0" smtClean="0"/>
              <a:t>6*2</a:t>
            </a:r>
            <a:r>
              <a:rPr lang="en-US" altLang="zh-CN" baseline="30000" dirty="0" smtClean="0"/>
              <a:t>n</a:t>
            </a:r>
            <a:r>
              <a:rPr lang="en-US" altLang="zh-CN" dirty="0" smtClean="0"/>
              <a:t>+n</a:t>
            </a:r>
            <a:r>
              <a:rPr lang="en-US" altLang="zh-CN" baseline="30000" dirty="0" smtClean="0"/>
              <a:t>2</a:t>
            </a:r>
            <a:r>
              <a:rPr lang="en-US" altLang="zh-CN" dirty="0" smtClean="0"/>
              <a:t>=O(2</a:t>
            </a:r>
            <a:r>
              <a:rPr lang="en-US" altLang="zh-CN" baseline="30000" dirty="0" smtClean="0"/>
              <a:t>n</a:t>
            </a:r>
            <a:r>
              <a:rPr lang="en-US" altLang="zh-CN" dirty="0" smtClean="0"/>
              <a:t>)</a:t>
            </a:r>
            <a:endParaRPr lang="en-US" altLang="zh-CN" dirty="0" smtClean="0"/>
          </a:p>
          <a:p>
            <a:pPr eaLnBrk="1" hangingPunct="1">
              <a:spcBef>
                <a:spcPts val="750"/>
              </a:spcBef>
              <a:spcAft>
                <a:spcPts val="0"/>
              </a:spcAft>
            </a:pPr>
            <a:r>
              <a:rPr lang="zh-CN" altLang="en-US" dirty="0" smtClean="0"/>
              <a:t>常数函数</a:t>
            </a:r>
            <a:endParaRPr lang="zh-CN" altLang="en-US" dirty="0" smtClean="0"/>
          </a:p>
          <a:p>
            <a:pPr lvl="1" eaLnBrk="1" hangingPunct="1">
              <a:spcBef>
                <a:spcPts val="375"/>
              </a:spcBef>
            </a:pPr>
            <a:r>
              <a:rPr lang="en-US" altLang="zh-CN" dirty="0" smtClean="0"/>
              <a:t>f(n)=9</a:t>
            </a:r>
            <a:r>
              <a:rPr lang="zh-CN" altLang="en-US" dirty="0" smtClean="0"/>
              <a:t>或</a:t>
            </a:r>
            <a:r>
              <a:rPr lang="en-US" altLang="zh-CN" dirty="0" smtClean="0"/>
              <a:t>f(n)=2033</a:t>
            </a:r>
            <a:r>
              <a:rPr lang="zh-CN" altLang="en-US" dirty="0" smtClean="0"/>
              <a:t>，</a:t>
            </a:r>
            <a:r>
              <a:rPr lang="en-US" altLang="zh-CN" dirty="0" smtClean="0"/>
              <a:t>f (n)=O (1)</a:t>
            </a:r>
            <a:r>
              <a:rPr lang="zh-CN" altLang="en-US" dirty="0" smtClean="0"/>
              <a:t>，证明很简单：</a:t>
            </a:r>
            <a:br>
              <a:rPr lang="zh-CN" altLang="en-US" dirty="0" smtClean="0"/>
            </a:br>
            <a:r>
              <a:rPr lang="en-US" altLang="zh-CN" dirty="0" smtClean="0"/>
              <a:t>f(n)=9≤9*1</a:t>
            </a:r>
            <a:r>
              <a:rPr lang="zh-CN" altLang="en-US" dirty="0" smtClean="0"/>
              <a:t>，</a:t>
            </a:r>
            <a:r>
              <a:rPr lang="en-US" altLang="zh-CN" dirty="0" smtClean="0"/>
              <a:t>c=9</a:t>
            </a:r>
            <a:r>
              <a:rPr lang="zh-CN" altLang="en-US" dirty="0" smtClean="0"/>
              <a:t>、</a:t>
            </a:r>
            <a:r>
              <a:rPr lang="en-US" altLang="zh-CN" dirty="0" smtClean="0"/>
              <a:t>n</a:t>
            </a:r>
            <a:r>
              <a:rPr lang="en-US" altLang="zh-CN" baseline="-25000" dirty="0" smtClean="0"/>
              <a:t>0</a:t>
            </a:r>
            <a:r>
              <a:rPr lang="en-US" altLang="zh-CN" dirty="0" smtClean="0"/>
              <a:t>=0</a:t>
            </a:r>
            <a:br>
              <a:rPr lang="en-US" altLang="zh-CN" dirty="0" smtClean="0"/>
            </a:br>
            <a:r>
              <a:rPr lang="en-US" altLang="zh-CN" dirty="0" smtClean="0"/>
              <a:t>f (n)=2033≤2033*1</a:t>
            </a:r>
            <a:r>
              <a:rPr lang="zh-CN" altLang="en-US" dirty="0" smtClean="0"/>
              <a:t>，</a:t>
            </a:r>
            <a:r>
              <a:rPr lang="en-US" altLang="zh-CN" dirty="0" smtClean="0"/>
              <a:t>c=2033</a:t>
            </a:r>
            <a:r>
              <a:rPr lang="zh-CN" altLang="en-US" dirty="0" smtClean="0"/>
              <a:t>、</a:t>
            </a:r>
            <a:r>
              <a:rPr lang="en-US" altLang="zh-CN" dirty="0" smtClean="0"/>
              <a:t>n</a:t>
            </a:r>
            <a:r>
              <a:rPr lang="en-US" altLang="zh-CN" baseline="-25000" dirty="0" smtClean="0"/>
              <a:t>0</a:t>
            </a:r>
            <a:r>
              <a:rPr lang="en-US" altLang="zh-CN" dirty="0" smtClean="0"/>
              <a:t>=0</a:t>
            </a:r>
            <a:endParaRPr lang="en-US" altLang="zh-CN" dirty="0" smtClean="0"/>
          </a:p>
        </p:txBody>
      </p:sp>
      <p:sp>
        <p:nvSpPr>
          <p:cNvPr id="1049264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rtl="0">
              <a:spcAft>
                <a:spcPts val="0"/>
              </a:spcAft>
            </a:pPr>
            <a:fld id="{71B7BAC7-FE87-40F6-AA24-4F4685D1B022}" type="slidenum">
              <a:rPr lang="en-US" altLang="zh-CN" noProof="0" smtClean="0"/>
            </a:fld>
            <a:endParaRPr lang="zh-CN" altLang="en-US" noProof="0" dirty="0"/>
          </a:p>
        </p:txBody>
      </p:sp>
      <p:grpSp>
        <p:nvGrpSpPr>
          <p:cNvPr id="313" name="组合 3"/>
          <p:cNvGrpSpPr/>
          <p:nvPr/>
        </p:nvGrpSpPr>
        <p:grpSpPr bwMode="auto">
          <a:xfrm>
            <a:off x="5018088" y="390525"/>
            <a:ext cx="4125912" cy="1435100"/>
            <a:chOff x="4392611" y="558792"/>
            <a:chExt cx="4125924" cy="1435104"/>
          </a:xfrm>
        </p:grpSpPr>
        <p:sp>
          <p:nvSpPr>
            <p:cNvPr id="1049265" name="竖卷形 4"/>
            <p:cNvSpPr/>
            <p:nvPr/>
          </p:nvSpPr>
          <p:spPr bwMode="auto">
            <a:xfrm>
              <a:off x="4392611" y="558792"/>
              <a:ext cx="4125924" cy="1435104"/>
            </a:xfrm>
            <a:prstGeom prst="verticalScroll">
              <a:avLst/>
            </a:prstGeom>
            <a:ln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lIns="0" tIns="0" rIns="182880" bIns="0"/>
            <a:p>
              <a:pPr>
                <a:spcBef>
                  <a:spcPct val="50000"/>
                </a:spcBef>
              </a:pPr>
              <a:endParaRPr lang="zh-CN" altLang="en-US" sz="2400">
                <a:solidFill>
                  <a:schemeClr val="tx1"/>
                </a:solidFill>
              </a:endParaRPr>
            </a:p>
          </p:txBody>
        </p:sp>
        <p:sp>
          <p:nvSpPr>
            <p:cNvPr id="1049266" name="圆角矩形 5"/>
            <p:cNvSpPr>
              <a:spLocks noChangeArrowheads="1"/>
            </p:cNvSpPr>
            <p:nvPr/>
          </p:nvSpPr>
          <p:spPr bwMode="auto">
            <a:xfrm>
              <a:off x="4572000" y="738180"/>
              <a:ext cx="3767148" cy="1255716"/>
            </a:xfrm>
            <a:prstGeom prst="roundRect">
              <a:avLst>
                <a:gd name="adj" fmla="val 16667"/>
              </a:avLst>
            </a:prstGeom>
            <a:noFill/>
            <a:ln>
              <a:noFill/>
            </a:ln>
          </p:spPr>
          <p:txBody>
            <a:bodyPr lIns="0" tIns="0" rIns="182880" bIns="0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2400" dirty="0">
                  <a:solidFill>
                    <a:srgbClr val="FF0000"/>
                  </a:solidFill>
                  <a:latin typeface="黑体" panose="02010609060101010101" charset="-122"/>
                  <a:ea typeface="黑体" panose="02010609060101010101" charset="-122"/>
                  <a:sym typeface="+mn-ea"/>
                </a:rPr>
                <a:t>f(n)=O(g(n)),</a:t>
              </a:r>
              <a:r>
                <a:rPr lang="zh-CN" altLang="en-US" sz="2400" dirty="0">
                  <a:solidFill>
                    <a:srgbClr val="FF0000"/>
                  </a:solidFill>
                  <a:latin typeface="黑体" panose="02010609060101010101" charset="-122"/>
                  <a:ea typeface="黑体" panose="02010609060101010101" charset="-122"/>
                  <a:sym typeface="+mn-ea"/>
                </a:rPr>
                <a:t>当且仅当存在正常数</a:t>
              </a:r>
              <a:r>
                <a:rPr lang="en-US" altLang="zh-CN" sz="2400" dirty="0">
                  <a:solidFill>
                    <a:srgbClr val="FF0000"/>
                  </a:solidFill>
                  <a:latin typeface="黑体" panose="02010609060101010101" charset="-122"/>
                  <a:ea typeface="黑体" panose="02010609060101010101" charset="-122"/>
                  <a:sym typeface="+mn-ea"/>
                </a:rPr>
                <a:t>c</a:t>
              </a:r>
              <a:r>
                <a:rPr lang="zh-CN" altLang="en-US" sz="2400" dirty="0">
                  <a:solidFill>
                    <a:srgbClr val="FF0000"/>
                  </a:solidFill>
                  <a:latin typeface="黑体" panose="02010609060101010101" charset="-122"/>
                  <a:ea typeface="黑体" panose="02010609060101010101" charset="-122"/>
                  <a:sym typeface="+mn-ea"/>
                </a:rPr>
                <a:t>和</a:t>
              </a:r>
              <a:r>
                <a:rPr lang="en-US" altLang="zh-CN" sz="2400" dirty="0">
                  <a:solidFill>
                    <a:srgbClr val="FF0000"/>
                  </a:solidFill>
                  <a:latin typeface="黑体" panose="02010609060101010101" charset="-122"/>
                  <a:ea typeface="黑体" panose="02010609060101010101" charset="-122"/>
                  <a:sym typeface="+mn-ea"/>
                </a:rPr>
                <a:t>n</a:t>
              </a:r>
              <a:r>
                <a:rPr lang="en-US" altLang="zh-CN" sz="2400" baseline="-25000" dirty="0">
                  <a:solidFill>
                    <a:srgbClr val="FF0000"/>
                  </a:solidFill>
                  <a:latin typeface="黑体" panose="02010609060101010101" charset="-122"/>
                  <a:ea typeface="黑体" panose="02010609060101010101" charset="-122"/>
                  <a:sym typeface="+mn-ea"/>
                </a:rPr>
                <a:t>0,</a:t>
              </a:r>
              <a:r>
                <a:rPr lang="zh-CN" altLang="en-US" sz="2400" dirty="0">
                  <a:solidFill>
                    <a:srgbClr val="FF0000"/>
                  </a:solidFill>
                  <a:latin typeface="黑体" panose="02010609060101010101" charset="-122"/>
                  <a:ea typeface="黑体" panose="02010609060101010101" charset="-122"/>
                  <a:sym typeface="+mn-ea"/>
                </a:rPr>
                <a:t>使得对所有</a:t>
              </a:r>
              <a:r>
                <a:rPr lang="en-US" altLang="zh-CN" sz="2400" i="1" dirty="0">
                  <a:solidFill>
                    <a:srgbClr val="FF0000"/>
                  </a:solidFill>
                  <a:latin typeface="黑体" panose="02010609060101010101" charset="-122"/>
                  <a:ea typeface="黑体" panose="02010609060101010101" charset="-122"/>
                  <a:sym typeface="+mn-ea"/>
                </a:rPr>
                <a:t>n</a:t>
              </a:r>
              <a:r>
                <a:rPr lang="en-US" altLang="zh-CN" sz="2400" dirty="0">
                  <a:solidFill>
                    <a:srgbClr val="FF0000"/>
                  </a:solidFill>
                  <a:latin typeface="黑体" panose="02010609060101010101" charset="-122"/>
                  <a:ea typeface="黑体" panose="02010609060101010101" charset="-122"/>
                  <a:sym typeface="+mn-ea"/>
                </a:rPr>
                <a:t>≥</a:t>
              </a:r>
              <a:r>
                <a:rPr lang="en-US" altLang="zh-CN" sz="2400" i="1" dirty="0">
                  <a:solidFill>
                    <a:srgbClr val="FF0000"/>
                  </a:solidFill>
                  <a:latin typeface="黑体" panose="02010609060101010101" charset="-122"/>
                  <a:ea typeface="黑体" panose="02010609060101010101" charset="-122"/>
                  <a:sym typeface="+mn-ea"/>
                </a:rPr>
                <a:t>n</a:t>
              </a:r>
              <a:r>
                <a:rPr lang="en-US" altLang="zh-CN" sz="2400" baseline="-25000" dirty="0">
                  <a:solidFill>
                    <a:srgbClr val="FF0000"/>
                  </a:solidFill>
                  <a:latin typeface="黑体" panose="02010609060101010101" charset="-122"/>
                  <a:ea typeface="黑体" panose="02010609060101010101" charset="-122"/>
                  <a:sym typeface="+mn-ea"/>
                </a:rPr>
                <a:t>0</a:t>
              </a:r>
              <a:r>
                <a:rPr lang="en-US" altLang="zh-CN" sz="2400" dirty="0">
                  <a:solidFill>
                    <a:srgbClr val="FF0000"/>
                  </a:solidFill>
                  <a:latin typeface="黑体" panose="02010609060101010101" charset="-122"/>
                  <a:ea typeface="黑体" panose="02010609060101010101" charset="-122"/>
                  <a:sym typeface="+mn-ea"/>
                </a:rPr>
                <a:t>, </a:t>
              </a:r>
              <a:r>
                <a:rPr lang="zh-CN" altLang="en-US" sz="2400" dirty="0">
                  <a:solidFill>
                    <a:srgbClr val="FF0000"/>
                  </a:solidFill>
                  <a:latin typeface="黑体" panose="02010609060101010101" charset="-122"/>
                  <a:ea typeface="黑体" panose="02010609060101010101" charset="-122"/>
                  <a:sym typeface="+mn-ea"/>
                </a:rPr>
                <a:t>有</a:t>
              </a:r>
              <a:r>
                <a:rPr lang="en-US" altLang="zh-CN" sz="2400" i="1" dirty="0">
                  <a:solidFill>
                    <a:srgbClr val="FF0000"/>
                  </a:solidFill>
                  <a:latin typeface="黑体" panose="02010609060101010101" charset="-122"/>
                  <a:ea typeface="黑体" panose="02010609060101010101" charset="-122"/>
                  <a:sym typeface="+mn-ea"/>
                </a:rPr>
                <a:t>f</a:t>
              </a:r>
              <a:r>
                <a:rPr lang="en-US" altLang="zh-CN" sz="2400" dirty="0">
                  <a:solidFill>
                    <a:srgbClr val="FF0000"/>
                  </a:solidFill>
                  <a:latin typeface="黑体" panose="02010609060101010101" charset="-122"/>
                  <a:ea typeface="黑体" panose="02010609060101010101" charset="-122"/>
                  <a:sym typeface="+mn-ea"/>
                </a:rPr>
                <a:t>(</a:t>
              </a:r>
              <a:r>
                <a:rPr lang="en-US" altLang="zh-CN" sz="2400" i="1" dirty="0">
                  <a:solidFill>
                    <a:srgbClr val="FF0000"/>
                  </a:solidFill>
                  <a:latin typeface="黑体" panose="02010609060101010101" charset="-122"/>
                  <a:ea typeface="黑体" panose="02010609060101010101" charset="-122"/>
                  <a:sym typeface="+mn-ea"/>
                </a:rPr>
                <a:t>n</a:t>
              </a:r>
              <a:r>
                <a:rPr lang="en-US" altLang="zh-CN" sz="2400" dirty="0">
                  <a:solidFill>
                    <a:srgbClr val="FF0000"/>
                  </a:solidFill>
                  <a:latin typeface="黑体" panose="02010609060101010101" charset="-122"/>
                  <a:ea typeface="黑体" panose="02010609060101010101" charset="-122"/>
                  <a:sym typeface="+mn-ea"/>
                </a:rPr>
                <a:t>)≤</a:t>
              </a:r>
              <a:r>
                <a:rPr lang="en-US" altLang="zh-CN" sz="2400" i="1" dirty="0">
                  <a:solidFill>
                    <a:srgbClr val="FF0000"/>
                  </a:solidFill>
                  <a:latin typeface="黑体" panose="02010609060101010101" charset="-122"/>
                  <a:ea typeface="黑体" panose="02010609060101010101" charset="-122"/>
                  <a:sym typeface="+mn-ea"/>
                </a:rPr>
                <a:t>cg</a:t>
              </a:r>
              <a:r>
                <a:rPr lang="en-US" altLang="zh-CN" sz="2400" dirty="0">
                  <a:solidFill>
                    <a:srgbClr val="FF0000"/>
                  </a:solidFill>
                  <a:latin typeface="黑体" panose="02010609060101010101" charset="-122"/>
                  <a:ea typeface="黑体" panose="02010609060101010101" charset="-122"/>
                  <a:sym typeface="+mn-ea"/>
                </a:rPr>
                <a:t>(</a:t>
              </a:r>
              <a:r>
                <a:rPr lang="en-US" altLang="zh-CN" sz="2400" i="1" dirty="0">
                  <a:solidFill>
                    <a:srgbClr val="FF0000"/>
                  </a:solidFill>
                  <a:latin typeface="黑体" panose="02010609060101010101" charset="-122"/>
                  <a:ea typeface="黑体" panose="02010609060101010101" charset="-122"/>
                  <a:sym typeface="+mn-ea"/>
                </a:rPr>
                <a:t>n</a:t>
              </a:r>
              <a:r>
                <a:rPr lang="en-US" altLang="zh-CN" sz="2400" dirty="0">
                  <a:solidFill>
                    <a:srgbClr val="FF0000"/>
                  </a:solidFill>
                  <a:latin typeface="黑体" panose="02010609060101010101" charset="-122"/>
                  <a:ea typeface="黑体" panose="02010609060101010101" charset="-122"/>
                  <a:sym typeface="+mn-ea"/>
                </a:rPr>
                <a:t>)</a:t>
              </a:r>
              <a:endParaRPr lang="en-US" altLang="zh-CN" sz="2400" dirty="0">
                <a:solidFill>
                  <a:srgbClr val="FF0000"/>
                </a:solidFill>
                <a:latin typeface="黑体" panose="02010609060101010101" charset="-122"/>
                <a:ea typeface="黑体" panose="02010609060101010101" charset="-122"/>
                <a:sym typeface="+mn-ea"/>
              </a:endParaRPr>
            </a:p>
          </p:txBody>
        </p:sp>
      </p:grpSp>
    </p:spTree>
    <p:custDataLst>
      <p:tags r:id="rId1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700"/>
    </mc:Choice>
    <mc:Fallback>
      <p:transition/>
    </mc:Fallback>
  </mc:AlternateContent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1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2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p>
            <a:pPr eaLnBrk="1" hangingPunct="1">
              <a:spcAft>
                <a:spcPts val="0"/>
              </a:spcAft>
            </a:pPr>
            <a:r>
              <a:rPr lang="zh-CN" altLang="en-US" dirty="0" smtClean="0"/>
              <a:t>大</a:t>
            </a:r>
            <a:r>
              <a:rPr lang="en-US" altLang="zh-CN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O</a:t>
            </a:r>
            <a:r>
              <a:rPr lang="zh-CN" altLang="en-US" dirty="0" smtClean="0"/>
              <a:t>符号例子（</a:t>
            </a:r>
            <a:r>
              <a:rPr lang="en-US" altLang="zh-CN" dirty="0" smtClean="0"/>
              <a:t>4</a:t>
            </a:r>
            <a:r>
              <a:rPr lang="zh-CN" altLang="en-US" dirty="0" smtClean="0"/>
              <a:t>）</a:t>
            </a:r>
            <a:endParaRPr lang="zh-CN" altLang="en-US" dirty="0" smtClean="0"/>
          </a:p>
        </p:txBody>
      </p:sp>
      <p:sp>
        <p:nvSpPr>
          <p:cNvPr id="1049271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p>
            <a:pPr eaLnBrk="1" hangingPunct="1">
              <a:spcAft>
                <a:spcPts val="0"/>
              </a:spcAft>
            </a:pPr>
            <a:r>
              <a:rPr lang="zh-CN" altLang="en-US" dirty="0" smtClean="0">
                <a:solidFill>
                  <a:srgbClr val="FF0000"/>
                </a:solidFill>
              </a:rPr>
              <a:t>松散界限</a:t>
            </a:r>
            <a:endParaRPr lang="zh-CN" altLang="en-US" dirty="0" smtClean="0">
              <a:solidFill>
                <a:srgbClr val="FF0000"/>
              </a:solidFill>
            </a:endParaRPr>
          </a:p>
          <a:p>
            <a:pPr lvl="1" eaLnBrk="1" hangingPunct="1">
              <a:spcBef>
                <a:spcPts val="0"/>
              </a:spcBef>
              <a:spcAft>
                <a:spcPts val="0"/>
              </a:spcAft>
            </a:pPr>
            <a:r>
              <a:rPr lang="zh-CN" altLang="en-US" dirty="0" smtClean="0"/>
              <a:t>当</a:t>
            </a:r>
            <a:r>
              <a:rPr lang="en-US" altLang="zh-CN" i="1" dirty="0" smtClean="0"/>
              <a:t>n</a:t>
            </a:r>
            <a:r>
              <a:rPr lang="en-US" altLang="zh-CN" dirty="0" smtClean="0"/>
              <a:t>≥2</a:t>
            </a:r>
            <a:r>
              <a:rPr lang="zh-CN" altLang="en-US" dirty="0" smtClean="0"/>
              <a:t>时，</a:t>
            </a:r>
            <a:r>
              <a:rPr lang="en-US" altLang="zh-CN" dirty="0" smtClean="0"/>
              <a:t>3</a:t>
            </a:r>
            <a:r>
              <a:rPr lang="en-US" altLang="zh-CN" i="1" dirty="0" smtClean="0"/>
              <a:t>n</a:t>
            </a:r>
            <a:r>
              <a:rPr lang="en-US" altLang="zh-CN" dirty="0" smtClean="0"/>
              <a:t>+3≤3</a:t>
            </a:r>
            <a:r>
              <a:rPr lang="en-US" altLang="zh-CN" i="1" dirty="0" smtClean="0"/>
              <a:t>n</a:t>
            </a:r>
            <a:r>
              <a:rPr lang="en-US" altLang="zh-CN" baseline="30000" dirty="0" smtClean="0"/>
              <a:t>2</a:t>
            </a:r>
            <a:r>
              <a:rPr lang="en-US" altLang="zh-CN" dirty="0" smtClean="0">
                <a:sym typeface="Wingdings" panose="05000000000000000000" pitchFamily="2" charset="2"/>
              </a:rPr>
              <a:t></a:t>
            </a:r>
            <a:r>
              <a:rPr lang="en-US" altLang="zh-CN" dirty="0" smtClean="0"/>
              <a:t>3</a:t>
            </a:r>
            <a:r>
              <a:rPr lang="en-US" altLang="zh-CN" i="1" dirty="0" smtClean="0"/>
              <a:t>n</a:t>
            </a:r>
            <a:r>
              <a:rPr lang="en-US" altLang="zh-CN" dirty="0" smtClean="0"/>
              <a:t>+3=O(</a:t>
            </a:r>
            <a:r>
              <a:rPr lang="en-US" altLang="zh-CN" i="1" dirty="0" smtClean="0"/>
              <a:t>n</a:t>
            </a:r>
            <a:r>
              <a:rPr lang="en-US" altLang="zh-CN" baseline="30000" dirty="0" smtClean="0"/>
              <a:t>2</a:t>
            </a:r>
            <a:r>
              <a:rPr lang="en-US" altLang="zh-CN" dirty="0" smtClean="0"/>
              <a:t>)</a:t>
            </a:r>
            <a:r>
              <a:rPr lang="zh-CN" altLang="en-US" dirty="0" smtClean="0"/>
              <a:t>，不是最小上界</a:t>
            </a:r>
            <a:endParaRPr lang="zh-CN" altLang="en-US" dirty="0" smtClean="0"/>
          </a:p>
          <a:p>
            <a:pPr lvl="1" eaLnBrk="1" hangingPunct="1"/>
            <a:r>
              <a:rPr lang="zh-CN" altLang="en-US" dirty="0" smtClean="0"/>
              <a:t>当</a:t>
            </a:r>
            <a:r>
              <a:rPr lang="en-US" altLang="zh-CN" i="1" dirty="0" smtClean="0"/>
              <a:t>n</a:t>
            </a:r>
            <a:r>
              <a:rPr lang="en-US" altLang="zh-CN" dirty="0" smtClean="0"/>
              <a:t>≥2</a:t>
            </a:r>
            <a:r>
              <a:rPr lang="zh-CN" altLang="en-US" dirty="0" smtClean="0"/>
              <a:t>时，</a:t>
            </a:r>
            <a:r>
              <a:rPr lang="en-US" altLang="zh-CN" dirty="0" smtClean="0"/>
              <a:t>10</a:t>
            </a:r>
            <a:r>
              <a:rPr lang="en-US" altLang="zh-CN" i="1" dirty="0" smtClean="0"/>
              <a:t>n</a:t>
            </a:r>
            <a:r>
              <a:rPr lang="en-US" altLang="zh-CN" baseline="30000" dirty="0" smtClean="0"/>
              <a:t>2</a:t>
            </a:r>
            <a:r>
              <a:rPr lang="en-US" altLang="zh-CN" dirty="0" smtClean="0"/>
              <a:t>+4</a:t>
            </a:r>
            <a:r>
              <a:rPr lang="en-US" altLang="zh-CN" i="1" dirty="0" smtClean="0"/>
              <a:t>n</a:t>
            </a:r>
            <a:r>
              <a:rPr lang="en-US" altLang="zh-CN" dirty="0" smtClean="0"/>
              <a:t>+2≤10</a:t>
            </a:r>
            <a:r>
              <a:rPr lang="en-US" altLang="zh-CN" i="1" dirty="0" smtClean="0"/>
              <a:t>n</a:t>
            </a:r>
            <a:r>
              <a:rPr lang="en-US" altLang="zh-CN" baseline="30000" dirty="0" smtClean="0"/>
              <a:t>4</a:t>
            </a:r>
            <a:r>
              <a:rPr lang="en-US" altLang="zh-CN" dirty="0" smtClean="0">
                <a:sym typeface="Wingdings" panose="05000000000000000000" pitchFamily="2" charset="2"/>
              </a:rPr>
              <a:t></a:t>
            </a:r>
            <a:r>
              <a:rPr lang="en-US" altLang="zh-CN" dirty="0" smtClean="0"/>
              <a:t>10</a:t>
            </a:r>
            <a:r>
              <a:rPr lang="en-US" altLang="zh-CN" i="1" dirty="0" smtClean="0"/>
              <a:t>n</a:t>
            </a:r>
            <a:r>
              <a:rPr lang="en-US" altLang="zh-CN" baseline="30000" dirty="0" smtClean="0"/>
              <a:t>2</a:t>
            </a:r>
            <a:r>
              <a:rPr lang="en-US" altLang="zh-CN" dirty="0" smtClean="0"/>
              <a:t>+4</a:t>
            </a:r>
            <a:r>
              <a:rPr lang="en-US" altLang="zh-CN" i="1" dirty="0" smtClean="0"/>
              <a:t>n</a:t>
            </a:r>
            <a:r>
              <a:rPr lang="en-US" altLang="zh-CN" dirty="0" smtClean="0"/>
              <a:t>+2=O(</a:t>
            </a:r>
            <a:r>
              <a:rPr lang="en-US" altLang="zh-CN" i="1" dirty="0" smtClean="0"/>
              <a:t>n</a:t>
            </a:r>
            <a:r>
              <a:rPr lang="en-US" altLang="zh-CN" baseline="30000" dirty="0" smtClean="0"/>
              <a:t>4</a:t>
            </a:r>
            <a:r>
              <a:rPr lang="en-US" altLang="zh-CN" dirty="0" smtClean="0"/>
              <a:t>) </a:t>
            </a:r>
            <a:endParaRPr lang="en-US" altLang="zh-CN" dirty="0" smtClean="0"/>
          </a:p>
          <a:p>
            <a:pPr lvl="1" eaLnBrk="1" hangingPunct="1"/>
            <a:r>
              <a:rPr lang="en-US" altLang="zh-CN" dirty="0" smtClean="0"/>
              <a:t>6</a:t>
            </a:r>
            <a:r>
              <a:rPr lang="en-US" altLang="zh-CN" i="1" dirty="0" smtClean="0"/>
              <a:t>n</a:t>
            </a:r>
            <a:r>
              <a:rPr lang="en-US" altLang="zh-CN" dirty="0" smtClean="0"/>
              <a:t>2</a:t>
            </a:r>
            <a:r>
              <a:rPr lang="en-US" altLang="zh-CN" i="1" baseline="30000" dirty="0" smtClean="0"/>
              <a:t>n</a:t>
            </a:r>
            <a:r>
              <a:rPr lang="en-US" altLang="zh-CN" dirty="0" smtClean="0"/>
              <a:t>+20=O(</a:t>
            </a:r>
            <a:r>
              <a:rPr lang="en-US" altLang="zh-CN" i="1" dirty="0" smtClean="0"/>
              <a:t>n</a:t>
            </a:r>
            <a:r>
              <a:rPr lang="en-US" altLang="zh-CN" baseline="30000" dirty="0" smtClean="0"/>
              <a:t>2</a:t>
            </a:r>
            <a:r>
              <a:rPr lang="en-US" altLang="zh-CN" dirty="0" smtClean="0"/>
              <a:t>2</a:t>
            </a:r>
            <a:r>
              <a:rPr lang="en-US" altLang="zh-CN" i="1" baseline="30000" dirty="0" smtClean="0"/>
              <a:t>n</a:t>
            </a:r>
            <a:r>
              <a:rPr lang="en-US" altLang="zh-CN" dirty="0" smtClean="0"/>
              <a:t>)</a:t>
            </a:r>
            <a:r>
              <a:rPr lang="zh-CN" altLang="en-US" dirty="0" smtClean="0"/>
              <a:t>，更小上界</a:t>
            </a:r>
            <a:r>
              <a:rPr lang="en-US" altLang="zh-CN" i="1" dirty="0" smtClean="0"/>
              <a:t>n</a:t>
            </a:r>
            <a:r>
              <a:rPr lang="en-US" altLang="zh-CN" dirty="0" smtClean="0"/>
              <a:t>2</a:t>
            </a:r>
            <a:r>
              <a:rPr lang="en-US" altLang="zh-CN" i="1" baseline="30000" dirty="0" smtClean="0"/>
              <a:t>n</a:t>
            </a:r>
            <a:endParaRPr lang="en-US" altLang="zh-CN" dirty="0" smtClean="0"/>
          </a:p>
          <a:p>
            <a:pPr eaLnBrk="1" hangingPunct="1"/>
            <a:r>
              <a:rPr lang="zh-CN" altLang="en-US" dirty="0" smtClean="0"/>
              <a:t>逐步用更低阶的函数替换高阶函数，直到找到最小上界</a:t>
            </a:r>
            <a:endParaRPr lang="zh-CN" altLang="en-US" dirty="0" smtClean="0"/>
          </a:p>
          <a:p>
            <a:pPr eaLnBrk="1" hangingPunct="1"/>
            <a:r>
              <a:rPr lang="zh-CN" altLang="en-US" dirty="0" smtClean="0"/>
              <a:t>高阶函数一定是低阶函数的松散</a:t>
            </a:r>
            <a:r>
              <a:rPr lang="zh-CN" altLang="en-US" dirty="0" smtClean="0"/>
              <a:t>上界。</a:t>
            </a:r>
            <a:endParaRPr lang="zh-CN" altLang="en-US" dirty="0" smtClean="0"/>
          </a:p>
        </p:txBody>
      </p:sp>
      <p:sp>
        <p:nvSpPr>
          <p:cNvPr id="1049272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rtl="0">
              <a:spcAft>
                <a:spcPts val="0"/>
              </a:spcAft>
            </a:pPr>
            <a:fld id="{71B7BAC7-FE87-40F6-AA24-4F4685D1B022}" type="slidenum">
              <a:rPr lang="en-US" altLang="zh-CN" noProof="0" smtClean="0"/>
            </a:fld>
            <a:endParaRPr lang="zh-CN" altLang="en-US" noProof="0" dirty="0"/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700"/>
    </mc:Choice>
    <mc:Fallback>
      <p:transition/>
    </mc:Fallback>
  </mc:AlternateContent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1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27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p>
            <a:pPr eaLnBrk="1" hangingPunct="1">
              <a:spcAft>
                <a:spcPts val="0"/>
              </a:spcAft>
            </a:pPr>
            <a:r>
              <a:rPr lang="zh-CN" altLang="en-US" smtClean="0">
                <a:solidFill>
                  <a:srgbClr val="FF0000"/>
                </a:solidFill>
              </a:rPr>
              <a:t>错误界限</a:t>
            </a:r>
            <a:endParaRPr lang="zh-CN" altLang="en-US" smtClean="0">
              <a:solidFill>
                <a:srgbClr val="FF0000"/>
              </a:solidFill>
            </a:endParaRPr>
          </a:p>
        </p:txBody>
      </p:sp>
      <p:sp>
        <p:nvSpPr>
          <p:cNvPr id="1049277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p>
            <a:pPr eaLnBrk="1" hangingPunct="1">
              <a:spcAft>
                <a:spcPts val="0"/>
              </a:spcAft>
            </a:pPr>
            <a:r>
              <a:rPr lang="en-US" altLang="zh-CN" dirty="0" smtClean="0"/>
              <a:t>3n+2≠O(1)</a:t>
            </a:r>
            <a:r>
              <a:rPr lang="zh-CN" altLang="en-US" dirty="0" smtClean="0"/>
              <a:t>，反证法：</a:t>
            </a:r>
            <a:endParaRPr lang="zh-CN" altLang="en-US" dirty="0" smtClean="0"/>
          </a:p>
          <a:p>
            <a:pPr lvl="1" eaLnBrk="1" hangingPunct="1">
              <a:spcBef>
                <a:spcPts val="0"/>
              </a:spcBef>
              <a:spcAft>
                <a:spcPts val="0"/>
              </a:spcAft>
            </a:pPr>
            <a:r>
              <a:rPr lang="zh-CN" altLang="en-US" dirty="0" smtClean="0"/>
              <a:t>假定存在</a:t>
            </a:r>
            <a:r>
              <a:rPr lang="en-US" altLang="zh-CN" dirty="0" smtClean="0"/>
              <a:t>c</a:t>
            </a:r>
            <a:r>
              <a:rPr lang="zh-CN" altLang="en-US" dirty="0" smtClean="0"/>
              <a:t>及</a:t>
            </a:r>
            <a:r>
              <a:rPr lang="en-US" altLang="zh-CN" dirty="0" smtClean="0"/>
              <a:t>n</a:t>
            </a:r>
            <a:r>
              <a:rPr lang="en-US" altLang="zh-CN" baseline="-25000" dirty="0" smtClean="0"/>
              <a:t>0</a:t>
            </a:r>
            <a:r>
              <a:rPr lang="zh-CN" altLang="en-US" dirty="0" smtClean="0"/>
              <a:t>，使得对所有的</a:t>
            </a:r>
            <a:r>
              <a:rPr lang="en-US" altLang="zh-CN" dirty="0" smtClean="0"/>
              <a:t>n≥n</a:t>
            </a:r>
            <a:r>
              <a:rPr lang="en-US" altLang="zh-CN" baseline="-25000" dirty="0" smtClean="0"/>
              <a:t>0</a:t>
            </a:r>
            <a:r>
              <a:rPr lang="zh-CN" altLang="en-US" dirty="0" smtClean="0"/>
              <a:t>，</a:t>
            </a:r>
            <a:br>
              <a:rPr lang="zh-CN" altLang="en-US" dirty="0" smtClean="0"/>
            </a:br>
            <a:r>
              <a:rPr lang="zh-CN" altLang="en-US" dirty="0" smtClean="0"/>
              <a:t>有</a:t>
            </a:r>
            <a:r>
              <a:rPr lang="en-US" altLang="zh-CN" dirty="0" smtClean="0"/>
              <a:t>3n+2≤c</a:t>
            </a:r>
            <a:r>
              <a:rPr lang="en-US" altLang="zh-CN" dirty="0" smtClean="0">
                <a:sym typeface="Wingdings" panose="05000000000000000000" pitchFamily="2" charset="2"/>
              </a:rPr>
              <a:t></a:t>
            </a:r>
            <a:r>
              <a:rPr lang="en-US" altLang="zh-CN" dirty="0" smtClean="0"/>
              <a:t>n≤(c-2)/3</a:t>
            </a:r>
            <a:r>
              <a:rPr lang="zh-CN" altLang="en-US" dirty="0" smtClean="0"/>
              <a:t>，</a:t>
            </a:r>
            <a:br>
              <a:rPr lang="zh-CN" altLang="en-US" dirty="0" smtClean="0"/>
            </a:br>
            <a:r>
              <a:rPr lang="zh-CN" altLang="en-US" dirty="0" smtClean="0"/>
              <a:t>因此取</a:t>
            </a:r>
            <a:r>
              <a:rPr lang="en-US" altLang="zh-CN" dirty="0" smtClean="0"/>
              <a:t>n&gt;max{n</a:t>
            </a:r>
            <a:r>
              <a:rPr lang="en-US" altLang="zh-CN" baseline="-25000" dirty="0" smtClean="0"/>
              <a:t>0</a:t>
            </a:r>
            <a:r>
              <a:rPr lang="en-US" altLang="zh-CN" dirty="0" smtClean="0"/>
              <a:t>, (c-2)/3}</a:t>
            </a:r>
            <a:r>
              <a:rPr lang="zh-CN" altLang="en-US" dirty="0" smtClean="0"/>
              <a:t>，矛盾！</a:t>
            </a:r>
            <a:endParaRPr lang="zh-CN" altLang="en-US" dirty="0" smtClean="0"/>
          </a:p>
          <a:p>
            <a:pPr eaLnBrk="1" hangingPunct="1"/>
            <a:r>
              <a:rPr lang="en-US" altLang="zh-CN" dirty="0" smtClean="0"/>
              <a:t>10n</a:t>
            </a:r>
            <a:r>
              <a:rPr lang="en-US" altLang="zh-CN" baseline="30000" dirty="0" smtClean="0"/>
              <a:t>2</a:t>
            </a:r>
            <a:r>
              <a:rPr lang="en-US" altLang="zh-CN" dirty="0" smtClean="0"/>
              <a:t>+4n+2≠O(n)</a:t>
            </a:r>
            <a:endParaRPr lang="en-US" altLang="zh-CN" dirty="0" smtClean="0"/>
          </a:p>
          <a:p>
            <a:pPr lvl="1" eaLnBrk="1" hangingPunct="1"/>
            <a:r>
              <a:rPr lang="zh-CN" altLang="en-US" dirty="0" smtClean="0"/>
              <a:t>假定存在</a:t>
            </a:r>
            <a:r>
              <a:rPr lang="en-US" altLang="zh-CN" dirty="0" smtClean="0"/>
              <a:t>c</a:t>
            </a:r>
            <a:r>
              <a:rPr lang="zh-CN" altLang="en-US" dirty="0" smtClean="0"/>
              <a:t>和</a:t>
            </a:r>
            <a:r>
              <a:rPr lang="en-US" altLang="zh-CN" dirty="0" smtClean="0"/>
              <a:t>n</a:t>
            </a:r>
            <a:r>
              <a:rPr lang="en-US" altLang="zh-CN" baseline="-25000" dirty="0" smtClean="0"/>
              <a:t>0</a:t>
            </a:r>
            <a:r>
              <a:rPr lang="en-US" altLang="zh-CN" dirty="0" smtClean="0"/>
              <a:t>,</a:t>
            </a:r>
            <a:r>
              <a:rPr lang="zh-CN" altLang="en-US" dirty="0" smtClean="0"/>
              <a:t>使得对于所有的</a:t>
            </a:r>
            <a:r>
              <a:rPr lang="en-US" altLang="zh-CN" dirty="0" smtClean="0"/>
              <a:t>n≥n</a:t>
            </a:r>
            <a:r>
              <a:rPr lang="en-US" altLang="zh-CN" baseline="-25000" dirty="0" smtClean="0"/>
              <a:t>0</a:t>
            </a:r>
            <a:r>
              <a:rPr lang="zh-CN" altLang="en-US" dirty="0" smtClean="0"/>
              <a:t>，</a:t>
            </a:r>
            <a:br>
              <a:rPr lang="zh-CN" altLang="en-US" dirty="0" smtClean="0"/>
            </a:br>
            <a:r>
              <a:rPr lang="zh-CN" altLang="en-US" dirty="0" smtClean="0"/>
              <a:t>有</a:t>
            </a:r>
            <a:r>
              <a:rPr lang="en-US" altLang="zh-CN" dirty="0" smtClean="0"/>
              <a:t>10n</a:t>
            </a:r>
            <a:r>
              <a:rPr lang="en-US" altLang="zh-CN" baseline="30000" dirty="0" smtClean="0"/>
              <a:t>2</a:t>
            </a:r>
            <a:r>
              <a:rPr lang="en-US" altLang="zh-CN" dirty="0" smtClean="0"/>
              <a:t>+4n+2≤cn</a:t>
            </a:r>
            <a:r>
              <a:rPr lang="en-US" altLang="zh-CN" dirty="0" smtClean="0">
                <a:sym typeface="Wingdings" panose="05000000000000000000" pitchFamily="2" charset="2"/>
              </a:rPr>
              <a:t></a:t>
            </a:r>
            <a:r>
              <a:rPr lang="en-US" altLang="zh-CN" dirty="0" smtClean="0"/>
              <a:t>10n+4+2/</a:t>
            </a:r>
            <a:r>
              <a:rPr lang="en-US" altLang="zh-CN" dirty="0" err="1" smtClean="0"/>
              <a:t>n≤c</a:t>
            </a:r>
            <a:br>
              <a:rPr lang="en-US" altLang="zh-CN" dirty="0" smtClean="0"/>
            </a:br>
            <a:r>
              <a:rPr lang="zh-CN" altLang="en-US" dirty="0" smtClean="0"/>
              <a:t>取</a:t>
            </a:r>
            <a:r>
              <a:rPr lang="en-US" altLang="zh-CN" dirty="0" smtClean="0"/>
              <a:t>n&gt;max{n</a:t>
            </a:r>
            <a:r>
              <a:rPr lang="en-US" altLang="zh-CN" baseline="-25000" dirty="0" smtClean="0"/>
              <a:t>0</a:t>
            </a:r>
            <a:r>
              <a:rPr lang="en-US" altLang="zh-CN" dirty="0" smtClean="0"/>
              <a:t>,(c-4)/10}</a:t>
            </a:r>
            <a:r>
              <a:rPr lang="zh-CN" altLang="en-US" dirty="0" smtClean="0"/>
              <a:t>，矛盾</a:t>
            </a:r>
            <a:endParaRPr lang="zh-CN" altLang="en-US" dirty="0" smtClean="0"/>
          </a:p>
        </p:txBody>
      </p:sp>
      <p:sp>
        <p:nvSpPr>
          <p:cNvPr id="1049278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rtl="0">
              <a:spcAft>
                <a:spcPts val="0"/>
              </a:spcAft>
            </a:pPr>
            <a:fld id="{71B7BAC7-FE87-40F6-AA24-4F4685D1B022}" type="slidenum">
              <a:rPr lang="en-US" altLang="zh-CN" noProof="0" smtClean="0"/>
            </a:fld>
            <a:endParaRPr lang="zh-CN" altLang="en-US" noProof="0" dirty="0"/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700"/>
    </mc:Choice>
    <mc:Fallback>
      <p:transition/>
    </mc:Fallback>
  </mc:AlternateContent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2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4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p>
            <a:pPr eaLnBrk="1" hangingPunct="1">
              <a:spcAft>
                <a:spcPts val="0"/>
              </a:spcAft>
            </a:pPr>
            <a:r>
              <a:rPr lang="zh-CN" altLang="en-US" smtClean="0"/>
              <a:t>多项式的阶</a:t>
            </a:r>
            <a:endParaRPr lang="zh-CN" altLang="en-US" smtClean="0"/>
          </a:p>
        </p:txBody>
      </p:sp>
      <p:sp>
        <p:nvSpPr>
          <p:cNvPr id="1048646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p>
            <a:pPr eaLnBrk="1" hangingPunct="1">
              <a:spcAft>
                <a:spcPts val="0"/>
              </a:spcAft>
            </a:pPr>
            <a:r>
              <a:rPr lang="zh-CN" altLang="en-US" dirty="0" smtClean="0">
                <a:solidFill>
                  <a:srgbClr val="FF0000"/>
                </a:solidFill>
              </a:rPr>
              <a:t>定理</a:t>
            </a:r>
            <a:r>
              <a:rPr lang="en-US" altLang="zh-CN" dirty="0" smtClean="0">
                <a:solidFill>
                  <a:srgbClr val="FF0000"/>
                </a:solidFill>
              </a:rPr>
              <a:t>1</a:t>
            </a:r>
            <a:r>
              <a:rPr lang="zh-CN" altLang="en-US" dirty="0" smtClean="0">
                <a:solidFill>
                  <a:srgbClr val="FF0000"/>
                </a:solidFill>
              </a:rPr>
              <a:t>：如果</a:t>
            </a:r>
            <a:r>
              <a:rPr lang="en-US" altLang="zh-CN" dirty="0" smtClean="0">
                <a:solidFill>
                  <a:srgbClr val="FF0000"/>
                </a:solidFill>
              </a:rPr>
              <a:t>f(n)=a</a:t>
            </a:r>
            <a:r>
              <a:rPr lang="en-US" altLang="zh-CN" baseline="-25000" dirty="0" smtClean="0">
                <a:solidFill>
                  <a:srgbClr val="FF0000"/>
                </a:solidFill>
              </a:rPr>
              <a:t>m</a:t>
            </a:r>
            <a:r>
              <a:rPr lang="en-US" altLang="zh-CN" dirty="0" smtClean="0">
                <a:solidFill>
                  <a:srgbClr val="FF0000"/>
                </a:solidFill>
              </a:rPr>
              <a:t>n</a:t>
            </a:r>
            <a:r>
              <a:rPr lang="en-US" altLang="zh-CN" baseline="30000" dirty="0" smtClean="0">
                <a:solidFill>
                  <a:srgbClr val="FF0000"/>
                </a:solidFill>
              </a:rPr>
              <a:t>m</a:t>
            </a:r>
            <a:r>
              <a:rPr lang="en-US" altLang="zh-CN" dirty="0" smtClean="0">
                <a:solidFill>
                  <a:srgbClr val="FF0000"/>
                </a:solidFill>
              </a:rPr>
              <a:t>+…+a</a:t>
            </a:r>
            <a:r>
              <a:rPr lang="en-US" altLang="zh-CN" baseline="-25000" dirty="0" smtClean="0">
                <a:solidFill>
                  <a:srgbClr val="FF0000"/>
                </a:solidFill>
              </a:rPr>
              <a:t>1</a:t>
            </a:r>
            <a:r>
              <a:rPr lang="en-US" altLang="zh-CN" dirty="0" smtClean="0">
                <a:solidFill>
                  <a:srgbClr val="FF0000"/>
                </a:solidFill>
              </a:rPr>
              <a:t>n+a</a:t>
            </a:r>
            <a:r>
              <a:rPr lang="en-US" altLang="zh-CN" baseline="-25000" dirty="0" smtClean="0">
                <a:solidFill>
                  <a:srgbClr val="FF0000"/>
                </a:solidFill>
              </a:rPr>
              <a:t>0</a:t>
            </a:r>
            <a:r>
              <a:rPr lang="zh-CN" altLang="en-US" dirty="0" smtClean="0">
                <a:solidFill>
                  <a:srgbClr val="FF0000"/>
                </a:solidFill>
              </a:rPr>
              <a:t>且</a:t>
            </a:r>
            <a:r>
              <a:rPr lang="en-US" altLang="zh-CN" dirty="0" smtClean="0">
                <a:solidFill>
                  <a:srgbClr val="FF0000"/>
                </a:solidFill>
              </a:rPr>
              <a:t>a</a:t>
            </a:r>
            <a:r>
              <a:rPr lang="en-US" altLang="zh-CN" baseline="-25000" dirty="0" smtClean="0">
                <a:solidFill>
                  <a:srgbClr val="FF0000"/>
                </a:solidFill>
              </a:rPr>
              <a:t>m</a:t>
            </a:r>
            <a:r>
              <a:rPr lang="en-US" altLang="zh-CN" dirty="0" smtClean="0">
                <a:solidFill>
                  <a:srgbClr val="FF0000"/>
                </a:solidFill>
              </a:rPr>
              <a:t>&gt;0</a:t>
            </a:r>
            <a:r>
              <a:rPr lang="zh-CN" altLang="en-US" dirty="0" smtClean="0">
                <a:solidFill>
                  <a:srgbClr val="FF0000"/>
                </a:solidFill>
              </a:rPr>
              <a:t>，则</a:t>
            </a:r>
            <a:r>
              <a:rPr lang="en-US" altLang="zh-CN" dirty="0" smtClean="0">
                <a:solidFill>
                  <a:srgbClr val="FF0000"/>
                </a:solidFill>
              </a:rPr>
              <a:t>f(n)=O(n</a:t>
            </a:r>
            <a:r>
              <a:rPr lang="en-US" altLang="zh-CN" baseline="30000" dirty="0" smtClean="0">
                <a:solidFill>
                  <a:srgbClr val="FF0000"/>
                </a:solidFill>
              </a:rPr>
              <a:t>m</a:t>
            </a:r>
            <a:r>
              <a:rPr lang="en-US" altLang="zh-CN" dirty="0" smtClean="0">
                <a:solidFill>
                  <a:srgbClr val="FF0000"/>
                </a:solidFill>
              </a:rPr>
              <a:t>)</a:t>
            </a:r>
            <a:endParaRPr lang="en-US" altLang="zh-CN" dirty="0" smtClean="0">
              <a:solidFill>
                <a:srgbClr val="FF0000"/>
              </a:solidFill>
            </a:endParaRPr>
          </a:p>
          <a:p>
            <a:pPr eaLnBrk="1" hangingPunct="1">
              <a:spcBef>
                <a:spcPts val="750"/>
              </a:spcBef>
              <a:buFont typeface="Wingdings" panose="05000000000000000000" pitchFamily="2" charset="2"/>
              <a:buNone/>
            </a:pPr>
            <a:r>
              <a:rPr lang="zh-CN" altLang="en-US" dirty="0" smtClean="0"/>
              <a:t>证明：</a:t>
            </a:r>
            <a:endParaRPr lang="zh-CN" altLang="en-US" dirty="0" smtClean="0"/>
          </a:p>
        </p:txBody>
      </p:sp>
      <p:sp>
        <p:nvSpPr>
          <p:cNvPr id="1048647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rtl="0">
              <a:spcAft>
                <a:spcPts val="0"/>
              </a:spcAft>
            </a:pPr>
            <a:fld id="{71B7BAC7-FE87-40F6-AA24-4F4685D1B022}" type="slidenum">
              <a:rPr lang="en-US" altLang="zh-CN" noProof="0" smtClean="0"/>
            </a:fld>
            <a:endParaRPr lang="zh-CN" altLang="en-US" noProof="0" dirty="0"/>
          </a:p>
        </p:txBody>
      </p:sp>
      <p:graphicFrame>
        <p:nvGraphicFramePr>
          <p:cNvPr id="4194304" name="Object 4"/>
          <p:cNvGraphicFramePr>
            <a:graphicFrameLocks noChangeAspect="1"/>
          </p:cNvGraphicFramePr>
          <p:nvPr/>
        </p:nvGraphicFramePr>
        <p:xfrm>
          <a:off x="2113595" y="2494160"/>
          <a:ext cx="3896709" cy="31136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57" name="Equation" showAsIcon="1" r:id="rId1" imgW="1231900" imgH="1574800" progId="Equation.3">
                  <p:embed/>
                </p:oleObj>
              </mc:Choice>
              <mc:Fallback>
                <p:oleObj name="Equation" showAsIcon="1" r:id="rId1" imgW="1231900" imgH="1574800" progId="Equation.3">
                  <p:embed/>
                  <p:pic>
                    <p:nvPicPr>
                      <p:cNvPr id="0" name="图片 924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13595" y="2494160"/>
                        <a:ext cx="3896709" cy="31136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</p:spTree>
    <p:custDataLst>
      <p:tags r:id="rId3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700"/>
    </mc:Choice>
    <mc:Fallback>
      <p:transition/>
    </mc:Fallback>
  </mc:AlternateContent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1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2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pPr>
              <a:spcAft>
                <a:spcPts val="0"/>
              </a:spcAft>
            </a:pPr>
            <a:r>
              <a:rPr lang="zh-CN" altLang="en-US" smtClean="0"/>
              <a:t>大</a:t>
            </a:r>
            <a:r>
              <a:rPr lang="en-US" altLang="zh-CN" smtClean="0"/>
              <a:t>O</a:t>
            </a:r>
            <a:r>
              <a:rPr lang="zh-CN" altLang="en-US" smtClean="0"/>
              <a:t>原理图示</a:t>
            </a:r>
            <a:endParaRPr lang="zh-CN" altLang="en-US" smtClean="0"/>
          </a:p>
        </p:txBody>
      </p:sp>
      <p:sp>
        <p:nvSpPr>
          <p:cNvPr id="1048623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rtl="0">
              <a:spcAft>
                <a:spcPts val="0"/>
              </a:spcAft>
            </a:pPr>
            <a:fld id="{71B7BAC7-FE87-40F6-AA24-4F4685D1B022}" type="slidenum">
              <a:rPr lang="en-US" altLang="zh-CN" noProof="0" smtClean="0"/>
            </a:fld>
            <a:endParaRPr lang="zh-CN" altLang="en-US" noProof="0" dirty="0"/>
          </a:p>
        </p:txBody>
      </p:sp>
      <p:grpSp>
        <p:nvGrpSpPr>
          <p:cNvPr id="116" name="组合 2"/>
          <p:cNvGrpSpPr/>
          <p:nvPr/>
        </p:nvGrpSpPr>
        <p:grpSpPr>
          <a:xfrm>
            <a:off x="939282" y="1690689"/>
            <a:ext cx="6691235" cy="4046392"/>
            <a:chOff x="2589401" y="3000398"/>
            <a:chExt cx="5659388" cy="3607067"/>
          </a:xfrm>
        </p:grpSpPr>
        <p:sp>
          <p:nvSpPr>
            <p:cNvPr id="1048624" name="object 11"/>
            <p:cNvSpPr txBox="1"/>
            <p:nvPr/>
          </p:nvSpPr>
          <p:spPr>
            <a:xfrm>
              <a:off x="2932308" y="6333104"/>
              <a:ext cx="4344035" cy="274361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p>
              <a:pPr marL="12700">
                <a:lnSpc>
                  <a:spcPts val="2380"/>
                </a:lnSpc>
              </a:pPr>
              <a:r>
                <a:rPr sz="2000" b="1" spc="-20" dirty="0">
                  <a:solidFill>
                    <a:srgbClr val="FF0000"/>
                  </a:solidFill>
                  <a:latin typeface="宋体" panose="02010600030101010101" pitchFamily="2" charset="-122"/>
                  <a:cs typeface="宋体" panose="02010600030101010101" pitchFamily="2" charset="-122"/>
                </a:rPr>
                <a:t>当问题规模充分大时在渐近意义下的阶</a:t>
              </a:r>
              <a:endParaRPr sz="2000">
                <a:latin typeface="宋体" panose="02010600030101010101" pitchFamily="2" charset="-122"/>
                <a:cs typeface="宋体" panose="02010600030101010101" pitchFamily="2" charset="-122"/>
              </a:endParaRPr>
            </a:p>
          </p:txBody>
        </p:sp>
        <p:sp>
          <p:nvSpPr>
            <p:cNvPr id="1048625" name="object 12"/>
            <p:cNvSpPr txBox="1"/>
            <p:nvPr/>
          </p:nvSpPr>
          <p:spPr>
            <a:xfrm>
              <a:off x="4230757" y="5883771"/>
              <a:ext cx="197485" cy="271707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p>
              <a:pPr marL="12700"/>
              <a:r>
                <a:rPr sz="1600" i="1" dirty="0">
                  <a:latin typeface="Times New Roman" panose="02020603050405020304"/>
                  <a:cs typeface="Times New Roman" panose="02020603050405020304"/>
                </a:rPr>
                <a:t>n</a:t>
              </a:r>
              <a:r>
                <a:rPr sz="1650" spc="-15" baseline="-20000" dirty="0">
                  <a:latin typeface="Times New Roman" panose="02020603050405020304"/>
                  <a:cs typeface="Times New Roman" panose="02020603050405020304"/>
                </a:rPr>
                <a:t>0</a:t>
              </a:r>
              <a:endParaRPr sz="1650" baseline="-20000">
                <a:latin typeface="Times New Roman" panose="02020603050405020304"/>
                <a:cs typeface="Times New Roman" panose="02020603050405020304"/>
              </a:endParaRPr>
            </a:p>
          </p:txBody>
        </p:sp>
        <p:sp>
          <p:nvSpPr>
            <p:cNvPr id="1048626" name="object 13"/>
            <p:cNvSpPr/>
            <p:nvPr/>
          </p:nvSpPr>
          <p:spPr>
            <a:xfrm>
              <a:off x="2992259" y="5784341"/>
              <a:ext cx="5256530" cy="143510"/>
            </a:xfrm>
            <a:custGeom>
              <a:avLst/>
              <a:gdLst/>
              <a:ahLst/>
              <a:cxnLst/>
              <a:rect l="l" t="t" r="r" b="b"/>
              <a:pathLst>
                <a:path w="5256530" h="143510">
                  <a:moveTo>
                    <a:pt x="5170932" y="71628"/>
                  </a:moveTo>
                  <a:lnTo>
                    <a:pt x="5159380" y="57150"/>
                  </a:lnTo>
                  <a:lnTo>
                    <a:pt x="0" y="57150"/>
                  </a:lnTo>
                  <a:lnTo>
                    <a:pt x="0" y="86106"/>
                  </a:lnTo>
                  <a:lnTo>
                    <a:pt x="5159380" y="86106"/>
                  </a:lnTo>
                  <a:lnTo>
                    <a:pt x="5170932" y="71628"/>
                  </a:lnTo>
                  <a:close/>
                </a:path>
                <a:path w="5256530" h="143510">
                  <a:moveTo>
                    <a:pt x="5256263" y="71628"/>
                  </a:moveTo>
                  <a:lnTo>
                    <a:pt x="5113782" y="0"/>
                  </a:lnTo>
                  <a:lnTo>
                    <a:pt x="5159380" y="57150"/>
                  </a:lnTo>
                  <a:lnTo>
                    <a:pt x="5170932" y="57150"/>
                  </a:lnTo>
                  <a:lnTo>
                    <a:pt x="5170932" y="114525"/>
                  </a:lnTo>
                  <a:lnTo>
                    <a:pt x="5256263" y="71628"/>
                  </a:lnTo>
                  <a:close/>
                </a:path>
                <a:path w="5256530" h="143510">
                  <a:moveTo>
                    <a:pt x="5170932" y="114525"/>
                  </a:moveTo>
                  <a:lnTo>
                    <a:pt x="5170932" y="86106"/>
                  </a:lnTo>
                  <a:lnTo>
                    <a:pt x="5159380" y="86106"/>
                  </a:lnTo>
                  <a:lnTo>
                    <a:pt x="5113782" y="143256"/>
                  </a:lnTo>
                  <a:lnTo>
                    <a:pt x="5170932" y="114525"/>
                  </a:lnTo>
                  <a:close/>
                </a:path>
                <a:path w="5256530" h="143510">
                  <a:moveTo>
                    <a:pt x="5170932" y="71628"/>
                  </a:moveTo>
                  <a:lnTo>
                    <a:pt x="5170932" y="57150"/>
                  </a:lnTo>
                  <a:lnTo>
                    <a:pt x="5159380" y="57150"/>
                  </a:lnTo>
                  <a:lnTo>
                    <a:pt x="5170932" y="71628"/>
                  </a:lnTo>
                  <a:close/>
                </a:path>
                <a:path w="5256530" h="143510">
                  <a:moveTo>
                    <a:pt x="5170932" y="86106"/>
                  </a:moveTo>
                  <a:lnTo>
                    <a:pt x="5170932" y="71628"/>
                  </a:lnTo>
                  <a:lnTo>
                    <a:pt x="5159380" y="86106"/>
                  </a:lnTo>
                  <a:lnTo>
                    <a:pt x="5170932" y="8610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p/>
          </p:txBody>
        </p:sp>
        <p:sp>
          <p:nvSpPr>
            <p:cNvPr id="1048627" name="object 14"/>
            <p:cNvSpPr/>
            <p:nvPr/>
          </p:nvSpPr>
          <p:spPr>
            <a:xfrm>
              <a:off x="2943491" y="3038094"/>
              <a:ext cx="142875" cy="2818130"/>
            </a:xfrm>
            <a:custGeom>
              <a:avLst/>
              <a:gdLst/>
              <a:ahLst/>
              <a:cxnLst/>
              <a:rect l="l" t="t" r="r" b="b"/>
              <a:pathLst>
                <a:path w="142875" h="2818129">
                  <a:moveTo>
                    <a:pt x="142494" y="143256"/>
                  </a:moveTo>
                  <a:lnTo>
                    <a:pt x="71628" y="0"/>
                  </a:lnTo>
                  <a:lnTo>
                    <a:pt x="0" y="143256"/>
                  </a:lnTo>
                  <a:lnTo>
                    <a:pt x="57150" y="97657"/>
                  </a:lnTo>
                  <a:lnTo>
                    <a:pt x="57150" y="86106"/>
                  </a:lnTo>
                  <a:lnTo>
                    <a:pt x="85343" y="86106"/>
                  </a:lnTo>
                  <a:lnTo>
                    <a:pt x="85343" y="97167"/>
                  </a:lnTo>
                  <a:lnTo>
                    <a:pt x="142494" y="143256"/>
                  </a:lnTo>
                  <a:close/>
                </a:path>
                <a:path w="142875" h="2818129">
                  <a:moveTo>
                    <a:pt x="71628" y="86106"/>
                  </a:moveTo>
                  <a:lnTo>
                    <a:pt x="57150" y="86106"/>
                  </a:lnTo>
                  <a:lnTo>
                    <a:pt x="57150" y="97657"/>
                  </a:lnTo>
                  <a:lnTo>
                    <a:pt x="71628" y="86106"/>
                  </a:lnTo>
                  <a:close/>
                </a:path>
                <a:path w="142875" h="2818129">
                  <a:moveTo>
                    <a:pt x="85343" y="2817876"/>
                  </a:moveTo>
                  <a:lnTo>
                    <a:pt x="85343" y="97167"/>
                  </a:lnTo>
                  <a:lnTo>
                    <a:pt x="71628" y="86106"/>
                  </a:lnTo>
                  <a:lnTo>
                    <a:pt x="57150" y="97657"/>
                  </a:lnTo>
                  <a:lnTo>
                    <a:pt x="57150" y="2817876"/>
                  </a:lnTo>
                  <a:lnTo>
                    <a:pt x="85343" y="2817876"/>
                  </a:lnTo>
                  <a:close/>
                </a:path>
                <a:path w="142875" h="2818129">
                  <a:moveTo>
                    <a:pt x="85343" y="97167"/>
                  </a:moveTo>
                  <a:lnTo>
                    <a:pt x="85343" y="86106"/>
                  </a:lnTo>
                  <a:lnTo>
                    <a:pt x="71628" y="86106"/>
                  </a:lnTo>
                  <a:lnTo>
                    <a:pt x="85343" y="97167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p/>
          </p:txBody>
        </p:sp>
        <p:sp>
          <p:nvSpPr>
            <p:cNvPr id="1048628" name="object 15"/>
            <p:cNvSpPr txBox="1"/>
            <p:nvPr/>
          </p:nvSpPr>
          <p:spPr>
            <a:xfrm>
              <a:off x="7073779" y="5991240"/>
              <a:ext cx="1068070" cy="246925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p>
              <a:pPr marL="12700"/>
              <a:r>
                <a:rPr b="1" spc="-20" dirty="0">
                  <a:latin typeface="宋体" panose="02010600030101010101" pitchFamily="2" charset="-122"/>
                  <a:cs typeface="宋体" panose="02010600030101010101" pitchFamily="2" charset="-122"/>
                </a:rPr>
                <a:t>问题规</a:t>
              </a:r>
              <a:r>
                <a:rPr b="1" spc="-15" dirty="0">
                  <a:latin typeface="宋体" panose="02010600030101010101" pitchFamily="2" charset="-122"/>
                  <a:cs typeface="宋体" panose="02010600030101010101" pitchFamily="2" charset="-122"/>
                </a:rPr>
                <a:t>模</a:t>
              </a:r>
              <a:r>
                <a:rPr b="1" i="1" dirty="0">
                  <a:latin typeface="Times New Roman" panose="02020603050405020304"/>
                  <a:cs typeface="Times New Roman" panose="02020603050405020304"/>
                </a:rPr>
                <a:t>n</a:t>
              </a:r>
              <a:endParaRPr>
                <a:latin typeface="Times New Roman" panose="02020603050405020304"/>
                <a:cs typeface="Times New Roman" panose="02020603050405020304"/>
              </a:endParaRPr>
            </a:p>
          </p:txBody>
        </p:sp>
        <p:sp>
          <p:nvSpPr>
            <p:cNvPr id="1048629" name="object 16"/>
            <p:cNvSpPr txBox="1"/>
            <p:nvPr/>
          </p:nvSpPr>
          <p:spPr>
            <a:xfrm>
              <a:off x="2589401" y="3000398"/>
              <a:ext cx="254000" cy="790159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p>
              <a:pPr marL="12700" marR="5080" algn="just">
                <a:lnSpc>
                  <a:spcPct val="80000"/>
                </a:lnSpc>
              </a:pPr>
              <a:r>
                <a:rPr b="1" spc="-15" dirty="0">
                  <a:latin typeface="宋体" panose="02010600030101010101" pitchFamily="2" charset="-122"/>
                  <a:cs typeface="宋体" panose="02010600030101010101" pitchFamily="2" charset="-122"/>
                </a:rPr>
                <a:t>执 行 次 数</a:t>
              </a:r>
              <a:endParaRPr>
                <a:latin typeface="宋体" panose="02010600030101010101" pitchFamily="2" charset="-122"/>
                <a:cs typeface="宋体" panose="02010600030101010101" pitchFamily="2" charset="-122"/>
              </a:endParaRPr>
            </a:p>
          </p:txBody>
        </p:sp>
        <p:sp>
          <p:nvSpPr>
            <p:cNvPr id="1048630" name="object 17"/>
            <p:cNvSpPr/>
            <p:nvPr/>
          </p:nvSpPr>
          <p:spPr>
            <a:xfrm>
              <a:off x="4302137" y="3076194"/>
              <a:ext cx="0" cy="2780030"/>
            </a:xfrm>
            <a:custGeom>
              <a:avLst/>
              <a:gdLst/>
              <a:ahLst/>
              <a:cxnLst/>
              <a:rect l="l" t="t" r="r" b="b"/>
              <a:pathLst>
                <a:path h="2780029">
                  <a:moveTo>
                    <a:pt x="0" y="0"/>
                  </a:moveTo>
                  <a:lnTo>
                    <a:pt x="0" y="2779776"/>
                  </a:lnTo>
                </a:path>
              </a:pathLst>
            </a:custGeom>
            <a:ln w="28575">
              <a:solidFill>
                <a:srgbClr val="000000"/>
              </a:solidFill>
              <a:prstDash val="lgDash"/>
            </a:ln>
          </p:spPr>
          <p:txBody>
            <a:bodyPr wrap="square" lIns="0" tIns="0" rIns="0" bIns="0" rtlCol="0"/>
            <a:p/>
          </p:txBody>
        </p:sp>
        <p:sp>
          <p:nvSpPr>
            <p:cNvPr id="1048631" name="object 18"/>
            <p:cNvSpPr txBox="1"/>
            <p:nvPr/>
          </p:nvSpPr>
          <p:spPr>
            <a:xfrm>
              <a:off x="3102235" y="4783470"/>
              <a:ext cx="1087120" cy="430204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p>
              <a:pPr marL="12700" marR="5080" algn="just">
                <a:lnSpc>
                  <a:spcPct val="82000"/>
                </a:lnSpc>
              </a:pPr>
              <a:r>
                <a:rPr b="1" i="1" dirty="0">
                  <a:latin typeface="Times New Roman" panose="02020603050405020304"/>
                  <a:cs typeface="Times New Roman" panose="02020603050405020304"/>
                </a:rPr>
                <a:t>n</a:t>
              </a:r>
              <a:r>
                <a:rPr b="1" baseline="-23000" dirty="0">
                  <a:latin typeface="Times New Roman" panose="02020603050405020304"/>
                  <a:cs typeface="Times New Roman" panose="02020603050405020304"/>
                </a:rPr>
                <a:t>0</a:t>
              </a:r>
              <a:r>
                <a:rPr b="1" spc="67" baseline="-23000" dirty="0">
                  <a:latin typeface="Times New Roman" panose="02020603050405020304"/>
                  <a:cs typeface="Times New Roman" panose="02020603050405020304"/>
                </a:rPr>
                <a:t> </a:t>
              </a:r>
              <a:r>
                <a:rPr b="1" spc="315" dirty="0">
                  <a:latin typeface="宋体" panose="02010600030101010101" pitchFamily="2" charset="-122"/>
                  <a:cs typeface="宋体" panose="02010600030101010101" pitchFamily="2" charset="-122"/>
                </a:rPr>
                <a:t>之前</a:t>
              </a:r>
              <a:r>
                <a:rPr b="1" spc="-20" dirty="0">
                  <a:latin typeface="宋体" panose="02010600030101010101" pitchFamily="2" charset="-122"/>
                  <a:cs typeface="宋体" panose="02010600030101010101" pitchFamily="2" charset="-122"/>
                </a:rPr>
                <a:t>的</a:t>
              </a:r>
              <a:r>
                <a:rPr b="1" spc="-575" dirty="0">
                  <a:latin typeface="宋体" panose="02010600030101010101" pitchFamily="2" charset="-122"/>
                  <a:cs typeface="宋体" panose="02010600030101010101" pitchFamily="2" charset="-122"/>
                </a:rPr>
                <a:t> </a:t>
              </a:r>
              <a:r>
                <a:rPr b="1" spc="255" dirty="0">
                  <a:latin typeface="宋体" panose="02010600030101010101" pitchFamily="2" charset="-122"/>
                  <a:cs typeface="宋体" panose="02010600030101010101" pitchFamily="2" charset="-122"/>
                </a:rPr>
                <a:t>情况无</a:t>
              </a:r>
              <a:r>
                <a:rPr b="1" spc="-20" dirty="0">
                  <a:latin typeface="宋体" panose="02010600030101010101" pitchFamily="2" charset="-122"/>
                  <a:cs typeface="宋体" panose="02010600030101010101" pitchFamily="2" charset="-122"/>
                </a:rPr>
                <a:t>关</a:t>
              </a:r>
              <a:r>
                <a:rPr b="1" spc="-635" dirty="0">
                  <a:latin typeface="宋体" panose="02010600030101010101" pitchFamily="2" charset="-122"/>
                  <a:cs typeface="宋体" panose="02010600030101010101" pitchFamily="2" charset="-122"/>
                </a:rPr>
                <a:t> </a:t>
              </a:r>
              <a:r>
                <a:rPr b="1" spc="-20" dirty="0">
                  <a:latin typeface="宋体" panose="02010600030101010101" pitchFamily="2" charset="-122"/>
                  <a:cs typeface="宋体" panose="02010600030101010101" pitchFamily="2" charset="-122"/>
                </a:rPr>
                <a:t>紧要</a:t>
              </a:r>
              <a:endParaRPr>
                <a:latin typeface="宋体" panose="02010600030101010101" pitchFamily="2" charset="-122"/>
                <a:cs typeface="宋体" panose="02010600030101010101" pitchFamily="2" charset="-122"/>
              </a:endParaRPr>
            </a:p>
          </p:txBody>
        </p:sp>
        <p:sp>
          <p:nvSpPr>
            <p:cNvPr id="1048632" name="object 19"/>
            <p:cNvSpPr/>
            <p:nvPr/>
          </p:nvSpPr>
          <p:spPr>
            <a:xfrm>
              <a:off x="4302137" y="3582923"/>
              <a:ext cx="2886710" cy="1972945"/>
            </a:xfrm>
            <a:custGeom>
              <a:avLst/>
              <a:gdLst/>
              <a:ahLst/>
              <a:cxnLst/>
              <a:rect l="l" t="t" r="r" b="b"/>
              <a:pathLst>
                <a:path w="2886709" h="1972945">
                  <a:moveTo>
                    <a:pt x="0" y="1972817"/>
                  </a:moveTo>
                  <a:lnTo>
                    <a:pt x="48179" y="1952973"/>
                  </a:lnTo>
                  <a:lnTo>
                    <a:pt x="90844" y="1935777"/>
                  </a:lnTo>
                  <a:lnTo>
                    <a:pt x="114679" y="1926190"/>
                  </a:lnTo>
                  <a:lnTo>
                    <a:pt x="139888" y="1916032"/>
                  </a:lnTo>
                  <a:lnTo>
                    <a:pt x="193544" y="1894274"/>
                  </a:lnTo>
                  <a:lnTo>
                    <a:pt x="250049" y="1871036"/>
                  </a:lnTo>
                  <a:lnTo>
                    <a:pt x="307638" y="1846854"/>
                  </a:lnTo>
                  <a:lnTo>
                    <a:pt x="364545" y="1822263"/>
                  </a:lnTo>
                  <a:lnTo>
                    <a:pt x="419006" y="1797798"/>
                  </a:lnTo>
                  <a:lnTo>
                    <a:pt x="469257" y="1773993"/>
                  </a:lnTo>
                  <a:lnTo>
                    <a:pt x="492252" y="1762505"/>
                  </a:lnTo>
                  <a:lnTo>
                    <a:pt x="513990" y="1751839"/>
                  </a:lnTo>
                  <a:lnTo>
                    <a:pt x="555148" y="1729663"/>
                  </a:lnTo>
                  <a:lnTo>
                    <a:pt x="593859" y="1706498"/>
                  </a:lnTo>
                  <a:lnTo>
                    <a:pt x="630902" y="1682512"/>
                  </a:lnTo>
                  <a:lnTo>
                    <a:pt x="667053" y="1657866"/>
                  </a:lnTo>
                  <a:lnTo>
                    <a:pt x="703090" y="1632727"/>
                  </a:lnTo>
                  <a:lnTo>
                    <a:pt x="721309" y="1620024"/>
                  </a:lnTo>
                  <a:lnTo>
                    <a:pt x="758631" y="1594452"/>
                  </a:lnTo>
                  <a:lnTo>
                    <a:pt x="797783" y="1568799"/>
                  </a:lnTo>
                  <a:lnTo>
                    <a:pt x="839541" y="1543228"/>
                  </a:lnTo>
                  <a:lnTo>
                    <a:pt x="884682" y="1517903"/>
                  </a:lnTo>
                  <a:lnTo>
                    <a:pt x="932736" y="1493036"/>
                  </a:lnTo>
                  <a:lnTo>
                    <a:pt x="982638" y="1468556"/>
                  </a:lnTo>
                  <a:lnTo>
                    <a:pt x="1034268" y="1444214"/>
                  </a:lnTo>
                  <a:lnTo>
                    <a:pt x="1087508" y="1419758"/>
                  </a:lnTo>
                  <a:lnTo>
                    <a:pt x="1142238" y="1394936"/>
                  </a:lnTo>
                  <a:lnTo>
                    <a:pt x="1170124" y="1382309"/>
                  </a:lnTo>
                  <a:lnTo>
                    <a:pt x="1198339" y="1369496"/>
                  </a:lnTo>
                  <a:lnTo>
                    <a:pt x="1255693" y="1343188"/>
                  </a:lnTo>
                  <a:lnTo>
                    <a:pt x="1314181" y="1315760"/>
                  </a:lnTo>
                  <a:lnTo>
                    <a:pt x="1373684" y="1286960"/>
                  </a:lnTo>
                  <a:lnTo>
                    <a:pt x="1434084" y="1256537"/>
                  </a:lnTo>
                  <a:lnTo>
                    <a:pt x="1473974" y="1235171"/>
                  </a:lnTo>
                  <a:lnTo>
                    <a:pt x="1513178" y="1214673"/>
                  </a:lnTo>
                  <a:lnTo>
                    <a:pt x="1551696" y="1194953"/>
                  </a:lnTo>
                  <a:lnTo>
                    <a:pt x="1589525" y="1175918"/>
                  </a:lnTo>
                  <a:lnTo>
                    <a:pt x="1626667" y="1157477"/>
                  </a:lnTo>
                  <a:lnTo>
                    <a:pt x="1663120" y="1139540"/>
                  </a:lnTo>
                  <a:lnTo>
                    <a:pt x="1698884" y="1122014"/>
                  </a:lnTo>
                  <a:lnTo>
                    <a:pt x="1733958" y="1104808"/>
                  </a:lnTo>
                  <a:lnTo>
                    <a:pt x="1768342" y="1087831"/>
                  </a:lnTo>
                  <a:lnTo>
                    <a:pt x="1835035" y="1054196"/>
                  </a:lnTo>
                  <a:lnTo>
                    <a:pt x="1898961" y="1020378"/>
                  </a:lnTo>
                  <a:lnTo>
                    <a:pt x="1960114" y="985646"/>
                  </a:lnTo>
                  <a:lnTo>
                    <a:pt x="2018489" y="949269"/>
                  </a:lnTo>
                  <a:lnTo>
                    <a:pt x="2074082" y="910513"/>
                  </a:lnTo>
                  <a:lnTo>
                    <a:pt x="2126726" y="868565"/>
                  </a:lnTo>
                  <a:lnTo>
                    <a:pt x="2175027" y="822844"/>
                  </a:lnTo>
                  <a:lnTo>
                    <a:pt x="2219277" y="774203"/>
                  </a:lnTo>
                  <a:lnTo>
                    <a:pt x="2260189" y="723654"/>
                  </a:lnTo>
                  <a:lnTo>
                    <a:pt x="2298478" y="672206"/>
                  </a:lnTo>
                  <a:lnTo>
                    <a:pt x="2334855" y="620871"/>
                  </a:lnTo>
                  <a:lnTo>
                    <a:pt x="2352550" y="595560"/>
                  </a:lnTo>
                  <a:lnTo>
                    <a:pt x="2370034" y="570657"/>
                  </a:lnTo>
                  <a:lnTo>
                    <a:pt x="2404729" y="522577"/>
                  </a:lnTo>
                  <a:lnTo>
                    <a:pt x="2439652" y="477639"/>
                  </a:lnTo>
                  <a:lnTo>
                    <a:pt x="2475517" y="436856"/>
                  </a:lnTo>
                  <a:lnTo>
                    <a:pt x="2494026" y="418337"/>
                  </a:lnTo>
                  <a:lnTo>
                    <a:pt x="2508676" y="402075"/>
                  </a:lnTo>
                  <a:lnTo>
                    <a:pt x="2536777" y="373780"/>
                  </a:lnTo>
                  <a:lnTo>
                    <a:pt x="2576184" y="340040"/>
                  </a:lnTo>
                  <a:lnTo>
                    <a:pt x="2612712" y="313737"/>
                  </a:lnTo>
                  <a:lnTo>
                    <a:pt x="2646822" y="291492"/>
                  </a:lnTo>
                  <a:lnTo>
                    <a:pt x="2657735" y="284395"/>
                  </a:lnTo>
                  <a:lnTo>
                    <a:pt x="2689341" y="262304"/>
                  </a:lnTo>
                  <a:lnTo>
                    <a:pt x="2719611" y="236387"/>
                  </a:lnTo>
                  <a:lnTo>
                    <a:pt x="2748733" y="204402"/>
                  </a:lnTo>
                  <a:lnTo>
                    <a:pt x="2776728" y="168342"/>
                  </a:lnTo>
                  <a:lnTo>
                    <a:pt x="2803282" y="130301"/>
                  </a:lnTo>
                  <a:lnTo>
                    <a:pt x="2827964" y="92364"/>
                  </a:lnTo>
                  <a:lnTo>
                    <a:pt x="2850341" y="56612"/>
                  </a:lnTo>
                  <a:lnTo>
                    <a:pt x="2857214" y="45541"/>
                  </a:lnTo>
                  <a:lnTo>
                    <a:pt x="2863766" y="35021"/>
                  </a:lnTo>
                  <a:lnTo>
                    <a:pt x="2869983" y="25130"/>
                  </a:lnTo>
                  <a:lnTo>
                    <a:pt x="2875847" y="15944"/>
                  </a:lnTo>
                  <a:lnTo>
                    <a:pt x="2881343" y="7542"/>
                  </a:lnTo>
                  <a:lnTo>
                    <a:pt x="2886456" y="0"/>
                  </a:lnTo>
                </a:path>
              </a:pathLst>
            </a:custGeom>
            <a:ln w="28575">
              <a:solidFill>
                <a:srgbClr val="000000"/>
              </a:solidFill>
            </a:ln>
          </p:spPr>
          <p:txBody>
            <a:bodyPr wrap="square" lIns="0" tIns="0" rIns="0" bIns="0" rtlCol="0"/>
            <a:p/>
          </p:txBody>
        </p:sp>
        <p:sp>
          <p:nvSpPr>
            <p:cNvPr id="1048633" name="object 20"/>
            <p:cNvSpPr/>
            <p:nvPr/>
          </p:nvSpPr>
          <p:spPr>
            <a:xfrm>
              <a:off x="4302137" y="3320796"/>
              <a:ext cx="2907030" cy="1992630"/>
            </a:xfrm>
            <a:custGeom>
              <a:avLst/>
              <a:gdLst/>
              <a:ahLst/>
              <a:cxnLst/>
              <a:rect l="l" t="t" r="r" b="b"/>
              <a:pathLst>
                <a:path w="2907029" h="1992629">
                  <a:moveTo>
                    <a:pt x="0" y="1992629"/>
                  </a:moveTo>
                  <a:lnTo>
                    <a:pt x="37750" y="1981374"/>
                  </a:lnTo>
                  <a:lnTo>
                    <a:pt x="86660" y="1968148"/>
                  </a:lnTo>
                  <a:lnTo>
                    <a:pt x="144861" y="1952901"/>
                  </a:lnTo>
                  <a:lnTo>
                    <a:pt x="176861" y="1944504"/>
                  </a:lnTo>
                  <a:lnTo>
                    <a:pt x="245491" y="1926132"/>
                  </a:lnTo>
                  <a:lnTo>
                    <a:pt x="318737" y="1905613"/>
                  </a:lnTo>
                  <a:lnTo>
                    <a:pt x="356506" y="1894533"/>
                  </a:lnTo>
                  <a:lnTo>
                    <a:pt x="394728" y="1882897"/>
                  </a:lnTo>
                  <a:lnTo>
                    <a:pt x="433168" y="1870700"/>
                  </a:lnTo>
                  <a:lnTo>
                    <a:pt x="471594" y="1857934"/>
                  </a:lnTo>
                  <a:lnTo>
                    <a:pt x="509771" y="1844594"/>
                  </a:lnTo>
                  <a:lnTo>
                    <a:pt x="547466" y="1830674"/>
                  </a:lnTo>
                  <a:lnTo>
                    <a:pt x="584445" y="1816166"/>
                  </a:lnTo>
                  <a:lnTo>
                    <a:pt x="620474" y="1801066"/>
                  </a:lnTo>
                  <a:lnTo>
                    <a:pt x="655320" y="1785365"/>
                  </a:lnTo>
                  <a:lnTo>
                    <a:pt x="723189" y="1750431"/>
                  </a:lnTo>
                  <a:lnTo>
                    <a:pt x="757884" y="1732158"/>
                  </a:lnTo>
                  <a:lnTo>
                    <a:pt x="793016" y="1713366"/>
                  </a:lnTo>
                  <a:lnTo>
                    <a:pt x="828532" y="1694068"/>
                  </a:lnTo>
                  <a:lnTo>
                    <a:pt x="864379" y="1674280"/>
                  </a:lnTo>
                  <a:lnTo>
                    <a:pt x="900505" y="1654013"/>
                  </a:lnTo>
                  <a:lnTo>
                    <a:pt x="936857" y="1633282"/>
                  </a:lnTo>
                  <a:lnTo>
                    <a:pt x="973383" y="1612102"/>
                  </a:lnTo>
                  <a:lnTo>
                    <a:pt x="1010031" y="1590484"/>
                  </a:lnTo>
                  <a:lnTo>
                    <a:pt x="1046746" y="1568444"/>
                  </a:lnTo>
                  <a:lnTo>
                    <a:pt x="1083478" y="1545994"/>
                  </a:lnTo>
                  <a:lnTo>
                    <a:pt x="1120173" y="1523149"/>
                  </a:lnTo>
                  <a:lnTo>
                    <a:pt x="1156780" y="1499922"/>
                  </a:lnTo>
                  <a:lnTo>
                    <a:pt x="1193244" y="1476327"/>
                  </a:lnTo>
                  <a:lnTo>
                    <a:pt x="1229514" y="1452378"/>
                  </a:lnTo>
                  <a:lnTo>
                    <a:pt x="1265537" y="1428088"/>
                  </a:lnTo>
                  <a:lnTo>
                    <a:pt x="1301261" y="1403471"/>
                  </a:lnTo>
                  <a:lnTo>
                    <a:pt x="1336632" y="1378541"/>
                  </a:lnTo>
                  <a:lnTo>
                    <a:pt x="1371600" y="1353311"/>
                  </a:lnTo>
                  <a:lnTo>
                    <a:pt x="1406303" y="1328201"/>
                  </a:lnTo>
                  <a:lnTo>
                    <a:pt x="1440930" y="1303551"/>
                  </a:lnTo>
                  <a:lnTo>
                    <a:pt x="1475494" y="1279266"/>
                  </a:lnTo>
                  <a:lnTo>
                    <a:pt x="1510009" y="1255245"/>
                  </a:lnTo>
                  <a:lnTo>
                    <a:pt x="1544490" y="1231391"/>
                  </a:lnTo>
                  <a:lnTo>
                    <a:pt x="1578951" y="1207606"/>
                  </a:lnTo>
                  <a:lnTo>
                    <a:pt x="1613406" y="1183792"/>
                  </a:lnTo>
                  <a:lnTo>
                    <a:pt x="1647870" y="1159849"/>
                  </a:lnTo>
                  <a:lnTo>
                    <a:pt x="1682357" y="1135680"/>
                  </a:lnTo>
                  <a:lnTo>
                    <a:pt x="1716881" y="1111186"/>
                  </a:lnTo>
                  <a:lnTo>
                    <a:pt x="1751456" y="1086269"/>
                  </a:lnTo>
                  <a:lnTo>
                    <a:pt x="1786097" y="1060832"/>
                  </a:lnTo>
                  <a:lnTo>
                    <a:pt x="1820818" y="1034774"/>
                  </a:lnTo>
                  <a:lnTo>
                    <a:pt x="1855633" y="1007999"/>
                  </a:lnTo>
                  <a:lnTo>
                    <a:pt x="1890557" y="980408"/>
                  </a:lnTo>
                  <a:lnTo>
                    <a:pt x="1925604" y="951902"/>
                  </a:lnTo>
                  <a:lnTo>
                    <a:pt x="1960788" y="922384"/>
                  </a:lnTo>
                  <a:lnTo>
                    <a:pt x="1996123" y="891754"/>
                  </a:lnTo>
                  <a:lnTo>
                    <a:pt x="2031624" y="859916"/>
                  </a:lnTo>
                  <a:lnTo>
                    <a:pt x="2067306" y="826769"/>
                  </a:lnTo>
                  <a:lnTo>
                    <a:pt x="2095646" y="801509"/>
                  </a:lnTo>
                  <a:lnTo>
                    <a:pt x="2149055" y="755375"/>
                  </a:lnTo>
                  <a:lnTo>
                    <a:pt x="2198536" y="714172"/>
                  </a:lnTo>
                  <a:lnTo>
                    <a:pt x="2244612" y="676798"/>
                  </a:lnTo>
                  <a:lnTo>
                    <a:pt x="2287802" y="642151"/>
                  </a:lnTo>
                  <a:lnTo>
                    <a:pt x="2308479" y="625506"/>
                  </a:lnTo>
                  <a:lnTo>
                    <a:pt x="2348319" y="592884"/>
                  </a:lnTo>
                  <a:lnTo>
                    <a:pt x="2386577" y="560235"/>
                  </a:lnTo>
                  <a:lnTo>
                    <a:pt x="2423775" y="526456"/>
                  </a:lnTo>
                  <a:lnTo>
                    <a:pt x="2460433" y="490446"/>
                  </a:lnTo>
                  <a:lnTo>
                    <a:pt x="2497074" y="451103"/>
                  </a:lnTo>
                  <a:lnTo>
                    <a:pt x="2516143" y="429830"/>
                  </a:lnTo>
                  <a:lnTo>
                    <a:pt x="2536224" y="407488"/>
                  </a:lnTo>
                  <a:lnTo>
                    <a:pt x="2578845" y="360224"/>
                  </a:lnTo>
                  <a:lnTo>
                    <a:pt x="2623789" y="310556"/>
                  </a:lnTo>
                  <a:lnTo>
                    <a:pt x="2669907" y="259726"/>
                  </a:lnTo>
                  <a:lnTo>
                    <a:pt x="2716053" y="208978"/>
                  </a:lnTo>
                  <a:lnTo>
                    <a:pt x="2761079" y="159556"/>
                  </a:lnTo>
                  <a:lnTo>
                    <a:pt x="2803837" y="112704"/>
                  </a:lnTo>
                  <a:lnTo>
                    <a:pt x="2843180" y="69665"/>
                  </a:lnTo>
                  <a:lnTo>
                    <a:pt x="2877960" y="31682"/>
                  </a:lnTo>
                  <a:lnTo>
                    <a:pt x="2893280" y="14975"/>
                  </a:lnTo>
                  <a:lnTo>
                    <a:pt x="2907030" y="0"/>
                  </a:lnTo>
                </a:path>
              </a:pathLst>
            </a:custGeom>
            <a:ln w="28575">
              <a:solidFill>
                <a:srgbClr val="000000"/>
              </a:solidFill>
            </a:ln>
          </p:spPr>
          <p:txBody>
            <a:bodyPr wrap="square" lIns="0" tIns="0" rIns="0" bIns="0" rtlCol="0"/>
            <a:p/>
          </p:txBody>
        </p:sp>
        <p:sp>
          <p:nvSpPr>
            <p:cNvPr id="1048634" name="object 21"/>
            <p:cNvSpPr txBox="1"/>
            <p:nvPr/>
          </p:nvSpPr>
          <p:spPr>
            <a:xfrm>
              <a:off x="7340479" y="3511693"/>
              <a:ext cx="520700" cy="246925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p>
              <a:pPr marL="12700"/>
              <a:r>
                <a:rPr lang="en-US" b="1" i="1" spc="-5" dirty="0">
                  <a:latin typeface="Times New Roman" panose="02020603050405020304"/>
                  <a:cs typeface="Times New Roman" panose="02020603050405020304"/>
                </a:rPr>
                <a:t>f</a:t>
              </a:r>
              <a:r>
                <a:rPr b="1" spc="-5" dirty="0">
                  <a:latin typeface="宋体" panose="02010600030101010101" pitchFamily="2" charset="-122"/>
                  <a:cs typeface="宋体" panose="02010600030101010101" pitchFamily="2" charset="-122"/>
                </a:rPr>
                <a:t>(</a:t>
              </a:r>
              <a:r>
                <a:rPr b="1" i="1" spc="-5" dirty="0">
                  <a:latin typeface="Times New Roman" panose="02020603050405020304"/>
                  <a:cs typeface="Times New Roman" panose="02020603050405020304"/>
                </a:rPr>
                <a:t>n</a:t>
              </a:r>
              <a:r>
                <a:rPr b="1" spc="-11" dirty="0">
                  <a:latin typeface="宋体" panose="02010600030101010101" pitchFamily="2" charset="-122"/>
                  <a:cs typeface="宋体" panose="02010600030101010101" pitchFamily="2" charset="-122"/>
                </a:rPr>
                <a:t>)</a:t>
              </a:r>
              <a:endParaRPr dirty="0">
                <a:latin typeface="宋体" panose="02010600030101010101" pitchFamily="2" charset="-122"/>
                <a:cs typeface="宋体" panose="02010600030101010101" pitchFamily="2" charset="-122"/>
              </a:endParaRPr>
            </a:p>
          </p:txBody>
        </p:sp>
        <p:sp>
          <p:nvSpPr>
            <p:cNvPr id="1048635" name="object 22"/>
            <p:cNvSpPr txBox="1"/>
            <p:nvPr/>
          </p:nvSpPr>
          <p:spPr>
            <a:xfrm>
              <a:off x="7256926" y="3000614"/>
              <a:ext cx="787400" cy="246925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p>
              <a:pPr marL="12700"/>
              <a:r>
                <a:rPr b="1" i="1" spc="-5" dirty="0" err="1">
                  <a:latin typeface="Times New Roman" panose="02020603050405020304"/>
                  <a:cs typeface="Times New Roman" panose="02020603050405020304"/>
                </a:rPr>
                <a:t>c</a:t>
              </a:r>
              <a:r>
                <a:rPr b="1" spc="-15" dirty="0" err="1">
                  <a:latin typeface="宋体" panose="02010600030101010101" pitchFamily="2" charset="-122"/>
                  <a:cs typeface="宋体" panose="02010600030101010101" pitchFamily="2" charset="-122"/>
                </a:rPr>
                <a:t>×</a:t>
              </a:r>
              <a:r>
                <a:rPr lang="en-US" b="1" i="1" spc="-11" dirty="0" err="1">
                  <a:latin typeface="Times New Roman" panose="02020603050405020304"/>
                  <a:cs typeface="Times New Roman" panose="02020603050405020304"/>
                </a:rPr>
                <a:t>g</a:t>
              </a:r>
              <a:r>
                <a:rPr b="1" spc="-5" dirty="0">
                  <a:latin typeface="宋体" panose="02010600030101010101" pitchFamily="2" charset="-122"/>
                  <a:cs typeface="宋体" panose="02010600030101010101" pitchFamily="2" charset="-122"/>
                </a:rPr>
                <a:t>(</a:t>
              </a:r>
              <a:r>
                <a:rPr b="1" i="1" spc="-5" dirty="0">
                  <a:latin typeface="Times New Roman" panose="02020603050405020304"/>
                  <a:cs typeface="Times New Roman" panose="02020603050405020304"/>
                </a:rPr>
                <a:t>n</a:t>
              </a:r>
              <a:r>
                <a:rPr b="1" spc="-11" dirty="0">
                  <a:latin typeface="宋体" panose="02010600030101010101" pitchFamily="2" charset="-122"/>
                  <a:cs typeface="宋体" panose="02010600030101010101" pitchFamily="2" charset="-122"/>
                </a:rPr>
                <a:t>)</a:t>
              </a:r>
              <a:endParaRPr dirty="0">
                <a:latin typeface="宋体" panose="02010600030101010101" pitchFamily="2" charset="-122"/>
                <a:cs typeface="宋体" panose="02010600030101010101" pitchFamily="2" charset="-122"/>
              </a:endParaRPr>
            </a:p>
          </p:txBody>
        </p:sp>
      </p:grpSp>
    </p:spTree>
    <p:custDataLst>
      <p:tags r:id="rId1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700"/>
    </mc:Choice>
    <mc:Fallback>
      <p:transition/>
    </mc:Fallback>
  </mc:AlternateContent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0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10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pPr>
              <a:spcAft>
                <a:spcPts val="0"/>
              </a:spcAft>
            </a:pPr>
            <a:r>
              <a:rPr lang="zh-CN" altLang="en-US" dirty="0" smtClean="0"/>
              <a:t>小结</a:t>
            </a:r>
            <a:endParaRPr lang="zh-CN" altLang="en-US" dirty="0" smtClean="0"/>
          </a:p>
        </p:txBody>
      </p:sp>
      <p:sp>
        <p:nvSpPr>
          <p:cNvPr id="1048611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pPr>
              <a:spcAft>
                <a:spcPts val="0"/>
              </a:spcAft>
            </a:pPr>
            <a:r>
              <a:rPr lang="zh-CN" altLang="en-US" smtClean="0"/>
              <a:t>关于大</a:t>
            </a:r>
            <a:r>
              <a:rPr lang="en-US" altLang="zh-CN" smtClean="0"/>
              <a:t>O</a:t>
            </a:r>
            <a:r>
              <a:rPr lang="zh-CN" altLang="en-US" smtClean="0"/>
              <a:t>符号有如下认识</a:t>
            </a:r>
            <a:endParaRPr lang="en-US" altLang="zh-CN" smtClean="0"/>
          </a:p>
          <a:p>
            <a:pPr lvl="1">
              <a:spcBef>
                <a:spcPts val="375"/>
              </a:spcBef>
              <a:spcAft>
                <a:spcPts val="0"/>
              </a:spcAft>
            </a:pPr>
            <a:r>
              <a:rPr lang="zh-CN" altLang="en-US" smtClean="0"/>
              <a:t>时间复杂度的“</a:t>
            </a:r>
            <a:r>
              <a:rPr lang="zh-CN" altLang="en-US" smtClean="0">
                <a:solidFill>
                  <a:srgbClr val="FF0000"/>
                </a:solidFill>
              </a:rPr>
              <a:t>级别</a:t>
            </a:r>
            <a:r>
              <a:rPr lang="zh-CN" altLang="en-US" smtClean="0"/>
              <a:t>”比“具体量”更重要！</a:t>
            </a:r>
            <a:endParaRPr lang="en-US" altLang="zh-CN" smtClean="0"/>
          </a:p>
          <a:p>
            <a:pPr lvl="1">
              <a:spcBef>
                <a:spcPts val="375"/>
              </a:spcBef>
              <a:spcAft>
                <a:spcPts val="0"/>
              </a:spcAft>
            </a:pPr>
            <a:r>
              <a:rPr lang="zh-CN" altLang="en-US" smtClean="0"/>
              <a:t>确定时间消耗是什么级别，而非具体多少</a:t>
            </a:r>
            <a:endParaRPr lang="en-US" altLang="zh-CN" smtClean="0"/>
          </a:p>
          <a:p>
            <a:pPr lvl="1">
              <a:spcBef>
                <a:spcPts val="375"/>
              </a:spcBef>
              <a:spcAft>
                <a:spcPts val="0"/>
              </a:spcAft>
            </a:pPr>
            <a:r>
              <a:rPr lang="zh-CN" altLang="en-US" smtClean="0"/>
              <a:t>是问题规模的函数</a:t>
            </a:r>
            <a:endParaRPr lang="en-US" altLang="zh-CN" smtClean="0"/>
          </a:p>
          <a:p>
            <a:pPr lvl="1">
              <a:spcBef>
                <a:spcPts val="375"/>
              </a:spcBef>
              <a:spcAft>
                <a:spcPts val="0"/>
              </a:spcAft>
            </a:pPr>
            <a:r>
              <a:rPr lang="zh-CN" altLang="en-US" smtClean="0"/>
              <a:t>根据渐进性质，考虑问题足够大的情况</a:t>
            </a:r>
            <a:endParaRPr lang="zh-CN" altLang="en-US" smtClean="0"/>
          </a:p>
          <a:p>
            <a:pPr lvl="1">
              <a:spcBef>
                <a:spcPts val="375"/>
              </a:spcBef>
            </a:pPr>
            <a:r>
              <a:rPr lang="zh-CN" altLang="en-US" smtClean="0"/>
              <a:t>本质上是最差情况，这一点符合工业界需求</a:t>
            </a:r>
            <a:endParaRPr lang="en-US" altLang="zh-CN" smtClean="0"/>
          </a:p>
        </p:txBody>
      </p:sp>
      <p:sp>
        <p:nvSpPr>
          <p:cNvPr id="1048612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rtl="0">
              <a:spcAft>
                <a:spcPts val="0"/>
              </a:spcAft>
            </a:pPr>
            <a:fld id="{71B7BAC7-FE87-40F6-AA24-4F4685D1B022}" type="slidenum">
              <a:rPr lang="en-US" altLang="zh-CN" noProof="0" smtClean="0"/>
            </a:fld>
            <a:endParaRPr lang="zh-CN" altLang="en-US" noProof="0" dirty="0"/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700"/>
    </mc:Choice>
    <mc:Fallback>
      <p:transition/>
    </mc:Fallback>
  </mc:AlternateContent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0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0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p>
            <a:pPr eaLnBrk="1" hangingPunct="1">
              <a:spcAft>
                <a:spcPts val="0"/>
              </a:spcAft>
            </a:pPr>
            <a:r>
              <a:rPr lang="en-US" altLang="zh-CN" dirty="0" smtClean="0">
                <a:cs typeface="Times New Roman" panose="02020603050405020304" pitchFamily="18" charset="0"/>
              </a:rPr>
              <a:t>Ω</a:t>
            </a:r>
            <a:r>
              <a:rPr lang="zh-CN" altLang="en-US" dirty="0" smtClean="0"/>
              <a:t>符号</a:t>
            </a:r>
            <a:r>
              <a:rPr lang="en-US" altLang="zh-CN" dirty="0" smtClean="0"/>
              <a:t>(Big-Omega)</a:t>
            </a:r>
            <a:endParaRPr lang="zh-CN" altLang="en-US" dirty="0" smtClean="0"/>
          </a:p>
        </p:txBody>
      </p:sp>
      <p:sp>
        <p:nvSpPr>
          <p:cNvPr id="1048605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p>
            <a:pPr eaLnBrk="1" hangingPunct="1">
              <a:spcAft>
                <a:spcPts val="0"/>
              </a:spcAft>
            </a:pPr>
            <a:r>
              <a:rPr lang="zh-CN" altLang="en-US" dirty="0" smtClean="0"/>
              <a:t>函数下界</a:t>
            </a:r>
            <a:endParaRPr lang="zh-CN" altLang="en-US" dirty="0" smtClean="0"/>
          </a:p>
          <a:p>
            <a:pPr eaLnBrk="1" hangingPunct="1">
              <a:spcBef>
                <a:spcPts val="750"/>
              </a:spcBef>
              <a:spcAft>
                <a:spcPts val="0"/>
              </a:spcAft>
            </a:pPr>
            <a:r>
              <a:rPr lang="zh-CN" altLang="en-US" dirty="0" smtClean="0">
                <a:solidFill>
                  <a:srgbClr val="FF0000"/>
                </a:solidFill>
              </a:rPr>
              <a:t>定义：</a:t>
            </a:r>
            <a:br>
              <a:rPr lang="zh-CN" altLang="en-US" dirty="0" smtClean="0">
                <a:solidFill>
                  <a:srgbClr val="FF0000"/>
                </a:solidFill>
              </a:rPr>
            </a:br>
            <a:r>
              <a:rPr lang="en-US" altLang="zh-CN" dirty="0" smtClean="0">
                <a:solidFill>
                  <a:srgbClr val="FF0000"/>
                </a:solidFill>
              </a:rPr>
              <a:t>f(n)= </a:t>
            </a:r>
            <a:r>
              <a:rPr lang="en-US" altLang="zh-CN" dirty="0" smtClean="0">
                <a:solidFill>
                  <a:srgbClr val="FF0000"/>
                </a:solidFill>
                <a:cs typeface="Times New Roman" panose="02020603050405020304" pitchFamily="18" charset="0"/>
              </a:rPr>
              <a:t>Ω</a:t>
            </a:r>
            <a:r>
              <a:rPr lang="en-US" altLang="zh-CN" dirty="0" smtClean="0">
                <a:solidFill>
                  <a:srgbClr val="FF0000"/>
                </a:solidFill>
              </a:rPr>
              <a:t>(g(n))</a:t>
            </a:r>
            <a:r>
              <a:rPr lang="zh-CN" altLang="en-US" dirty="0" smtClean="0">
                <a:solidFill>
                  <a:srgbClr val="FF0000"/>
                </a:solidFill>
              </a:rPr>
              <a:t>，当且仅当存在正常数</a:t>
            </a:r>
            <a:r>
              <a:rPr lang="en-US" altLang="zh-CN" dirty="0" smtClean="0">
                <a:solidFill>
                  <a:srgbClr val="FF0000"/>
                </a:solidFill>
              </a:rPr>
              <a:t>c</a:t>
            </a:r>
            <a:r>
              <a:rPr lang="zh-CN" altLang="en-US" dirty="0" smtClean="0">
                <a:solidFill>
                  <a:srgbClr val="FF0000"/>
                </a:solidFill>
              </a:rPr>
              <a:t>和</a:t>
            </a:r>
            <a:r>
              <a:rPr lang="en-US" altLang="zh-CN" dirty="0" smtClean="0">
                <a:solidFill>
                  <a:srgbClr val="FF0000"/>
                </a:solidFill>
              </a:rPr>
              <a:t>n</a:t>
            </a:r>
            <a:r>
              <a:rPr lang="en-US" altLang="zh-CN" baseline="-25000" dirty="0" smtClean="0">
                <a:solidFill>
                  <a:srgbClr val="FF0000"/>
                </a:solidFill>
              </a:rPr>
              <a:t>0</a:t>
            </a:r>
            <a:r>
              <a:rPr lang="zh-CN" altLang="en-US" dirty="0" smtClean="0">
                <a:solidFill>
                  <a:srgbClr val="FF0000"/>
                </a:solidFill>
              </a:rPr>
              <a:t>，使得对所有</a:t>
            </a:r>
            <a:r>
              <a:rPr lang="en-US" altLang="zh-CN" dirty="0" smtClean="0">
                <a:solidFill>
                  <a:srgbClr val="FF0000"/>
                </a:solidFill>
              </a:rPr>
              <a:t>n≥n</a:t>
            </a:r>
            <a:r>
              <a:rPr lang="en-US" altLang="zh-CN" baseline="-25000" dirty="0" smtClean="0">
                <a:solidFill>
                  <a:srgbClr val="FF0000"/>
                </a:solidFill>
              </a:rPr>
              <a:t>0</a:t>
            </a:r>
            <a:r>
              <a:rPr lang="en-US" altLang="zh-CN" dirty="0" smtClean="0">
                <a:solidFill>
                  <a:srgbClr val="FF0000"/>
                </a:solidFill>
              </a:rPr>
              <a:t> , </a:t>
            </a:r>
            <a:r>
              <a:rPr lang="zh-CN" altLang="en-US" dirty="0" smtClean="0">
                <a:solidFill>
                  <a:srgbClr val="FF0000"/>
                </a:solidFill>
              </a:rPr>
              <a:t>有</a:t>
            </a:r>
            <a:r>
              <a:rPr lang="en-US" altLang="zh-CN" dirty="0" smtClean="0">
                <a:solidFill>
                  <a:srgbClr val="FF0000"/>
                </a:solidFill>
              </a:rPr>
              <a:t>f (n)≥c g(n)</a:t>
            </a:r>
            <a:endParaRPr lang="en-US" altLang="zh-CN" dirty="0" smtClean="0">
              <a:solidFill>
                <a:srgbClr val="FF0000"/>
              </a:solidFill>
            </a:endParaRPr>
          </a:p>
          <a:p>
            <a:pPr eaLnBrk="1" hangingPunct="1">
              <a:spcBef>
                <a:spcPts val="750"/>
              </a:spcBef>
            </a:pPr>
            <a:r>
              <a:rPr lang="en-US" altLang="zh-CN" dirty="0" smtClean="0"/>
              <a:t>f</a:t>
            </a:r>
            <a:r>
              <a:rPr lang="zh-CN" altLang="en-US" dirty="0" smtClean="0"/>
              <a:t>至少是</a:t>
            </a:r>
            <a:r>
              <a:rPr lang="en-US" altLang="zh-CN" dirty="0" smtClean="0"/>
              <a:t>g</a:t>
            </a:r>
            <a:r>
              <a:rPr lang="zh-CN" altLang="en-US" dirty="0" smtClean="0"/>
              <a:t>的</a:t>
            </a:r>
            <a:r>
              <a:rPr lang="en-US" altLang="zh-CN" dirty="0" smtClean="0"/>
              <a:t>c</a:t>
            </a:r>
            <a:r>
              <a:rPr lang="zh-CN" altLang="en-US" dirty="0" smtClean="0"/>
              <a:t>倍，对足够大的</a:t>
            </a:r>
            <a:r>
              <a:rPr lang="en-US" altLang="zh-CN" dirty="0" smtClean="0"/>
              <a:t>n</a:t>
            </a:r>
            <a:r>
              <a:rPr lang="zh-CN" altLang="en-US" dirty="0" smtClean="0"/>
              <a:t>，</a:t>
            </a:r>
            <a:r>
              <a:rPr lang="en-US" altLang="zh-CN" dirty="0" smtClean="0"/>
              <a:t>g</a:t>
            </a:r>
            <a:r>
              <a:rPr lang="zh-CN" altLang="en-US" dirty="0" smtClean="0"/>
              <a:t>是</a:t>
            </a:r>
            <a:r>
              <a:rPr lang="en-US" altLang="zh-CN" dirty="0" smtClean="0"/>
              <a:t>f</a:t>
            </a:r>
            <a:r>
              <a:rPr lang="zh-CN" altLang="en-US" dirty="0" smtClean="0"/>
              <a:t>的一个下界</a:t>
            </a:r>
            <a:endParaRPr lang="zh-CN" altLang="en-US" dirty="0" smtClean="0"/>
          </a:p>
        </p:txBody>
      </p:sp>
      <p:sp>
        <p:nvSpPr>
          <p:cNvPr id="1048606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rtl="0">
              <a:spcAft>
                <a:spcPts val="0"/>
              </a:spcAft>
            </a:pPr>
            <a:fld id="{71B7BAC7-FE87-40F6-AA24-4F4685D1B022}" type="slidenum">
              <a:rPr lang="en-US" altLang="zh-CN" noProof="0" smtClean="0"/>
            </a:fld>
            <a:endParaRPr lang="zh-CN" altLang="en-US" noProof="0" dirty="0"/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700"/>
    </mc:Choice>
    <mc:Fallback>
      <p:transition/>
    </mc:Fallback>
  </mc:AlternateContent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1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1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p>
            <a:pPr>
              <a:spcAft>
                <a:spcPts val="0"/>
              </a:spcAft>
            </a:pPr>
            <a:r>
              <a:rPr lang="en-US" altLang="zh-CN" dirty="0" smtClean="0">
                <a:cs typeface="Times New Roman" panose="02020603050405020304" pitchFamily="18" charset="0"/>
              </a:rPr>
              <a:t>Ω</a:t>
            </a:r>
            <a:r>
              <a:rPr lang="zh-CN" altLang="en-US" dirty="0" smtClean="0"/>
              <a:t>符号</a:t>
            </a:r>
            <a:r>
              <a:rPr lang="zh-CN" altLang="en-US" dirty="0"/>
              <a:t>例子</a:t>
            </a:r>
            <a:r>
              <a:rPr lang="zh-CN" altLang="en-US" dirty="0" smtClean="0"/>
              <a:t>（</a:t>
            </a:r>
            <a:r>
              <a:rPr lang="en-US" altLang="zh-CN" dirty="0" smtClean="0"/>
              <a:t>1</a:t>
            </a:r>
            <a:r>
              <a:rPr lang="zh-CN" altLang="en-US" dirty="0" smtClean="0"/>
              <a:t>）</a:t>
            </a:r>
            <a:endParaRPr lang="zh-CN" altLang="en-US" dirty="0" smtClean="0"/>
          </a:p>
        </p:txBody>
      </p:sp>
      <p:sp>
        <p:nvSpPr>
          <p:cNvPr id="1048617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p>
            <a:pPr eaLnBrk="1" hangingPunct="1">
              <a:spcAft>
                <a:spcPts val="0"/>
              </a:spcAft>
            </a:pPr>
            <a:r>
              <a:rPr lang="zh-CN" altLang="en-US" dirty="0" smtClean="0"/>
              <a:t>线性函数</a:t>
            </a:r>
            <a:endParaRPr lang="zh-CN" altLang="en-US" dirty="0" smtClean="0"/>
          </a:p>
          <a:p>
            <a:pPr lvl="1" eaLnBrk="1" hangingPunct="1">
              <a:spcBef>
                <a:spcPts val="0"/>
              </a:spcBef>
              <a:spcAft>
                <a:spcPts val="0"/>
              </a:spcAft>
            </a:pPr>
            <a:r>
              <a:rPr lang="zh-CN" altLang="en-US" dirty="0" smtClean="0"/>
              <a:t>对于所有的</a:t>
            </a:r>
            <a:r>
              <a:rPr lang="en-US" altLang="zh-CN" dirty="0" smtClean="0"/>
              <a:t>n</a:t>
            </a:r>
            <a:r>
              <a:rPr lang="zh-CN" altLang="en-US" dirty="0" smtClean="0"/>
              <a:t>，有</a:t>
            </a:r>
            <a:r>
              <a:rPr lang="en-US" altLang="zh-CN" dirty="0" smtClean="0"/>
              <a:t>f(n)=3n+2&gt;3n</a:t>
            </a:r>
            <a:r>
              <a:rPr lang="en-US" altLang="zh-CN" dirty="0" smtClean="0">
                <a:sym typeface="Wingdings" panose="05000000000000000000" pitchFamily="2" charset="2"/>
              </a:rPr>
              <a:t></a:t>
            </a:r>
            <a:r>
              <a:rPr lang="en-US" altLang="zh-CN" dirty="0" smtClean="0"/>
              <a:t>f(n)=Ω(n)</a:t>
            </a:r>
            <a:endParaRPr lang="en-US" altLang="zh-CN" dirty="0" smtClean="0"/>
          </a:p>
          <a:p>
            <a:pPr lvl="1" eaLnBrk="1" hangingPunct="1"/>
            <a:r>
              <a:rPr lang="en-US" altLang="zh-CN" dirty="0" smtClean="0"/>
              <a:t>f(n)=3n+3&gt;3n</a:t>
            </a:r>
            <a:r>
              <a:rPr lang="en-US" altLang="zh-CN" dirty="0" smtClean="0">
                <a:sym typeface="Wingdings" panose="05000000000000000000" pitchFamily="2" charset="2"/>
              </a:rPr>
              <a:t></a:t>
            </a:r>
            <a:r>
              <a:rPr lang="en-US" altLang="zh-CN" dirty="0" smtClean="0"/>
              <a:t>f(n)=Ω(n)</a:t>
            </a:r>
            <a:endParaRPr lang="en-US" altLang="zh-CN" dirty="0" smtClean="0"/>
          </a:p>
          <a:p>
            <a:pPr lvl="1" eaLnBrk="1" hangingPunct="1"/>
            <a:r>
              <a:rPr lang="en-US" altLang="zh-CN" dirty="0" smtClean="0"/>
              <a:t>f(n)=100n+6&gt;100n</a:t>
            </a:r>
            <a:r>
              <a:rPr lang="zh-CN" altLang="en-US" dirty="0" smtClean="0"/>
              <a:t>，所以</a:t>
            </a:r>
            <a:r>
              <a:rPr lang="en-US" altLang="zh-CN" dirty="0" smtClean="0"/>
              <a:t>100n+6=Ω(n) </a:t>
            </a:r>
            <a:endParaRPr lang="en-US" altLang="zh-CN" dirty="0" smtClean="0"/>
          </a:p>
          <a:p>
            <a:pPr eaLnBrk="1" hangingPunct="1"/>
            <a:r>
              <a:rPr lang="zh-CN" altLang="en-US" dirty="0" smtClean="0"/>
              <a:t>平方函数</a:t>
            </a:r>
            <a:endParaRPr lang="zh-CN" altLang="en-US" dirty="0" smtClean="0"/>
          </a:p>
          <a:p>
            <a:pPr lvl="1" eaLnBrk="1" hangingPunct="1"/>
            <a:r>
              <a:rPr lang="zh-CN" altLang="en-US" dirty="0" smtClean="0"/>
              <a:t>对所有</a:t>
            </a:r>
            <a:r>
              <a:rPr lang="en-US" altLang="zh-CN" dirty="0" smtClean="0"/>
              <a:t>n≥0</a:t>
            </a:r>
            <a:r>
              <a:rPr lang="zh-CN" altLang="en-US" dirty="0" smtClean="0"/>
              <a:t>，</a:t>
            </a:r>
            <a:r>
              <a:rPr lang="en-US" altLang="zh-CN" dirty="0" smtClean="0"/>
              <a:t>f(n)=10n</a:t>
            </a:r>
            <a:r>
              <a:rPr lang="en-US" altLang="zh-CN" baseline="30000" dirty="0" smtClean="0"/>
              <a:t>2</a:t>
            </a:r>
            <a:r>
              <a:rPr lang="en-US" altLang="zh-CN" dirty="0" smtClean="0"/>
              <a:t>+4n+2&gt;10n</a:t>
            </a:r>
            <a:r>
              <a:rPr lang="en-US" altLang="zh-CN" baseline="30000" dirty="0" smtClean="0"/>
              <a:t>2 </a:t>
            </a:r>
            <a:r>
              <a:rPr lang="en-US" altLang="zh-CN" dirty="0" smtClean="0">
                <a:sym typeface="Wingdings" panose="05000000000000000000" pitchFamily="2" charset="2"/>
              </a:rPr>
              <a:t></a:t>
            </a:r>
            <a:r>
              <a:rPr lang="en-US" altLang="zh-CN" dirty="0" smtClean="0"/>
              <a:t> f(n)=Ω(n</a:t>
            </a:r>
            <a:r>
              <a:rPr lang="en-US" altLang="zh-CN" baseline="30000" dirty="0" smtClean="0"/>
              <a:t>2</a:t>
            </a:r>
            <a:r>
              <a:rPr lang="en-US" altLang="zh-CN" dirty="0" smtClean="0"/>
              <a:t>)</a:t>
            </a:r>
            <a:endParaRPr lang="en-US" altLang="zh-CN" dirty="0" smtClean="0"/>
          </a:p>
          <a:p>
            <a:pPr lvl="1" eaLnBrk="1" hangingPunct="1"/>
            <a:r>
              <a:rPr lang="en-US" altLang="zh-CN" dirty="0" smtClean="0"/>
              <a:t>1000n</a:t>
            </a:r>
            <a:r>
              <a:rPr lang="en-US" altLang="zh-CN" baseline="30000" dirty="0" smtClean="0"/>
              <a:t>2</a:t>
            </a:r>
            <a:r>
              <a:rPr lang="en-US" altLang="zh-CN" dirty="0" smtClean="0"/>
              <a:t>+100n-6=Ω(n</a:t>
            </a:r>
            <a:r>
              <a:rPr lang="en-US" altLang="zh-CN" baseline="30000" dirty="0" smtClean="0"/>
              <a:t>2</a:t>
            </a:r>
            <a:r>
              <a:rPr lang="en-US" altLang="zh-CN" dirty="0" smtClean="0"/>
              <a:t>)</a:t>
            </a:r>
            <a:endParaRPr lang="en-US" altLang="zh-CN" dirty="0" smtClean="0"/>
          </a:p>
          <a:p>
            <a:pPr eaLnBrk="1" hangingPunct="1"/>
            <a:r>
              <a:rPr lang="zh-CN" altLang="en-US" dirty="0" smtClean="0"/>
              <a:t>指数函数</a:t>
            </a:r>
            <a:endParaRPr lang="zh-CN" altLang="en-US" dirty="0" smtClean="0"/>
          </a:p>
          <a:p>
            <a:pPr lvl="1" eaLnBrk="1" hangingPunct="1"/>
            <a:r>
              <a:rPr lang="en-US" altLang="zh-CN" dirty="0" smtClean="0"/>
              <a:t>6*2</a:t>
            </a:r>
            <a:r>
              <a:rPr lang="en-US" altLang="zh-CN" baseline="30000" dirty="0" smtClean="0"/>
              <a:t>n</a:t>
            </a:r>
            <a:r>
              <a:rPr lang="en-US" altLang="zh-CN" dirty="0" smtClean="0"/>
              <a:t>+n</a:t>
            </a:r>
            <a:r>
              <a:rPr lang="en-US" altLang="zh-CN" baseline="30000" dirty="0" smtClean="0"/>
              <a:t>2</a:t>
            </a:r>
            <a:r>
              <a:rPr lang="en-US" altLang="zh-CN" dirty="0" smtClean="0"/>
              <a:t>&gt;6*2</a:t>
            </a:r>
            <a:r>
              <a:rPr lang="en-US" altLang="zh-CN" baseline="30000" dirty="0" smtClean="0"/>
              <a:t>n </a:t>
            </a:r>
            <a:r>
              <a:rPr lang="en-US" altLang="zh-CN" dirty="0" smtClean="0">
                <a:sym typeface="Wingdings" panose="05000000000000000000" pitchFamily="2" charset="2"/>
              </a:rPr>
              <a:t></a:t>
            </a:r>
            <a:r>
              <a:rPr lang="en-US" altLang="zh-CN" dirty="0" smtClean="0"/>
              <a:t>6*2</a:t>
            </a:r>
            <a:r>
              <a:rPr lang="en-US" altLang="zh-CN" baseline="30000" dirty="0" smtClean="0"/>
              <a:t>n</a:t>
            </a:r>
            <a:r>
              <a:rPr lang="en-US" altLang="zh-CN" dirty="0" smtClean="0"/>
              <a:t>+n</a:t>
            </a:r>
            <a:r>
              <a:rPr lang="en-US" altLang="zh-CN" baseline="30000" dirty="0" smtClean="0"/>
              <a:t>2</a:t>
            </a:r>
            <a:r>
              <a:rPr lang="en-US" altLang="zh-CN" dirty="0" smtClean="0"/>
              <a:t>=Ω(2</a:t>
            </a:r>
            <a:r>
              <a:rPr lang="en-US" altLang="zh-CN" baseline="30000" dirty="0" smtClean="0"/>
              <a:t>n</a:t>
            </a:r>
            <a:r>
              <a:rPr lang="en-US" altLang="zh-CN" dirty="0" smtClean="0"/>
              <a:t>)</a:t>
            </a:r>
            <a:endParaRPr lang="en-US" altLang="zh-CN" dirty="0" smtClean="0"/>
          </a:p>
        </p:txBody>
      </p:sp>
      <p:sp>
        <p:nvSpPr>
          <p:cNvPr id="1048618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rtl="0">
              <a:spcAft>
                <a:spcPts val="0"/>
              </a:spcAft>
            </a:pPr>
            <a:fld id="{71B7BAC7-FE87-40F6-AA24-4F4685D1B022}" type="slidenum">
              <a:rPr lang="en-US" altLang="zh-CN" noProof="0" smtClean="0"/>
            </a:fld>
            <a:endParaRPr lang="zh-CN" altLang="en-US" noProof="0" dirty="0"/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700"/>
    </mc:Choice>
    <mc:Fallback>
      <p:transition/>
    </mc:Fallback>
  </mc:AlternateContent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1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3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p>
            <a:pPr eaLnBrk="1" hangingPunct="1">
              <a:spcAft>
                <a:spcPts val="0"/>
              </a:spcAft>
            </a:pPr>
            <a:r>
              <a:rPr lang="en-US" altLang="zh-CN" dirty="0" smtClean="0">
                <a:cs typeface="Times New Roman" panose="02020603050405020304" pitchFamily="18" charset="0"/>
              </a:rPr>
              <a:t>Ω</a:t>
            </a:r>
            <a:r>
              <a:rPr lang="zh-CN" altLang="en-US" dirty="0" smtClean="0"/>
              <a:t>符号例子（</a:t>
            </a:r>
            <a:r>
              <a:rPr lang="en-US" altLang="zh-CN" dirty="0" smtClean="0"/>
              <a:t>2</a:t>
            </a:r>
            <a:r>
              <a:rPr lang="zh-CN" altLang="en-US" dirty="0" smtClean="0"/>
              <a:t>）</a:t>
            </a:r>
            <a:endParaRPr lang="zh-CN" altLang="en-US" dirty="0" smtClean="0"/>
          </a:p>
        </p:txBody>
      </p:sp>
      <p:sp>
        <p:nvSpPr>
          <p:cNvPr id="1048640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p>
            <a:pPr eaLnBrk="1" hangingPunct="1">
              <a:spcAft>
                <a:spcPts val="0"/>
              </a:spcAft>
            </a:pPr>
            <a:r>
              <a:rPr lang="zh-CN" altLang="en-US" dirty="0" smtClean="0"/>
              <a:t>非最大下界</a:t>
            </a:r>
            <a:endParaRPr lang="zh-CN" altLang="en-US" dirty="0" smtClean="0"/>
          </a:p>
          <a:p>
            <a:pPr lvl="1" eaLnBrk="1" hangingPunct="1">
              <a:spcBef>
                <a:spcPts val="0"/>
              </a:spcBef>
              <a:spcAft>
                <a:spcPts val="0"/>
              </a:spcAft>
            </a:pPr>
            <a:r>
              <a:rPr lang="en-US" altLang="zh-CN" dirty="0" smtClean="0"/>
              <a:t>3n+3=Ω(1)</a:t>
            </a:r>
            <a:r>
              <a:rPr lang="zh-CN" altLang="en-US" dirty="0" smtClean="0"/>
              <a:t>，</a:t>
            </a:r>
            <a:r>
              <a:rPr lang="en-US" altLang="zh-CN" dirty="0" smtClean="0"/>
              <a:t>10n</a:t>
            </a:r>
            <a:r>
              <a:rPr lang="en-US" altLang="zh-CN" baseline="30000" dirty="0" smtClean="0"/>
              <a:t>2</a:t>
            </a:r>
            <a:r>
              <a:rPr lang="en-US" altLang="zh-CN" dirty="0" smtClean="0"/>
              <a:t>+4n+2=Ω(n)</a:t>
            </a:r>
            <a:r>
              <a:rPr lang="zh-CN" altLang="en-US" dirty="0" smtClean="0"/>
              <a:t>，</a:t>
            </a:r>
            <a:br>
              <a:rPr lang="zh-CN" altLang="en-US" dirty="0" smtClean="0"/>
            </a:br>
            <a:r>
              <a:rPr lang="en-US" altLang="zh-CN" dirty="0" smtClean="0"/>
              <a:t>10n</a:t>
            </a:r>
            <a:r>
              <a:rPr lang="en-US" altLang="zh-CN" baseline="30000" dirty="0" smtClean="0"/>
              <a:t>2</a:t>
            </a:r>
            <a:r>
              <a:rPr lang="en-US" altLang="zh-CN" dirty="0" smtClean="0"/>
              <a:t>+4n+2=Ω(1)</a:t>
            </a:r>
            <a:r>
              <a:rPr lang="zh-CN" altLang="en-US" dirty="0" smtClean="0"/>
              <a:t>，</a:t>
            </a:r>
            <a:r>
              <a:rPr lang="en-US" altLang="zh-CN" dirty="0" smtClean="0"/>
              <a:t>6*2</a:t>
            </a:r>
            <a:r>
              <a:rPr lang="en-US" altLang="zh-CN" baseline="30000" dirty="0" smtClean="0"/>
              <a:t>n</a:t>
            </a:r>
            <a:r>
              <a:rPr lang="en-US" altLang="zh-CN" dirty="0" smtClean="0"/>
              <a:t>+n</a:t>
            </a:r>
            <a:r>
              <a:rPr lang="en-US" altLang="zh-CN" baseline="30000" dirty="0" smtClean="0"/>
              <a:t>2</a:t>
            </a:r>
            <a:r>
              <a:rPr lang="en-US" altLang="zh-CN" dirty="0" smtClean="0"/>
              <a:t>=Ω(n</a:t>
            </a:r>
            <a:r>
              <a:rPr lang="en-US" altLang="zh-CN" baseline="30000" dirty="0" smtClean="0"/>
              <a:t>100</a:t>
            </a:r>
            <a:r>
              <a:rPr lang="en-US" altLang="zh-CN" dirty="0" smtClean="0"/>
              <a:t>)</a:t>
            </a:r>
            <a:endParaRPr lang="en-US" altLang="zh-CN" dirty="0" smtClean="0"/>
          </a:p>
          <a:p>
            <a:pPr lvl="1" eaLnBrk="1" hangingPunct="1"/>
            <a:r>
              <a:rPr lang="en-US" altLang="zh-CN" dirty="0" smtClean="0"/>
              <a:t>6*2</a:t>
            </a:r>
            <a:r>
              <a:rPr lang="en-US" altLang="zh-CN" baseline="30000" dirty="0" smtClean="0"/>
              <a:t>n</a:t>
            </a:r>
            <a:r>
              <a:rPr lang="en-US" altLang="zh-CN" dirty="0" smtClean="0"/>
              <a:t>+n</a:t>
            </a:r>
            <a:r>
              <a:rPr lang="en-US" altLang="zh-CN" baseline="30000" dirty="0" smtClean="0"/>
              <a:t>2</a:t>
            </a:r>
            <a:r>
              <a:rPr lang="en-US" altLang="zh-CN" dirty="0" smtClean="0"/>
              <a:t>=Ω(n</a:t>
            </a:r>
            <a:r>
              <a:rPr lang="en-US" altLang="zh-CN" baseline="30000" dirty="0" smtClean="0"/>
              <a:t>50.2</a:t>
            </a:r>
            <a:r>
              <a:rPr lang="en-US" altLang="zh-CN" dirty="0" smtClean="0"/>
              <a:t>)</a:t>
            </a:r>
            <a:r>
              <a:rPr lang="zh-CN" altLang="en-US" dirty="0" smtClean="0"/>
              <a:t>，</a:t>
            </a:r>
            <a:r>
              <a:rPr lang="en-US" altLang="zh-CN" dirty="0" smtClean="0"/>
              <a:t>6*2</a:t>
            </a:r>
            <a:r>
              <a:rPr lang="en-US" altLang="zh-CN" baseline="30000" dirty="0" smtClean="0"/>
              <a:t>n</a:t>
            </a:r>
            <a:r>
              <a:rPr lang="en-US" altLang="zh-CN" dirty="0" smtClean="0"/>
              <a:t>+n</a:t>
            </a:r>
            <a:r>
              <a:rPr lang="en-US" altLang="zh-CN" baseline="30000" dirty="0" smtClean="0"/>
              <a:t>2</a:t>
            </a:r>
            <a:r>
              <a:rPr lang="en-US" altLang="zh-CN" dirty="0" smtClean="0"/>
              <a:t>=Ω(n</a:t>
            </a:r>
            <a:r>
              <a:rPr lang="en-US" altLang="zh-CN" baseline="30000" dirty="0" smtClean="0"/>
              <a:t>2</a:t>
            </a:r>
            <a:r>
              <a:rPr lang="en-US" altLang="zh-CN" dirty="0" smtClean="0"/>
              <a:t>)</a:t>
            </a:r>
            <a:r>
              <a:rPr lang="zh-CN" altLang="en-US" dirty="0" smtClean="0"/>
              <a:t>，</a:t>
            </a:r>
            <a:br>
              <a:rPr lang="zh-CN" altLang="en-US" dirty="0" smtClean="0"/>
            </a:br>
            <a:r>
              <a:rPr lang="en-US" altLang="zh-CN" dirty="0" smtClean="0"/>
              <a:t>6*2</a:t>
            </a:r>
            <a:r>
              <a:rPr lang="en-US" altLang="zh-CN" baseline="30000" dirty="0" smtClean="0"/>
              <a:t>n</a:t>
            </a:r>
            <a:r>
              <a:rPr lang="en-US" altLang="zh-CN" dirty="0" smtClean="0"/>
              <a:t>+n</a:t>
            </a:r>
            <a:r>
              <a:rPr lang="en-US" altLang="zh-CN" baseline="30000" dirty="0" smtClean="0"/>
              <a:t>2</a:t>
            </a:r>
            <a:r>
              <a:rPr lang="en-US" altLang="zh-CN" dirty="0" smtClean="0"/>
              <a:t>=Ω(n)</a:t>
            </a:r>
            <a:r>
              <a:rPr lang="zh-CN" altLang="en-US" dirty="0" smtClean="0"/>
              <a:t>和</a:t>
            </a:r>
            <a:r>
              <a:rPr lang="en-US" altLang="zh-CN" dirty="0" smtClean="0"/>
              <a:t>6*2</a:t>
            </a:r>
            <a:r>
              <a:rPr lang="en-US" altLang="zh-CN" baseline="30000" dirty="0" smtClean="0"/>
              <a:t>n</a:t>
            </a:r>
            <a:r>
              <a:rPr lang="en-US" altLang="zh-CN" dirty="0" smtClean="0"/>
              <a:t>+n</a:t>
            </a:r>
            <a:r>
              <a:rPr lang="en-US" altLang="zh-CN" baseline="30000" dirty="0" smtClean="0"/>
              <a:t>2</a:t>
            </a:r>
            <a:r>
              <a:rPr lang="en-US" altLang="zh-CN" dirty="0" smtClean="0"/>
              <a:t>=Ω(1)</a:t>
            </a:r>
            <a:endParaRPr lang="en-US" altLang="zh-CN" dirty="0" smtClean="0"/>
          </a:p>
          <a:p>
            <a:pPr eaLnBrk="1" hangingPunct="1"/>
            <a:r>
              <a:rPr lang="en-US" altLang="zh-CN" dirty="0" smtClean="0"/>
              <a:t>3n+2≠Ω(n</a:t>
            </a:r>
            <a:r>
              <a:rPr lang="en-US" altLang="zh-CN" baseline="30000" dirty="0" smtClean="0"/>
              <a:t>2</a:t>
            </a:r>
            <a:r>
              <a:rPr lang="en-US" altLang="zh-CN" dirty="0" smtClean="0"/>
              <a:t>)</a:t>
            </a:r>
            <a:endParaRPr lang="en-US" altLang="zh-CN" dirty="0" smtClean="0"/>
          </a:p>
          <a:p>
            <a:pPr lvl="1" eaLnBrk="1" hangingPunct="1"/>
            <a:r>
              <a:rPr lang="zh-CN" altLang="en-US" dirty="0" smtClean="0"/>
              <a:t>假定</a:t>
            </a:r>
            <a:r>
              <a:rPr lang="en-US" altLang="zh-CN" dirty="0" smtClean="0"/>
              <a:t>3n+2=Ω(n</a:t>
            </a:r>
            <a:r>
              <a:rPr lang="en-US" altLang="zh-CN" baseline="30000" dirty="0" smtClean="0"/>
              <a:t>2</a:t>
            </a:r>
            <a:r>
              <a:rPr lang="en-US" altLang="zh-CN" dirty="0" smtClean="0"/>
              <a:t>)</a:t>
            </a:r>
            <a:r>
              <a:rPr lang="en-US" altLang="zh-CN" dirty="0" smtClean="0">
                <a:sym typeface="Wingdings" panose="05000000000000000000" pitchFamily="2" charset="2"/>
              </a:rPr>
              <a:t></a:t>
            </a:r>
            <a:r>
              <a:rPr lang="zh-CN" altLang="en-US" dirty="0" smtClean="0"/>
              <a:t>存在正数</a:t>
            </a:r>
            <a:r>
              <a:rPr lang="en-US" altLang="zh-CN" dirty="0" smtClean="0"/>
              <a:t>c</a:t>
            </a:r>
            <a:r>
              <a:rPr lang="zh-CN" altLang="en-US" dirty="0" smtClean="0"/>
              <a:t>和</a:t>
            </a:r>
            <a:r>
              <a:rPr lang="en-US" altLang="zh-CN" dirty="0" smtClean="0"/>
              <a:t>n</a:t>
            </a:r>
            <a:r>
              <a:rPr lang="en-US" altLang="zh-CN" baseline="-25000" dirty="0" smtClean="0"/>
              <a:t>0</a:t>
            </a:r>
            <a:r>
              <a:rPr lang="zh-CN" altLang="en-US" dirty="0" smtClean="0"/>
              <a:t>，使得对所有</a:t>
            </a:r>
            <a:r>
              <a:rPr lang="en-US" altLang="zh-CN" dirty="0" smtClean="0"/>
              <a:t>n≥n</a:t>
            </a:r>
            <a:r>
              <a:rPr lang="en-US" altLang="zh-CN" baseline="-25000" dirty="0" smtClean="0"/>
              <a:t>0</a:t>
            </a:r>
            <a:r>
              <a:rPr lang="zh-CN" altLang="en-US" dirty="0" smtClean="0"/>
              <a:t>，有</a:t>
            </a:r>
            <a:r>
              <a:rPr lang="en-US" altLang="zh-CN" dirty="0" smtClean="0"/>
              <a:t>3n+2≥cn</a:t>
            </a:r>
            <a:r>
              <a:rPr lang="en-US" altLang="zh-CN" baseline="30000" dirty="0" smtClean="0"/>
              <a:t>2</a:t>
            </a:r>
            <a:r>
              <a:rPr lang="en-US" altLang="zh-CN" dirty="0" smtClean="0">
                <a:sym typeface="Wingdings" panose="05000000000000000000" pitchFamily="2" charset="2"/>
              </a:rPr>
              <a:t></a:t>
            </a:r>
            <a:r>
              <a:rPr lang="en-US" altLang="zh-CN" dirty="0" smtClean="0"/>
              <a:t>cn</a:t>
            </a:r>
            <a:r>
              <a:rPr lang="en-US" altLang="zh-CN" baseline="30000" dirty="0" smtClean="0"/>
              <a:t>2</a:t>
            </a:r>
            <a:r>
              <a:rPr lang="en-US" altLang="zh-CN" dirty="0" smtClean="0"/>
              <a:t>/(3n+2)≤1</a:t>
            </a:r>
            <a:r>
              <a:rPr lang="zh-CN" altLang="en-US" dirty="0" smtClean="0"/>
              <a:t>，左边随</a:t>
            </a:r>
            <a:r>
              <a:rPr lang="en-US" altLang="zh-CN" dirty="0" smtClean="0"/>
              <a:t>n</a:t>
            </a:r>
            <a:r>
              <a:rPr lang="zh-CN" altLang="en-US" dirty="0" smtClean="0"/>
              <a:t>的增大而变得无限大，右边常数，</a:t>
            </a:r>
            <a:br>
              <a:rPr lang="zh-CN" altLang="en-US" dirty="0" smtClean="0"/>
            </a:br>
            <a:r>
              <a:rPr lang="zh-CN" altLang="en-US" dirty="0" smtClean="0"/>
              <a:t>不等式变为不成立</a:t>
            </a:r>
            <a:endParaRPr lang="zh-CN" altLang="en-US" dirty="0" smtClean="0"/>
          </a:p>
          <a:p>
            <a:pPr eaLnBrk="1" hangingPunct="1"/>
            <a:endParaRPr lang="en-US" altLang="zh-CN" dirty="0" smtClean="0"/>
          </a:p>
        </p:txBody>
      </p:sp>
      <p:sp>
        <p:nvSpPr>
          <p:cNvPr id="1048641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rtl="0">
              <a:spcAft>
                <a:spcPts val="0"/>
              </a:spcAft>
            </a:pPr>
            <a:fld id="{71B7BAC7-FE87-40F6-AA24-4F4685D1B022}" type="slidenum">
              <a:rPr lang="en-US" altLang="zh-CN" noProof="0" smtClean="0"/>
            </a:fld>
            <a:endParaRPr lang="zh-CN" altLang="en-US" noProof="0" dirty="0"/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700"/>
    </mc:Choice>
    <mc:Fallback>
      <p:transition/>
    </mc:Fallback>
  </mc:AlternateContent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2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2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p>
            <a:pPr eaLnBrk="1" hangingPunct="1">
              <a:spcAft>
                <a:spcPts val="0"/>
              </a:spcAft>
            </a:pPr>
            <a:r>
              <a:rPr lang="zh-CN" altLang="en-US" dirty="0" smtClean="0"/>
              <a:t>关于</a:t>
            </a:r>
            <a:r>
              <a:rPr lang="en-US" altLang="zh-CN" dirty="0" smtClean="0">
                <a:cs typeface="Times New Roman" panose="02020603050405020304" pitchFamily="18" charset="0"/>
              </a:rPr>
              <a:t>Ω</a:t>
            </a:r>
            <a:r>
              <a:rPr lang="zh-CN" altLang="en-US" dirty="0" smtClean="0"/>
              <a:t>的多项式定理</a:t>
            </a:r>
            <a:endParaRPr lang="zh-CN" altLang="en-US" dirty="0" smtClean="0"/>
          </a:p>
        </p:txBody>
      </p:sp>
      <p:sp>
        <p:nvSpPr>
          <p:cNvPr id="1049283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p>
            <a:pPr eaLnBrk="1" hangingPunct="1">
              <a:spcAft>
                <a:spcPts val="0"/>
              </a:spcAft>
            </a:pPr>
            <a:r>
              <a:rPr lang="zh-CN" altLang="en-US" dirty="0" smtClean="0">
                <a:solidFill>
                  <a:srgbClr val="FF0000"/>
                </a:solidFill>
              </a:rPr>
              <a:t>定理</a:t>
            </a:r>
            <a:r>
              <a:rPr lang="en-US" altLang="zh-CN" dirty="0" smtClean="0">
                <a:solidFill>
                  <a:srgbClr val="FF0000"/>
                </a:solidFill>
              </a:rPr>
              <a:t>2</a:t>
            </a:r>
            <a:r>
              <a:rPr lang="zh-CN" altLang="en-US" dirty="0" smtClean="0">
                <a:solidFill>
                  <a:srgbClr val="FF0000"/>
                </a:solidFill>
              </a:rPr>
              <a:t>：如果</a:t>
            </a:r>
            <a:r>
              <a:rPr lang="en-US" altLang="zh-CN" dirty="0" smtClean="0">
                <a:solidFill>
                  <a:srgbClr val="FF0000"/>
                </a:solidFill>
              </a:rPr>
              <a:t>f(n)=a</a:t>
            </a:r>
            <a:r>
              <a:rPr lang="en-US" altLang="zh-CN" baseline="-25000" dirty="0" smtClean="0">
                <a:solidFill>
                  <a:srgbClr val="FF0000"/>
                </a:solidFill>
              </a:rPr>
              <a:t>m</a:t>
            </a:r>
            <a:r>
              <a:rPr lang="en-US" altLang="zh-CN" dirty="0" smtClean="0">
                <a:solidFill>
                  <a:srgbClr val="FF0000"/>
                </a:solidFill>
              </a:rPr>
              <a:t>n</a:t>
            </a:r>
            <a:r>
              <a:rPr lang="en-US" altLang="zh-CN" baseline="30000" dirty="0" smtClean="0">
                <a:solidFill>
                  <a:srgbClr val="FF0000"/>
                </a:solidFill>
              </a:rPr>
              <a:t>m</a:t>
            </a:r>
            <a:r>
              <a:rPr lang="en-US" altLang="zh-CN" dirty="0" smtClean="0">
                <a:solidFill>
                  <a:srgbClr val="FF0000"/>
                </a:solidFill>
              </a:rPr>
              <a:t>+…+a</a:t>
            </a:r>
            <a:r>
              <a:rPr lang="en-US" altLang="zh-CN" baseline="-25000" dirty="0" smtClean="0">
                <a:solidFill>
                  <a:srgbClr val="FF0000"/>
                </a:solidFill>
              </a:rPr>
              <a:t>1</a:t>
            </a:r>
            <a:r>
              <a:rPr lang="en-US" altLang="zh-CN" dirty="0" smtClean="0">
                <a:solidFill>
                  <a:srgbClr val="FF0000"/>
                </a:solidFill>
              </a:rPr>
              <a:t>n+a</a:t>
            </a:r>
            <a:r>
              <a:rPr lang="en-US" altLang="zh-CN" baseline="-25000" dirty="0" smtClean="0">
                <a:solidFill>
                  <a:srgbClr val="FF0000"/>
                </a:solidFill>
              </a:rPr>
              <a:t>0</a:t>
            </a:r>
            <a:r>
              <a:rPr lang="zh-CN" altLang="en-US" dirty="0" smtClean="0">
                <a:solidFill>
                  <a:srgbClr val="FF0000"/>
                </a:solidFill>
              </a:rPr>
              <a:t>且</a:t>
            </a:r>
            <a:r>
              <a:rPr lang="en-US" altLang="zh-CN" dirty="0" smtClean="0">
                <a:solidFill>
                  <a:srgbClr val="FF0000"/>
                </a:solidFill>
              </a:rPr>
              <a:t>a</a:t>
            </a:r>
            <a:r>
              <a:rPr lang="en-US" altLang="zh-CN" baseline="-25000" dirty="0" smtClean="0">
                <a:solidFill>
                  <a:srgbClr val="FF0000"/>
                </a:solidFill>
              </a:rPr>
              <a:t>m</a:t>
            </a:r>
            <a:r>
              <a:rPr lang="en-US" altLang="zh-CN" dirty="0" smtClean="0">
                <a:solidFill>
                  <a:srgbClr val="FF0000"/>
                </a:solidFill>
              </a:rPr>
              <a:t>&gt;0</a:t>
            </a:r>
            <a:r>
              <a:rPr lang="zh-CN" altLang="en-US" dirty="0" smtClean="0">
                <a:solidFill>
                  <a:srgbClr val="FF0000"/>
                </a:solidFill>
              </a:rPr>
              <a:t>，则</a:t>
            </a:r>
            <a:r>
              <a:rPr lang="en-US" altLang="zh-CN" dirty="0" smtClean="0">
                <a:solidFill>
                  <a:srgbClr val="FF0000"/>
                </a:solidFill>
              </a:rPr>
              <a:t>f(n)=</a:t>
            </a:r>
            <a:r>
              <a:rPr lang="en-US" altLang="zh-CN" dirty="0" smtClean="0">
                <a:solidFill>
                  <a:srgbClr val="FF0000"/>
                </a:solidFill>
                <a:cs typeface="Times New Roman" panose="02020603050405020304" pitchFamily="18" charset="0"/>
              </a:rPr>
              <a:t>Ω</a:t>
            </a:r>
            <a:r>
              <a:rPr lang="en-US" altLang="zh-CN" dirty="0" smtClean="0">
                <a:solidFill>
                  <a:srgbClr val="FF0000"/>
                </a:solidFill>
              </a:rPr>
              <a:t>(n</a:t>
            </a:r>
            <a:r>
              <a:rPr lang="en-US" altLang="zh-CN" baseline="30000" dirty="0" smtClean="0">
                <a:solidFill>
                  <a:srgbClr val="FF0000"/>
                </a:solidFill>
              </a:rPr>
              <a:t>m</a:t>
            </a:r>
            <a:r>
              <a:rPr lang="en-US" altLang="zh-CN" dirty="0" smtClean="0">
                <a:solidFill>
                  <a:srgbClr val="FF0000"/>
                </a:solidFill>
              </a:rPr>
              <a:t>)</a:t>
            </a:r>
            <a:endParaRPr lang="en-US" altLang="zh-CN" dirty="0" smtClean="0">
              <a:solidFill>
                <a:srgbClr val="FF0000"/>
              </a:solidFill>
            </a:endParaRPr>
          </a:p>
          <a:p>
            <a:pPr eaLnBrk="1" hangingPunct="1">
              <a:spcBef>
                <a:spcPts val="750"/>
              </a:spcBef>
            </a:pPr>
            <a:r>
              <a:rPr lang="zh-CN" altLang="en-US" dirty="0" smtClean="0"/>
              <a:t>例：</a:t>
            </a:r>
            <a:r>
              <a:rPr lang="en-US" altLang="zh-CN" dirty="0" smtClean="0"/>
              <a:t>3n+2=Ω(n)</a:t>
            </a:r>
            <a:r>
              <a:rPr lang="zh-CN" altLang="en-US" dirty="0" smtClean="0"/>
              <a:t>，</a:t>
            </a:r>
            <a:r>
              <a:rPr lang="en-US" altLang="zh-CN" dirty="0" smtClean="0"/>
              <a:t>10n</a:t>
            </a:r>
            <a:r>
              <a:rPr lang="en-US" altLang="zh-CN" baseline="30000" dirty="0" smtClean="0"/>
              <a:t>2</a:t>
            </a:r>
            <a:r>
              <a:rPr lang="en-US" altLang="zh-CN" dirty="0" smtClean="0"/>
              <a:t>+4n+2=Ω(n</a:t>
            </a:r>
            <a:r>
              <a:rPr lang="en-US" altLang="zh-CN" baseline="30000" dirty="0" smtClean="0"/>
              <a:t>2</a:t>
            </a:r>
            <a:r>
              <a:rPr lang="en-US" altLang="zh-CN" dirty="0" smtClean="0"/>
              <a:t>)</a:t>
            </a:r>
            <a:r>
              <a:rPr lang="zh-CN" altLang="en-US" dirty="0" smtClean="0"/>
              <a:t>，</a:t>
            </a:r>
            <a:r>
              <a:rPr lang="en-US" altLang="zh-CN" dirty="0" smtClean="0"/>
              <a:t>100n</a:t>
            </a:r>
            <a:r>
              <a:rPr lang="en-US" altLang="zh-CN" baseline="30000" dirty="0" smtClean="0"/>
              <a:t>4</a:t>
            </a:r>
            <a:r>
              <a:rPr lang="en-US" altLang="zh-CN" dirty="0" smtClean="0"/>
              <a:t>+3500n</a:t>
            </a:r>
            <a:r>
              <a:rPr lang="en-US" altLang="zh-CN" baseline="30000" dirty="0" smtClean="0"/>
              <a:t>2</a:t>
            </a:r>
            <a:r>
              <a:rPr lang="en-US" altLang="zh-CN" dirty="0" smtClean="0"/>
              <a:t>+82n+8=Ω(n</a:t>
            </a:r>
            <a:r>
              <a:rPr lang="en-US" altLang="zh-CN" baseline="30000" dirty="0" smtClean="0"/>
              <a:t>4</a:t>
            </a:r>
            <a:r>
              <a:rPr lang="en-US" altLang="zh-CN" dirty="0" smtClean="0"/>
              <a:t>)</a:t>
            </a:r>
            <a:endParaRPr lang="en-US" altLang="zh-CN" dirty="0" smtClean="0"/>
          </a:p>
          <a:p>
            <a:pPr eaLnBrk="1" hangingPunct="1"/>
            <a:endParaRPr lang="en-US" altLang="zh-CN" dirty="0" smtClean="0">
              <a:solidFill>
                <a:schemeClr val="accent2"/>
              </a:solidFill>
            </a:endParaRPr>
          </a:p>
        </p:txBody>
      </p:sp>
      <p:sp>
        <p:nvSpPr>
          <p:cNvPr id="1049284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rtl="0">
              <a:spcAft>
                <a:spcPts val="0"/>
              </a:spcAft>
            </a:pPr>
            <a:fld id="{71B7BAC7-FE87-40F6-AA24-4F4685D1B022}" type="slidenum">
              <a:rPr lang="en-US" altLang="zh-CN" noProof="0" smtClean="0"/>
            </a:fld>
            <a:endParaRPr lang="zh-CN" altLang="en-US" noProof="0" dirty="0"/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700"/>
    </mc:Choice>
    <mc:Fallback>
      <p:transition/>
    </mc:Fallback>
  </mc:AlternateContent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2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288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pPr>
              <a:spcAft>
                <a:spcPts val="0"/>
              </a:spcAft>
            </a:pPr>
            <a:r>
              <a:rPr lang="en-US" altLang="zh-CN" smtClean="0">
                <a:cs typeface="Times New Roman" panose="02020603050405020304" pitchFamily="18" charset="0"/>
              </a:rPr>
              <a:t>Ω</a:t>
            </a:r>
            <a:r>
              <a:rPr lang="zh-CN" altLang="en-US" smtClean="0"/>
              <a:t>原理图示</a:t>
            </a:r>
            <a:endParaRPr lang="zh-CN" altLang="en-US" smtClean="0"/>
          </a:p>
        </p:txBody>
      </p:sp>
      <p:sp>
        <p:nvSpPr>
          <p:cNvPr id="1049289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rtl="0">
              <a:spcAft>
                <a:spcPts val="0"/>
              </a:spcAft>
            </a:pPr>
            <a:fld id="{71B7BAC7-FE87-40F6-AA24-4F4685D1B022}" type="slidenum">
              <a:rPr lang="en-US" altLang="zh-CN" noProof="0" smtClean="0"/>
            </a:fld>
            <a:endParaRPr lang="zh-CN" altLang="en-US" noProof="0" dirty="0"/>
          </a:p>
        </p:txBody>
      </p:sp>
      <p:sp>
        <p:nvSpPr>
          <p:cNvPr id="1049290" name="object 11"/>
          <p:cNvSpPr txBox="1"/>
          <p:nvPr/>
        </p:nvSpPr>
        <p:spPr>
          <a:xfrm>
            <a:off x="1344707" y="5429310"/>
            <a:ext cx="5136060" cy="3048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p>
            <a:pPr marL="12700">
              <a:lnSpc>
                <a:spcPts val="2380"/>
              </a:lnSpc>
              <a:spcAft>
                <a:spcPts val="0"/>
              </a:spcAft>
            </a:pPr>
            <a:r>
              <a:rPr sz="2000" b="1" spc="-20" dirty="0">
                <a:solidFill>
                  <a:srgbClr val="FF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当问题规模充分大时在渐近意义下的阶</a:t>
            </a:r>
            <a:endParaRPr sz="2000"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049291" name="object 12"/>
          <p:cNvSpPr txBox="1"/>
          <p:nvPr/>
        </p:nvSpPr>
        <p:spPr>
          <a:xfrm>
            <a:off x="2879902" y="4925251"/>
            <a:ext cx="233491" cy="2457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p>
            <a:pPr marL="12700">
              <a:spcAft>
                <a:spcPts val="0"/>
              </a:spcAft>
            </a:pPr>
            <a:r>
              <a:rPr sz="1600" i="1" dirty="0">
                <a:latin typeface="Times New Roman" panose="02020603050405020304"/>
                <a:cs typeface="Times New Roman" panose="02020603050405020304"/>
              </a:rPr>
              <a:t>n</a:t>
            </a:r>
            <a:r>
              <a:rPr sz="1650" spc="-15" baseline="-20000" dirty="0">
                <a:latin typeface="Times New Roman" panose="02020603050405020304"/>
                <a:cs typeface="Times New Roman" panose="02020603050405020304"/>
              </a:rPr>
              <a:t>0</a:t>
            </a:r>
            <a:endParaRPr sz="1650" baseline="-2000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1049292" name="object 13"/>
          <p:cNvSpPr/>
          <p:nvPr/>
        </p:nvSpPr>
        <p:spPr>
          <a:xfrm>
            <a:off x="1415593" y="4813712"/>
            <a:ext cx="6214925" cy="160989"/>
          </a:xfrm>
          <a:custGeom>
            <a:avLst/>
            <a:gdLst/>
            <a:ahLst/>
            <a:cxnLst/>
            <a:rect l="l" t="t" r="r" b="b"/>
            <a:pathLst>
              <a:path w="5256530" h="143510">
                <a:moveTo>
                  <a:pt x="5170932" y="71628"/>
                </a:moveTo>
                <a:lnTo>
                  <a:pt x="5159380" y="57150"/>
                </a:lnTo>
                <a:lnTo>
                  <a:pt x="0" y="57150"/>
                </a:lnTo>
                <a:lnTo>
                  <a:pt x="0" y="86106"/>
                </a:lnTo>
                <a:lnTo>
                  <a:pt x="5159380" y="86106"/>
                </a:lnTo>
                <a:lnTo>
                  <a:pt x="5170932" y="71628"/>
                </a:lnTo>
                <a:close/>
              </a:path>
              <a:path w="5256530" h="143510">
                <a:moveTo>
                  <a:pt x="5256263" y="71628"/>
                </a:moveTo>
                <a:lnTo>
                  <a:pt x="5113782" y="0"/>
                </a:lnTo>
                <a:lnTo>
                  <a:pt x="5159380" y="57150"/>
                </a:lnTo>
                <a:lnTo>
                  <a:pt x="5170932" y="57150"/>
                </a:lnTo>
                <a:lnTo>
                  <a:pt x="5170932" y="114525"/>
                </a:lnTo>
                <a:lnTo>
                  <a:pt x="5256263" y="71628"/>
                </a:lnTo>
                <a:close/>
              </a:path>
              <a:path w="5256530" h="143510">
                <a:moveTo>
                  <a:pt x="5170932" y="114525"/>
                </a:moveTo>
                <a:lnTo>
                  <a:pt x="5170932" y="86106"/>
                </a:lnTo>
                <a:lnTo>
                  <a:pt x="5159380" y="86106"/>
                </a:lnTo>
                <a:lnTo>
                  <a:pt x="5113782" y="143256"/>
                </a:lnTo>
                <a:lnTo>
                  <a:pt x="5170932" y="114525"/>
                </a:lnTo>
                <a:close/>
              </a:path>
              <a:path w="5256530" h="143510">
                <a:moveTo>
                  <a:pt x="5170932" y="71628"/>
                </a:moveTo>
                <a:lnTo>
                  <a:pt x="5170932" y="57150"/>
                </a:lnTo>
                <a:lnTo>
                  <a:pt x="5159380" y="57150"/>
                </a:lnTo>
                <a:lnTo>
                  <a:pt x="5170932" y="71628"/>
                </a:lnTo>
                <a:close/>
              </a:path>
              <a:path w="5256530" h="143510">
                <a:moveTo>
                  <a:pt x="5170932" y="86106"/>
                </a:moveTo>
                <a:lnTo>
                  <a:pt x="5170932" y="71628"/>
                </a:lnTo>
                <a:lnTo>
                  <a:pt x="5159380" y="86106"/>
                </a:lnTo>
                <a:lnTo>
                  <a:pt x="5170932" y="8610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p/>
        </p:txBody>
      </p:sp>
      <p:sp>
        <p:nvSpPr>
          <p:cNvPr id="1049293" name="object 14"/>
          <p:cNvSpPr/>
          <p:nvPr/>
        </p:nvSpPr>
        <p:spPr>
          <a:xfrm>
            <a:off x="1357933" y="1732984"/>
            <a:ext cx="168925" cy="3161365"/>
          </a:xfrm>
          <a:custGeom>
            <a:avLst/>
            <a:gdLst/>
            <a:ahLst/>
            <a:cxnLst/>
            <a:rect l="l" t="t" r="r" b="b"/>
            <a:pathLst>
              <a:path w="142875" h="2818129">
                <a:moveTo>
                  <a:pt x="142494" y="143256"/>
                </a:moveTo>
                <a:lnTo>
                  <a:pt x="71628" y="0"/>
                </a:lnTo>
                <a:lnTo>
                  <a:pt x="0" y="143256"/>
                </a:lnTo>
                <a:lnTo>
                  <a:pt x="57150" y="97657"/>
                </a:lnTo>
                <a:lnTo>
                  <a:pt x="57150" y="86106"/>
                </a:lnTo>
                <a:lnTo>
                  <a:pt x="85343" y="86106"/>
                </a:lnTo>
                <a:lnTo>
                  <a:pt x="85343" y="97167"/>
                </a:lnTo>
                <a:lnTo>
                  <a:pt x="142494" y="143256"/>
                </a:lnTo>
                <a:close/>
              </a:path>
              <a:path w="142875" h="2818129">
                <a:moveTo>
                  <a:pt x="71628" y="86106"/>
                </a:moveTo>
                <a:lnTo>
                  <a:pt x="57150" y="86106"/>
                </a:lnTo>
                <a:lnTo>
                  <a:pt x="57150" y="97657"/>
                </a:lnTo>
                <a:lnTo>
                  <a:pt x="71628" y="86106"/>
                </a:lnTo>
                <a:close/>
              </a:path>
              <a:path w="142875" h="2818129">
                <a:moveTo>
                  <a:pt x="85343" y="2817876"/>
                </a:moveTo>
                <a:lnTo>
                  <a:pt x="85343" y="97167"/>
                </a:lnTo>
                <a:lnTo>
                  <a:pt x="71628" y="86106"/>
                </a:lnTo>
                <a:lnTo>
                  <a:pt x="57150" y="97657"/>
                </a:lnTo>
                <a:lnTo>
                  <a:pt x="57150" y="2817876"/>
                </a:lnTo>
                <a:lnTo>
                  <a:pt x="85343" y="2817876"/>
                </a:lnTo>
                <a:close/>
              </a:path>
              <a:path w="142875" h="2818129">
                <a:moveTo>
                  <a:pt x="85343" y="97167"/>
                </a:moveTo>
                <a:lnTo>
                  <a:pt x="85343" y="86106"/>
                </a:lnTo>
                <a:lnTo>
                  <a:pt x="71628" y="86106"/>
                </a:lnTo>
                <a:lnTo>
                  <a:pt x="85343" y="9716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p/>
        </p:txBody>
      </p:sp>
      <p:sp>
        <p:nvSpPr>
          <p:cNvPr id="1049294" name="object 15"/>
          <p:cNvSpPr txBox="1"/>
          <p:nvPr/>
        </p:nvSpPr>
        <p:spPr>
          <a:xfrm>
            <a:off x="6241275" y="5045809"/>
            <a:ext cx="1262807" cy="2768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p>
            <a:pPr marL="12700">
              <a:spcAft>
                <a:spcPts val="0"/>
              </a:spcAft>
            </a:pPr>
            <a:r>
              <a:rPr b="1" spc="-20" dirty="0">
                <a:latin typeface="宋体" panose="02010600030101010101" pitchFamily="2" charset="-122"/>
                <a:cs typeface="宋体" panose="02010600030101010101" pitchFamily="2" charset="-122"/>
              </a:rPr>
              <a:t>问题规</a:t>
            </a:r>
            <a:r>
              <a:rPr b="1" spc="-15" dirty="0">
                <a:latin typeface="宋体" panose="02010600030101010101" pitchFamily="2" charset="-122"/>
                <a:cs typeface="宋体" panose="02010600030101010101" pitchFamily="2" charset="-122"/>
              </a:rPr>
              <a:t>模</a:t>
            </a:r>
            <a:r>
              <a:rPr b="1" i="1" dirty="0">
                <a:latin typeface="Times New Roman" panose="02020603050405020304"/>
                <a:cs typeface="Times New Roman" panose="02020603050405020304"/>
              </a:rPr>
              <a:t>n</a:t>
            </a:r>
            <a:endParaRPr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1049295" name="object 16"/>
          <p:cNvSpPr txBox="1"/>
          <p:nvPr/>
        </p:nvSpPr>
        <p:spPr>
          <a:xfrm>
            <a:off x="939284" y="1690697"/>
            <a:ext cx="300311" cy="8845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p>
            <a:pPr marL="12700" marR="5080" algn="just">
              <a:lnSpc>
                <a:spcPct val="80000"/>
              </a:lnSpc>
              <a:spcAft>
                <a:spcPts val="0"/>
              </a:spcAft>
            </a:pPr>
            <a:r>
              <a:rPr b="1" spc="-15" dirty="0">
                <a:latin typeface="宋体" panose="02010600030101010101" pitchFamily="2" charset="-122"/>
                <a:cs typeface="宋体" panose="02010600030101010101" pitchFamily="2" charset="-122"/>
              </a:rPr>
              <a:t>执 行 次 数</a:t>
            </a:r>
            <a:endParaRPr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049296" name="object 17"/>
          <p:cNvSpPr/>
          <p:nvPr/>
        </p:nvSpPr>
        <p:spPr>
          <a:xfrm>
            <a:off x="2964287" y="1775726"/>
            <a:ext cx="0" cy="3118625"/>
          </a:xfrm>
          <a:custGeom>
            <a:avLst/>
            <a:gdLst/>
            <a:ahLst/>
            <a:cxnLst/>
            <a:rect l="l" t="t" r="r" b="b"/>
            <a:pathLst>
              <a:path h="2780029">
                <a:moveTo>
                  <a:pt x="0" y="0"/>
                </a:moveTo>
                <a:lnTo>
                  <a:pt x="0" y="2779776"/>
                </a:lnTo>
              </a:path>
            </a:pathLst>
          </a:custGeom>
          <a:ln w="28575">
            <a:solidFill>
              <a:srgbClr val="000000"/>
            </a:solidFill>
            <a:prstDash val="lgDash"/>
          </a:ln>
        </p:spPr>
        <p:txBody>
          <a:bodyPr wrap="square" lIns="0" tIns="0" rIns="0" bIns="0" rtlCol="0"/>
          <a:p/>
        </p:txBody>
      </p:sp>
      <p:sp>
        <p:nvSpPr>
          <p:cNvPr id="1049297" name="object 18"/>
          <p:cNvSpPr txBox="1"/>
          <p:nvPr/>
        </p:nvSpPr>
        <p:spPr>
          <a:xfrm>
            <a:off x="1545623" y="3690929"/>
            <a:ext cx="1285329" cy="6807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p>
            <a:pPr marL="12700" marR="5080" algn="just">
              <a:lnSpc>
                <a:spcPct val="82000"/>
              </a:lnSpc>
              <a:spcAft>
                <a:spcPts val="0"/>
              </a:spcAft>
            </a:pPr>
            <a:r>
              <a:rPr b="1" i="1" dirty="0">
                <a:latin typeface="Times New Roman" panose="02020603050405020304"/>
                <a:cs typeface="Times New Roman" panose="02020603050405020304"/>
              </a:rPr>
              <a:t>n</a:t>
            </a:r>
            <a:r>
              <a:rPr b="1" baseline="-23000" dirty="0">
                <a:latin typeface="Times New Roman" panose="02020603050405020304"/>
                <a:cs typeface="Times New Roman" panose="02020603050405020304"/>
              </a:rPr>
              <a:t>0</a:t>
            </a:r>
            <a:r>
              <a:rPr b="1" spc="67" baseline="-230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b="1" spc="315" dirty="0">
                <a:latin typeface="宋体" panose="02010600030101010101" pitchFamily="2" charset="-122"/>
                <a:cs typeface="宋体" panose="02010600030101010101" pitchFamily="2" charset="-122"/>
              </a:rPr>
              <a:t>之前</a:t>
            </a:r>
            <a:r>
              <a:rPr b="1" spc="-20" dirty="0">
                <a:latin typeface="宋体" panose="02010600030101010101" pitchFamily="2" charset="-122"/>
                <a:cs typeface="宋体" panose="02010600030101010101" pitchFamily="2" charset="-122"/>
              </a:rPr>
              <a:t>的</a:t>
            </a:r>
            <a:r>
              <a:rPr b="1" spc="-575" dirty="0">
                <a:latin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b="1" spc="255" dirty="0">
                <a:latin typeface="宋体" panose="02010600030101010101" pitchFamily="2" charset="-122"/>
                <a:cs typeface="宋体" panose="02010600030101010101" pitchFamily="2" charset="-122"/>
              </a:rPr>
              <a:t>情况无</a:t>
            </a:r>
            <a:r>
              <a:rPr b="1" spc="-20" dirty="0">
                <a:latin typeface="宋体" panose="02010600030101010101" pitchFamily="2" charset="-122"/>
                <a:cs typeface="宋体" panose="02010600030101010101" pitchFamily="2" charset="-122"/>
              </a:rPr>
              <a:t>关</a:t>
            </a:r>
            <a:r>
              <a:rPr b="1" spc="-635" dirty="0">
                <a:latin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b="1" spc="-20" dirty="0">
                <a:latin typeface="宋体" panose="02010600030101010101" pitchFamily="2" charset="-122"/>
                <a:cs typeface="宋体" panose="02010600030101010101" pitchFamily="2" charset="-122"/>
              </a:rPr>
              <a:t>紧要</a:t>
            </a:r>
            <a:endParaRPr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049298" name="object 19"/>
          <p:cNvSpPr/>
          <p:nvPr/>
        </p:nvSpPr>
        <p:spPr>
          <a:xfrm>
            <a:off x="2964287" y="1775015"/>
            <a:ext cx="3413028" cy="2213241"/>
          </a:xfrm>
          <a:custGeom>
            <a:avLst/>
            <a:gdLst/>
            <a:ahLst/>
            <a:cxnLst/>
            <a:rect l="l" t="t" r="r" b="b"/>
            <a:pathLst>
              <a:path w="2886709" h="1972945">
                <a:moveTo>
                  <a:pt x="0" y="1972817"/>
                </a:moveTo>
                <a:lnTo>
                  <a:pt x="48179" y="1952973"/>
                </a:lnTo>
                <a:lnTo>
                  <a:pt x="90844" y="1935777"/>
                </a:lnTo>
                <a:lnTo>
                  <a:pt x="114679" y="1926190"/>
                </a:lnTo>
                <a:lnTo>
                  <a:pt x="139888" y="1916032"/>
                </a:lnTo>
                <a:lnTo>
                  <a:pt x="193544" y="1894274"/>
                </a:lnTo>
                <a:lnTo>
                  <a:pt x="250049" y="1871036"/>
                </a:lnTo>
                <a:lnTo>
                  <a:pt x="307638" y="1846854"/>
                </a:lnTo>
                <a:lnTo>
                  <a:pt x="364545" y="1822263"/>
                </a:lnTo>
                <a:lnTo>
                  <a:pt x="419006" y="1797798"/>
                </a:lnTo>
                <a:lnTo>
                  <a:pt x="469257" y="1773993"/>
                </a:lnTo>
                <a:lnTo>
                  <a:pt x="492252" y="1762505"/>
                </a:lnTo>
                <a:lnTo>
                  <a:pt x="513990" y="1751839"/>
                </a:lnTo>
                <a:lnTo>
                  <a:pt x="555148" y="1729663"/>
                </a:lnTo>
                <a:lnTo>
                  <a:pt x="593859" y="1706498"/>
                </a:lnTo>
                <a:lnTo>
                  <a:pt x="630902" y="1682512"/>
                </a:lnTo>
                <a:lnTo>
                  <a:pt x="667053" y="1657866"/>
                </a:lnTo>
                <a:lnTo>
                  <a:pt x="703090" y="1632727"/>
                </a:lnTo>
                <a:lnTo>
                  <a:pt x="721309" y="1620024"/>
                </a:lnTo>
                <a:lnTo>
                  <a:pt x="758631" y="1594452"/>
                </a:lnTo>
                <a:lnTo>
                  <a:pt x="797783" y="1568799"/>
                </a:lnTo>
                <a:lnTo>
                  <a:pt x="839541" y="1543228"/>
                </a:lnTo>
                <a:lnTo>
                  <a:pt x="884682" y="1517903"/>
                </a:lnTo>
                <a:lnTo>
                  <a:pt x="932736" y="1493036"/>
                </a:lnTo>
                <a:lnTo>
                  <a:pt x="982638" y="1468556"/>
                </a:lnTo>
                <a:lnTo>
                  <a:pt x="1034268" y="1444214"/>
                </a:lnTo>
                <a:lnTo>
                  <a:pt x="1087508" y="1419758"/>
                </a:lnTo>
                <a:lnTo>
                  <a:pt x="1142238" y="1394936"/>
                </a:lnTo>
                <a:lnTo>
                  <a:pt x="1170124" y="1382309"/>
                </a:lnTo>
                <a:lnTo>
                  <a:pt x="1198339" y="1369496"/>
                </a:lnTo>
                <a:lnTo>
                  <a:pt x="1255693" y="1343188"/>
                </a:lnTo>
                <a:lnTo>
                  <a:pt x="1314181" y="1315760"/>
                </a:lnTo>
                <a:lnTo>
                  <a:pt x="1373684" y="1286960"/>
                </a:lnTo>
                <a:lnTo>
                  <a:pt x="1434084" y="1256537"/>
                </a:lnTo>
                <a:lnTo>
                  <a:pt x="1473974" y="1235171"/>
                </a:lnTo>
                <a:lnTo>
                  <a:pt x="1513178" y="1214673"/>
                </a:lnTo>
                <a:lnTo>
                  <a:pt x="1551696" y="1194953"/>
                </a:lnTo>
                <a:lnTo>
                  <a:pt x="1589525" y="1175918"/>
                </a:lnTo>
                <a:lnTo>
                  <a:pt x="1626667" y="1157477"/>
                </a:lnTo>
                <a:lnTo>
                  <a:pt x="1663120" y="1139540"/>
                </a:lnTo>
                <a:lnTo>
                  <a:pt x="1698884" y="1122014"/>
                </a:lnTo>
                <a:lnTo>
                  <a:pt x="1733958" y="1104808"/>
                </a:lnTo>
                <a:lnTo>
                  <a:pt x="1768342" y="1087831"/>
                </a:lnTo>
                <a:lnTo>
                  <a:pt x="1835035" y="1054196"/>
                </a:lnTo>
                <a:lnTo>
                  <a:pt x="1898961" y="1020378"/>
                </a:lnTo>
                <a:lnTo>
                  <a:pt x="1960114" y="985646"/>
                </a:lnTo>
                <a:lnTo>
                  <a:pt x="2018489" y="949269"/>
                </a:lnTo>
                <a:lnTo>
                  <a:pt x="2074082" y="910513"/>
                </a:lnTo>
                <a:lnTo>
                  <a:pt x="2126726" y="868565"/>
                </a:lnTo>
                <a:lnTo>
                  <a:pt x="2175027" y="822844"/>
                </a:lnTo>
                <a:lnTo>
                  <a:pt x="2219277" y="774203"/>
                </a:lnTo>
                <a:lnTo>
                  <a:pt x="2260189" y="723654"/>
                </a:lnTo>
                <a:lnTo>
                  <a:pt x="2298478" y="672206"/>
                </a:lnTo>
                <a:lnTo>
                  <a:pt x="2334855" y="620871"/>
                </a:lnTo>
                <a:lnTo>
                  <a:pt x="2352550" y="595560"/>
                </a:lnTo>
                <a:lnTo>
                  <a:pt x="2370034" y="570657"/>
                </a:lnTo>
                <a:lnTo>
                  <a:pt x="2404729" y="522577"/>
                </a:lnTo>
                <a:lnTo>
                  <a:pt x="2439652" y="477639"/>
                </a:lnTo>
                <a:lnTo>
                  <a:pt x="2475517" y="436856"/>
                </a:lnTo>
                <a:lnTo>
                  <a:pt x="2494026" y="418337"/>
                </a:lnTo>
                <a:lnTo>
                  <a:pt x="2508676" y="402075"/>
                </a:lnTo>
                <a:lnTo>
                  <a:pt x="2536777" y="373780"/>
                </a:lnTo>
                <a:lnTo>
                  <a:pt x="2576184" y="340040"/>
                </a:lnTo>
                <a:lnTo>
                  <a:pt x="2612712" y="313737"/>
                </a:lnTo>
                <a:lnTo>
                  <a:pt x="2646822" y="291492"/>
                </a:lnTo>
                <a:lnTo>
                  <a:pt x="2657735" y="284395"/>
                </a:lnTo>
                <a:lnTo>
                  <a:pt x="2689341" y="262304"/>
                </a:lnTo>
                <a:lnTo>
                  <a:pt x="2719611" y="236387"/>
                </a:lnTo>
                <a:lnTo>
                  <a:pt x="2748733" y="204402"/>
                </a:lnTo>
                <a:lnTo>
                  <a:pt x="2776728" y="168342"/>
                </a:lnTo>
                <a:lnTo>
                  <a:pt x="2803282" y="130301"/>
                </a:lnTo>
                <a:lnTo>
                  <a:pt x="2827964" y="92364"/>
                </a:lnTo>
                <a:lnTo>
                  <a:pt x="2850341" y="56612"/>
                </a:lnTo>
                <a:lnTo>
                  <a:pt x="2857214" y="45541"/>
                </a:lnTo>
                <a:lnTo>
                  <a:pt x="2863766" y="35021"/>
                </a:lnTo>
                <a:lnTo>
                  <a:pt x="2869983" y="25130"/>
                </a:lnTo>
                <a:lnTo>
                  <a:pt x="2875847" y="15944"/>
                </a:lnTo>
                <a:lnTo>
                  <a:pt x="2881343" y="7542"/>
                </a:lnTo>
                <a:lnTo>
                  <a:pt x="2886456" y="0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p/>
        </p:txBody>
      </p:sp>
      <p:sp>
        <p:nvSpPr>
          <p:cNvPr id="1049299" name="object 20"/>
          <p:cNvSpPr/>
          <p:nvPr/>
        </p:nvSpPr>
        <p:spPr>
          <a:xfrm>
            <a:off x="2964296" y="2050118"/>
            <a:ext cx="3437053" cy="2235323"/>
          </a:xfrm>
          <a:custGeom>
            <a:avLst/>
            <a:gdLst/>
            <a:ahLst/>
            <a:cxnLst/>
            <a:rect l="l" t="t" r="r" b="b"/>
            <a:pathLst>
              <a:path w="2907029" h="1992629">
                <a:moveTo>
                  <a:pt x="0" y="1992629"/>
                </a:moveTo>
                <a:lnTo>
                  <a:pt x="37750" y="1981374"/>
                </a:lnTo>
                <a:lnTo>
                  <a:pt x="86660" y="1968148"/>
                </a:lnTo>
                <a:lnTo>
                  <a:pt x="144861" y="1952901"/>
                </a:lnTo>
                <a:lnTo>
                  <a:pt x="176861" y="1944504"/>
                </a:lnTo>
                <a:lnTo>
                  <a:pt x="245491" y="1926132"/>
                </a:lnTo>
                <a:lnTo>
                  <a:pt x="318737" y="1905613"/>
                </a:lnTo>
                <a:lnTo>
                  <a:pt x="356506" y="1894533"/>
                </a:lnTo>
                <a:lnTo>
                  <a:pt x="394728" y="1882897"/>
                </a:lnTo>
                <a:lnTo>
                  <a:pt x="433168" y="1870700"/>
                </a:lnTo>
                <a:lnTo>
                  <a:pt x="471594" y="1857934"/>
                </a:lnTo>
                <a:lnTo>
                  <a:pt x="509771" y="1844594"/>
                </a:lnTo>
                <a:lnTo>
                  <a:pt x="547466" y="1830674"/>
                </a:lnTo>
                <a:lnTo>
                  <a:pt x="584445" y="1816166"/>
                </a:lnTo>
                <a:lnTo>
                  <a:pt x="620474" y="1801066"/>
                </a:lnTo>
                <a:lnTo>
                  <a:pt x="655320" y="1785365"/>
                </a:lnTo>
                <a:lnTo>
                  <a:pt x="723189" y="1750431"/>
                </a:lnTo>
                <a:lnTo>
                  <a:pt x="757884" y="1732158"/>
                </a:lnTo>
                <a:lnTo>
                  <a:pt x="793016" y="1713366"/>
                </a:lnTo>
                <a:lnTo>
                  <a:pt x="828532" y="1694068"/>
                </a:lnTo>
                <a:lnTo>
                  <a:pt x="864379" y="1674280"/>
                </a:lnTo>
                <a:lnTo>
                  <a:pt x="900505" y="1654013"/>
                </a:lnTo>
                <a:lnTo>
                  <a:pt x="936857" y="1633282"/>
                </a:lnTo>
                <a:lnTo>
                  <a:pt x="973383" y="1612102"/>
                </a:lnTo>
                <a:lnTo>
                  <a:pt x="1010031" y="1590484"/>
                </a:lnTo>
                <a:lnTo>
                  <a:pt x="1046746" y="1568444"/>
                </a:lnTo>
                <a:lnTo>
                  <a:pt x="1083478" y="1545994"/>
                </a:lnTo>
                <a:lnTo>
                  <a:pt x="1120173" y="1523149"/>
                </a:lnTo>
                <a:lnTo>
                  <a:pt x="1156780" y="1499922"/>
                </a:lnTo>
                <a:lnTo>
                  <a:pt x="1193244" y="1476327"/>
                </a:lnTo>
                <a:lnTo>
                  <a:pt x="1229514" y="1452378"/>
                </a:lnTo>
                <a:lnTo>
                  <a:pt x="1265537" y="1428088"/>
                </a:lnTo>
                <a:lnTo>
                  <a:pt x="1301261" y="1403471"/>
                </a:lnTo>
                <a:lnTo>
                  <a:pt x="1336632" y="1378541"/>
                </a:lnTo>
                <a:lnTo>
                  <a:pt x="1371600" y="1353311"/>
                </a:lnTo>
                <a:lnTo>
                  <a:pt x="1406303" y="1328201"/>
                </a:lnTo>
                <a:lnTo>
                  <a:pt x="1440930" y="1303551"/>
                </a:lnTo>
                <a:lnTo>
                  <a:pt x="1475494" y="1279266"/>
                </a:lnTo>
                <a:lnTo>
                  <a:pt x="1510009" y="1255245"/>
                </a:lnTo>
                <a:lnTo>
                  <a:pt x="1544490" y="1231391"/>
                </a:lnTo>
                <a:lnTo>
                  <a:pt x="1578951" y="1207606"/>
                </a:lnTo>
                <a:lnTo>
                  <a:pt x="1613406" y="1183792"/>
                </a:lnTo>
                <a:lnTo>
                  <a:pt x="1647870" y="1159849"/>
                </a:lnTo>
                <a:lnTo>
                  <a:pt x="1682357" y="1135680"/>
                </a:lnTo>
                <a:lnTo>
                  <a:pt x="1716881" y="1111186"/>
                </a:lnTo>
                <a:lnTo>
                  <a:pt x="1751456" y="1086269"/>
                </a:lnTo>
                <a:lnTo>
                  <a:pt x="1786097" y="1060832"/>
                </a:lnTo>
                <a:lnTo>
                  <a:pt x="1820818" y="1034774"/>
                </a:lnTo>
                <a:lnTo>
                  <a:pt x="1855633" y="1007999"/>
                </a:lnTo>
                <a:lnTo>
                  <a:pt x="1890557" y="980408"/>
                </a:lnTo>
                <a:lnTo>
                  <a:pt x="1925604" y="951902"/>
                </a:lnTo>
                <a:lnTo>
                  <a:pt x="1960788" y="922384"/>
                </a:lnTo>
                <a:lnTo>
                  <a:pt x="1996123" y="891754"/>
                </a:lnTo>
                <a:lnTo>
                  <a:pt x="2031624" y="859916"/>
                </a:lnTo>
                <a:lnTo>
                  <a:pt x="2067306" y="826769"/>
                </a:lnTo>
                <a:lnTo>
                  <a:pt x="2095646" y="801509"/>
                </a:lnTo>
                <a:lnTo>
                  <a:pt x="2149055" y="755375"/>
                </a:lnTo>
                <a:lnTo>
                  <a:pt x="2198536" y="714172"/>
                </a:lnTo>
                <a:lnTo>
                  <a:pt x="2244612" y="676798"/>
                </a:lnTo>
                <a:lnTo>
                  <a:pt x="2287802" y="642151"/>
                </a:lnTo>
                <a:lnTo>
                  <a:pt x="2308479" y="625506"/>
                </a:lnTo>
                <a:lnTo>
                  <a:pt x="2348319" y="592884"/>
                </a:lnTo>
                <a:lnTo>
                  <a:pt x="2386577" y="560235"/>
                </a:lnTo>
                <a:lnTo>
                  <a:pt x="2423775" y="526456"/>
                </a:lnTo>
                <a:lnTo>
                  <a:pt x="2460433" y="490446"/>
                </a:lnTo>
                <a:lnTo>
                  <a:pt x="2497074" y="451103"/>
                </a:lnTo>
                <a:lnTo>
                  <a:pt x="2516143" y="429830"/>
                </a:lnTo>
                <a:lnTo>
                  <a:pt x="2536224" y="407488"/>
                </a:lnTo>
                <a:lnTo>
                  <a:pt x="2578845" y="360224"/>
                </a:lnTo>
                <a:lnTo>
                  <a:pt x="2623789" y="310556"/>
                </a:lnTo>
                <a:lnTo>
                  <a:pt x="2669907" y="259726"/>
                </a:lnTo>
                <a:lnTo>
                  <a:pt x="2716053" y="208978"/>
                </a:lnTo>
                <a:lnTo>
                  <a:pt x="2761079" y="159556"/>
                </a:lnTo>
                <a:lnTo>
                  <a:pt x="2803837" y="112704"/>
                </a:lnTo>
                <a:lnTo>
                  <a:pt x="2843180" y="69665"/>
                </a:lnTo>
                <a:lnTo>
                  <a:pt x="2877960" y="31682"/>
                </a:lnTo>
                <a:lnTo>
                  <a:pt x="2893280" y="14975"/>
                </a:lnTo>
                <a:lnTo>
                  <a:pt x="2907030" y="0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p/>
        </p:txBody>
      </p:sp>
      <p:sp>
        <p:nvSpPr>
          <p:cNvPr id="1049300" name="object 21"/>
          <p:cNvSpPr txBox="1"/>
          <p:nvPr/>
        </p:nvSpPr>
        <p:spPr>
          <a:xfrm>
            <a:off x="6458170" y="1579101"/>
            <a:ext cx="615636" cy="2768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p>
            <a:pPr marL="12700">
              <a:spcAft>
                <a:spcPts val="0"/>
              </a:spcAft>
            </a:pPr>
            <a:r>
              <a:rPr lang="en-US" b="1" i="1" spc="-5" dirty="0">
                <a:latin typeface="Times New Roman" panose="02020603050405020304"/>
                <a:cs typeface="Times New Roman" panose="02020603050405020304"/>
              </a:rPr>
              <a:t>f</a:t>
            </a:r>
            <a:r>
              <a:rPr b="1" spc="-5" dirty="0">
                <a:latin typeface="宋体" panose="02010600030101010101" pitchFamily="2" charset="-122"/>
                <a:cs typeface="宋体" panose="02010600030101010101" pitchFamily="2" charset="-122"/>
              </a:rPr>
              <a:t>(</a:t>
            </a:r>
            <a:r>
              <a:rPr b="1" i="1" spc="-5" dirty="0">
                <a:latin typeface="Times New Roman" panose="02020603050405020304"/>
                <a:cs typeface="Times New Roman" panose="02020603050405020304"/>
              </a:rPr>
              <a:t>n</a:t>
            </a:r>
            <a:r>
              <a:rPr b="1" spc="-11" dirty="0">
                <a:latin typeface="宋体" panose="02010600030101010101" pitchFamily="2" charset="-122"/>
                <a:cs typeface="宋体" panose="02010600030101010101" pitchFamily="2" charset="-122"/>
              </a:rPr>
              <a:t>)</a:t>
            </a:r>
            <a:endParaRPr dirty="0"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049301" name="object 22"/>
          <p:cNvSpPr txBox="1"/>
          <p:nvPr/>
        </p:nvSpPr>
        <p:spPr>
          <a:xfrm>
            <a:off x="6377168" y="1995739"/>
            <a:ext cx="930963" cy="2768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p>
            <a:pPr marL="12700">
              <a:spcAft>
                <a:spcPts val="0"/>
              </a:spcAft>
            </a:pPr>
            <a:r>
              <a:rPr b="1" i="1" spc="-5" dirty="0" err="1">
                <a:latin typeface="Times New Roman" panose="02020603050405020304"/>
                <a:cs typeface="Times New Roman" panose="02020603050405020304"/>
              </a:rPr>
              <a:t>c</a:t>
            </a:r>
            <a:r>
              <a:rPr b="1" spc="-15" dirty="0" err="1">
                <a:latin typeface="宋体" panose="02010600030101010101" pitchFamily="2" charset="-122"/>
                <a:cs typeface="宋体" panose="02010600030101010101" pitchFamily="2" charset="-122"/>
              </a:rPr>
              <a:t>×</a:t>
            </a:r>
            <a:r>
              <a:rPr lang="en-US" b="1" i="1" spc="-11" dirty="0" err="1">
                <a:latin typeface="Times New Roman" panose="02020603050405020304"/>
                <a:cs typeface="Times New Roman" panose="02020603050405020304"/>
              </a:rPr>
              <a:t>g</a:t>
            </a:r>
            <a:r>
              <a:rPr b="1" spc="-5" dirty="0">
                <a:latin typeface="宋体" panose="02010600030101010101" pitchFamily="2" charset="-122"/>
                <a:cs typeface="宋体" panose="02010600030101010101" pitchFamily="2" charset="-122"/>
              </a:rPr>
              <a:t>(</a:t>
            </a:r>
            <a:r>
              <a:rPr b="1" i="1" spc="-5" dirty="0">
                <a:latin typeface="Times New Roman" panose="02020603050405020304"/>
                <a:cs typeface="Times New Roman" panose="02020603050405020304"/>
              </a:rPr>
              <a:t>n</a:t>
            </a:r>
            <a:r>
              <a:rPr b="1" spc="-11" dirty="0">
                <a:latin typeface="宋体" panose="02010600030101010101" pitchFamily="2" charset="-122"/>
                <a:cs typeface="宋体" panose="02010600030101010101" pitchFamily="2" charset="-122"/>
              </a:rPr>
              <a:t>)</a:t>
            </a:r>
            <a:endParaRPr dirty="0"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700"/>
    </mc:Choice>
    <mc:Fallback>
      <p:transition/>
    </mc:Fallback>
  </mc:AlternateContent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2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30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p>
            <a:pPr eaLnBrk="1" hangingPunct="1">
              <a:spcAft>
                <a:spcPts val="0"/>
              </a:spcAft>
            </a:pPr>
            <a:r>
              <a:rPr lang="en-US" altLang="zh-CN" dirty="0" smtClean="0">
                <a:cs typeface="Times New Roman" panose="02020603050405020304" pitchFamily="18" charset="0"/>
              </a:rPr>
              <a:t>Θ</a:t>
            </a:r>
            <a:r>
              <a:rPr lang="zh-CN" altLang="en-US" dirty="0" smtClean="0"/>
              <a:t>符号</a:t>
            </a:r>
            <a:r>
              <a:rPr lang="en-US" altLang="zh-CN" dirty="0" smtClean="0"/>
              <a:t>(Big-Theta)</a:t>
            </a:r>
            <a:endParaRPr lang="zh-CN" altLang="en-US" dirty="0" smtClean="0"/>
          </a:p>
        </p:txBody>
      </p:sp>
      <p:sp>
        <p:nvSpPr>
          <p:cNvPr id="1049306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p>
            <a:pPr eaLnBrk="1" hangingPunct="1">
              <a:spcAft>
                <a:spcPts val="0"/>
              </a:spcAft>
            </a:pPr>
            <a:r>
              <a:rPr lang="zh-CN" altLang="en-US" dirty="0" smtClean="0"/>
              <a:t>同一个</a:t>
            </a:r>
            <a:r>
              <a:rPr lang="en-US" altLang="zh-CN" dirty="0" smtClean="0"/>
              <a:t>g</a:t>
            </a:r>
            <a:r>
              <a:rPr lang="zh-CN" altLang="en-US" dirty="0" smtClean="0"/>
              <a:t>既作为</a:t>
            </a:r>
            <a:r>
              <a:rPr lang="en-US" altLang="zh-CN" dirty="0" smtClean="0"/>
              <a:t>f</a:t>
            </a:r>
            <a:r>
              <a:rPr lang="zh-CN" altLang="en-US" dirty="0" smtClean="0"/>
              <a:t>的上界，又作为下界</a:t>
            </a:r>
            <a:endParaRPr lang="zh-CN" altLang="en-US" dirty="0" smtClean="0"/>
          </a:p>
          <a:p>
            <a:pPr eaLnBrk="1" hangingPunct="1">
              <a:spcBef>
                <a:spcPts val="750"/>
              </a:spcBef>
              <a:spcAft>
                <a:spcPts val="0"/>
              </a:spcAft>
            </a:pPr>
            <a:r>
              <a:rPr lang="zh-CN" altLang="en-US" dirty="0" smtClean="0">
                <a:solidFill>
                  <a:schemeClr val="hlink"/>
                </a:solidFill>
              </a:rPr>
              <a:t>定义：</a:t>
            </a:r>
            <a:br>
              <a:rPr lang="zh-CN" altLang="en-US" dirty="0" smtClean="0"/>
            </a:br>
            <a:r>
              <a:rPr lang="en-US" altLang="zh-CN" dirty="0" smtClean="0">
                <a:solidFill>
                  <a:schemeClr val="accent2"/>
                </a:solidFill>
              </a:rPr>
              <a:t>f(n)=</a:t>
            </a:r>
            <a:r>
              <a:rPr lang="en-US" altLang="zh-CN" dirty="0" smtClean="0">
                <a:solidFill>
                  <a:schemeClr val="accent2"/>
                </a:solidFill>
                <a:cs typeface="Times New Roman" panose="02020603050405020304" pitchFamily="18" charset="0"/>
              </a:rPr>
              <a:t>Θ</a:t>
            </a:r>
            <a:r>
              <a:rPr lang="en-US" altLang="zh-CN" dirty="0" smtClean="0">
                <a:solidFill>
                  <a:schemeClr val="accent2"/>
                </a:solidFill>
              </a:rPr>
              <a:t>(g(n))</a:t>
            </a:r>
            <a:r>
              <a:rPr lang="zh-CN" altLang="en-US" dirty="0" smtClean="0">
                <a:solidFill>
                  <a:schemeClr val="accent2"/>
                </a:solidFill>
              </a:rPr>
              <a:t>，当且仅当存在正常数</a:t>
            </a:r>
            <a:r>
              <a:rPr lang="en-US" altLang="zh-CN" dirty="0" smtClean="0">
                <a:solidFill>
                  <a:schemeClr val="accent2"/>
                </a:solidFill>
              </a:rPr>
              <a:t>c</a:t>
            </a:r>
            <a:r>
              <a:rPr lang="en-US" altLang="zh-CN" baseline="-25000" dirty="0" smtClean="0">
                <a:solidFill>
                  <a:schemeClr val="accent2"/>
                </a:solidFill>
              </a:rPr>
              <a:t>1</a:t>
            </a:r>
            <a:r>
              <a:rPr lang="zh-CN" altLang="en-US" dirty="0" smtClean="0">
                <a:solidFill>
                  <a:schemeClr val="accent2"/>
                </a:solidFill>
              </a:rPr>
              <a:t>、</a:t>
            </a:r>
            <a:r>
              <a:rPr lang="en-US" altLang="zh-CN" dirty="0" smtClean="0">
                <a:solidFill>
                  <a:schemeClr val="accent2"/>
                </a:solidFill>
              </a:rPr>
              <a:t>c</a:t>
            </a:r>
            <a:r>
              <a:rPr lang="en-US" altLang="zh-CN" baseline="-25000" dirty="0" smtClean="0">
                <a:solidFill>
                  <a:schemeClr val="accent2"/>
                </a:solidFill>
              </a:rPr>
              <a:t>2</a:t>
            </a:r>
            <a:r>
              <a:rPr lang="zh-CN" altLang="en-US" dirty="0" smtClean="0">
                <a:solidFill>
                  <a:schemeClr val="accent2"/>
                </a:solidFill>
              </a:rPr>
              <a:t>和</a:t>
            </a:r>
            <a:r>
              <a:rPr lang="en-US" altLang="zh-CN" dirty="0" smtClean="0">
                <a:solidFill>
                  <a:schemeClr val="accent2"/>
                </a:solidFill>
              </a:rPr>
              <a:t>n</a:t>
            </a:r>
            <a:r>
              <a:rPr lang="en-US" altLang="zh-CN" baseline="-25000" dirty="0" smtClean="0">
                <a:solidFill>
                  <a:schemeClr val="accent2"/>
                </a:solidFill>
              </a:rPr>
              <a:t>0</a:t>
            </a:r>
            <a:r>
              <a:rPr lang="zh-CN" altLang="en-US" dirty="0" smtClean="0">
                <a:solidFill>
                  <a:schemeClr val="accent2"/>
                </a:solidFill>
              </a:rPr>
              <a:t>，使得对所有</a:t>
            </a:r>
            <a:r>
              <a:rPr lang="en-US" altLang="zh-CN" dirty="0" smtClean="0">
                <a:solidFill>
                  <a:schemeClr val="accent2"/>
                </a:solidFill>
              </a:rPr>
              <a:t>n≥n</a:t>
            </a:r>
            <a:r>
              <a:rPr lang="en-US" altLang="zh-CN" baseline="-25000" dirty="0" smtClean="0">
                <a:solidFill>
                  <a:schemeClr val="accent2"/>
                </a:solidFill>
              </a:rPr>
              <a:t>0</a:t>
            </a:r>
            <a:r>
              <a:rPr lang="en-US" altLang="zh-CN" dirty="0" smtClean="0">
                <a:solidFill>
                  <a:schemeClr val="accent2"/>
                </a:solidFill>
              </a:rPr>
              <a:t> , </a:t>
            </a:r>
            <a:r>
              <a:rPr lang="zh-CN" altLang="en-US" dirty="0" smtClean="0">
                <a:solidFill>
                  <a:schemeClr val="accent2"/>
                </a:solidFill>
              </a:rPr>
              <a:t>有</a:t>
            </a:r>
            <a:br>
              <a:rPr lang="zh-CN" altLang="en-US" dirty="0" smtClean="0">
                <a:solidFill>
                  <a:schemeClr val="accent2"/>
                </a:solidFill>
              </a:rPr>
            </a:br>
            <a:r>
              <a:rPr lang="en-US" altLang="zh-CN" dirty="0" smtClean="0">
                <a:solidFill>
                  <a:schemeClr val="accent2"/>
                </a:solidFill>
              </a:rPr>
              <a:t>c</a:t>
            </a:r>
            <a:r>
              <a:rPr lang="en-US" altLang="zh-CN" baseline="-25000" dirty="0" smtClean="0">
                <a:solidFill>
                  <a:schemeClr val="accent2"/>
                </a:solidFill>
              </a:rPr>
              <a:t>1</a:t>
            </a:r>
            <a:r>
              <a:rPr lang="en-US" altLang="zh-CN" dirty="0" smtClean="0">
                <a:solidFill>
                  <a:schemeClr val="accent2"/>
                </a:solidFill>
              </a:rPr>
              <a:t>g(n)≤f (n)≤c</a:t>
            </a:r>
            <a:r>
              <a:rPr lang="en-US" altLang="zh-CN" baseline="-25000" dirty="0" smtClean="0">
                <a:solidFill>
                  <a:schemeClr val="accent2"/>
                </a:solidFill>
              </a:rPr>
              <a:t>2</a:t>
            </a:r>
            <a:r>
              <a:rPr lang="en-US" altLang="zh-CN" dirty="0" smtClean="0">
                <a:solidFill>
                  <a:schemeClr val="accent2"/>
                </a:solidFill>
              </a:rPr>
              <a:t>g(n)</a:t>
            </a:r>
            <a:endParaRPr lang="en-US" altLang="zh-CN" dirty="0" smtClean="0">
              <a:solidFill>
                <a:schemeClr val="accent2"/>
              </a:solidFill>
            </a:endParaRPr>
          </a:p>
          <a:p>
            <a:pPr eaLnBrk="1" hangingPunct="1">
              <a:spcBef>
                <a:spcPts val="750"/>
              </a:spcBef>
              <a:spcAft>
                <a:spcPts val="0"/>
              </a:spcAft>
            </a:pPr>
            <a:r>
              <a:rPr lang="en-US" altLang="zh-CN" dirty="0" smtClean="0"/>
              <a:t>f</a:t>
            </a:r>
            <a:r>
              <a:rPr lang="zh-CN" altLang="en-US" dirty="0" smtClean="0"/>
              <a:t>介于</a:t>
            </a:r>
            <a:r>
              <a:rPr lang="en-US" altLang="zh-CN" dirty="0" smtClean="0"/>
              <a:t>g</a:t>
            </a:r>
            <a:r>
              <a:rPr lang="zh-CN" altLang="en-US" dirty="0" smtClean="0"/>
              <a:t>的</a:t>
            </a:r>
            <a:r>
              <a:rPr lang="en-US" altLang="zh-CN" dirty="0" smtClean="0"/>
              <a:t>c</a:t>
            </a:r>
            <a:r>
              <a:rPr lang="en-US" altLang="zh-CN" baseline="-25000" dirty="0" smtClean="0"/>
              <a:t>1</a:t>
            </a:r>
            <a:r>
              <a:rPr lang="zh-CN" altLang="en-US" dirty="0" smtClean="0"/>
              <a:t>倍和</a:t>
            </a:r>
            <a:r>
              <a:rPr lang="en-US" altLang="zh-CN" dirty="0" smtClean="0"/>
              <a:t>c</a:t>
            </a:r>
            <a:r>
              <a:rPr lang="en-US" altLang="zh-CN" baseline="-25000" dirty="0" smtClean="0"/>
              <a:t>2</a:t>
            </a:r>
            <a:r>
              <a:rPr lang="zh-CN" altLang="en-US" dirty="0" smtClean="0"/>
              <a:t>倍之间，对足够大的</a:t>
            </a:r>
            <a:r>
              <a:rPr lang="en-US" altLang="zh-CN" dirty="0" smtClean="0"/>
              <a:t>n</a:t>
            </a:r>
            <a:r>
              <a:rPr lang="zh-CN" altLang="en-US" dirty="0" smtClean="0"/>
              <a:t>，</a:t>
            </a:r>
            <a:r>
              <a:rPr lang="en-US" altLang="zh-CN" dirty="0" smtClean="0"/>
              <a:t>g</a:t>
            </a:r>
            <a:r>
              <a:rPr lang="zh-CN" altLang="en-US" dirty="0" smtClean="0"/>
              <a:t>既是</a:t>
            </a:r>
            <a:r>
              <a:rPr lang="en-US" altLang="zh-CN" dirty="0" smtClean="0"/>
              <a:t>f</a:t>
            </a:r>
            <a:r>
              <a:rPr lang="zh-CN" altLang="en-US" dirty="0" smtClean="0"/>
              <a:t>的上界也是下界</a:t>
            </a:r>
            <a:endParaRPr lang="en-US" altLang="zh-CN" dirty="0" smtClean="0"/>
          </a:p>
          <a:p>
            <a:pPr>
              <a:spcBef>
                <a:spcPts val="750"/>
              </a:spcBef>
            </a:pPr>
            <a:r>
              <a:rPr lang="zh-CN" altLang="en-US" dirty="0" smtClean="0"/>
              <a:t>也就是当</a:t>
            </a:r>
            <a:r>
              <a:rPr lang="en-US" altLang="zh-CN" dirty="0" smtClean="0"/>
              <a:t>O</a:t>
            </a:r>
            <a:r>
              <a:rPr lang="zh-CN" altLang="en-US" dirty="0" smtClean="0"/>
              <a:t>与</a:t>
            </a:r>
            <a:r>
              <a:rPr lang="en-US" altLang="zh-CN" dirty="0" smtClean="0"/>
              <a:t>Ω</a:t>
            </a:r>
            <a:r>
              <a:rPr lang="zh-CN" altLang="en-US" dirty="0" smtClean="0"/>
              <a:t>相同时，该函数为</a:t>
            </a:r>
            <a:r>
              <a:rPr lang="en-US" altLang="zh-CN" dirty="0" smtClean="0"/>
              <a:t>f</a:t>
            </a:r>
            <a:r>
              <a:rPr lang="zh-CN" altLang="en-US" dirty="0" smtClean="0"/>
              <a:t>函数的</a:t>
            </a:r>
            <a:r>
              <a:rPr lang="en-US" altLang="zh-CN" dirty="0" smtClean="0">
                <a:cs typeface="Times New Roman" panose="02020603050405020304" pitchFamily="18" charset="0"/>
              </a:rPr>
              <a:t>Θ</a:t>
            </a:r>
            <a:endParaRPr lang="zh-CN" altLang="en-US" dirty="0" smtClean="0"/>
          </a:p>
        </p:txBody>
      </p:sp>
      <p:sp>
        <p:nvSpPr>
          <p:cNvPr id="1049307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rtl="0">
              <a:spcAft>
                <a:spcPts val="0"/>
              </a:spcAft>
            </a:pPr>
            <a:fld id="{71B7BAC7-FE87-40F6-AA24-4F4685D1B022}" type="slidenum">
              <a:rPr lang="en-US" altLang="zh-CN" noProof="0" smtClean="0"/>
            </a:fld>
            <a:endParaRPr lang="zh-CN" altLang="en-US" noProof="0" dirty="0"/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700"/>
    </mc:Choice>
    <mc:Fallback>
      <p:transition/>
    </mc:Fallback>
  </mc:AlternateContent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3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31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p>
            <a:pPr eaLnBrk="1" hangingPunct="1">
              <a:spcAft>
                <a:spcPts val="0"/>
              </a:spcAft>
            </a:pPr>
            <a:r>
              <a:rPr lang="en-US" altLang="zh-CN" dirty="0" smtClean="0">
                <a:cs typeface="Times New Roman" panose="02020603050405020304" pitchFamily="18" charset="0"/>
              </a:rPr>
              <a:t>Θ</a:t>
            </a:r>
            <a:r>
              <a:rPr lang="zh-CN" altLang="en-US" dirty="0" smtClean="0"/>
              <a:t>符号例子</a:t>
            </a:r>
            <a:endParaRPr lang="zh-CN" altLang="en-US" dirty="0" smtClean="0"/>
          </a:p>
        </p:txBody>
      </p:sp>
      <p:sp>
        <p:nvSpPr>
          <p:cNvPr id="1049312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p>
            <a:pPr eaLnBrk="1" hangingPunct="1">
              <a:lnSpc>
                <a:spcPct val="90000"/>
              </a:lnSpc>
              <a:spcAft>
                <a:spcPts val="0"/>
              </a:spcAft>
            </a:pPr>
            <a:r>
              <a:rPr lang="zh-CN" altLang="en-US" dirty="0" smtClean="0"/>
              <a:t>从前例可知：</a:t>
            </a:r>
            <a:r>
              <a:rPr lang="en-US" altLang="zh-CN" dirty="0" smtClean="0"/>
              <a:t>3n+2=</a:t>
            </a:r>
            <a:r>
              <a:rPr lang="en-US" altLang="zh-CN" dirty="0" smtClean="0">
                <a:cs typeface="Times New Roman" panose="02020603050405020304" pitchFamily="18" charset="0"/>
              </a:rPr>
              <a:t>Θ</a:t>
            </a:r>
            <a:r>
              <a:rPr lang="en-US" altLang="zh-CN" dirty="0" smtClean="0"/>
              <a:t>(</a:t>
            </a:r>
            <a:r>
              <a:rPr lang="en-US" altLang="zh-CN" i="1" dirty="0" smtClean="0"/>
              <a:t>n</a:t>
            </a:r>
            <a:r>
              <a:rPr lang="en-US" altLang="zh-CN" dirty="0" smtClean="0"/>
              <a:t>)</a:t>
            </a:r>
            <a:r>
              <a:rPr lang="zh-CN" altLang="en-US" dirty="0" smtClean="0">
                <a:latin typeface="仿宋_GB2312" pitchFamily="49" charset="-122"/>
                <a:ea typeface="仿宋_GB2312" pitchFamily="49" charset="-122"/>
              </a:rPr>
              <a:t>，</a:t>
            </a:r>
            <a:r>
              <a:rPr lang="en-US" altLang="zh-CN" dirty="0" smtClean="0"/>
              <a:t>3</a:t>
            </a:r>
            <a:r>
              <a:rPr lang="en-US" altLang="zh-CN" i="1" dirty="0" smtClean="0"/>
              <a:t>n</a:t>
            </a:r>
            <a:r>
              <a:rPr lang="en-US" altLang="zh-CN" dirty="0" smtClean="0"/>
              <a:t>+3= </a:t>
            </a:r>
            <a:r>
              <a:rPr lang="en-US" altLang="zh-CN" dirty="0" smtClean="0">
                <a:cs typeface="Times New Roman" panose="02020603050405020304" pitchFamily="18" charset="0"/>
              </a:rPr>
              <a:t>Θ</a:t>
            </a:r>
            <a:r>
              <a:rPr lang="en-US" altLang="zh-CN" dirty="0" smtClean="0"/>
              <a:t>(</a:t>
            </a:r>
            <a:r>
              <a:rPr lang="en-US" altLang="zh-CN" i="1" dirty="0" smtClean="0"/>
              <a:t>n</a:t>
            </a:r>
            <a:r>
              <a:rPr lang="en-US" altLang="zh-CN" dirty="0" smtClean="0"/>
              <a:t>)</a:t>
            </a:r>
            <a:r>
              <a:rPr lang="zh-CN" altLang="en-US" dirty="0" smtClean="0"/>
              <a:t>，</a:t>
            </a:r>
            <a:r>
              <a:rPr lang="en-US" altLang="zh-CN" dirty="0" smtClean="0"/>
              <a:t>100</a:t>
            </a:r>
            <a:r>
              <a:rPr lang="en-US" altLang="zh-CN" i="1" dirty="0" smtClean="0"/>
              <a:t>n</a:t>
            </a:r>
            <a:r>
              <a:rPr lang="en-US" altLang="zh-CN" dirty="0" smtClean="0"/>
              <a:t>+6= </a:t>
            </a:r>
            <a:r>
              <a:rPr lang="en-US" altLang="zh-CN" dirty="0" smtClean="0">
                <a:cs typeface="Times New Roman" panose="02020603050405020304" pitchFamily="18" charset="0"/>
              </a:rPr>
              <a:t>Θ</a:t>
            </a:r>
            <a:r>
              <a:rPr lang="en-US" altLang="zh-CN" dirty="0" smtClean="0"/>
              <a:t>(</a:t>
            </a:r>
            <a:r>
              <a:rPr lang="en-US" altLang="zh-CN" i="1" dirty="0" smtClean="0"/>
              <a:t>n</a:t>
            </a:r>
            <a:r>
              <a:rPr lang="en-US" altLang="zh-CN" dirty="0" smtClean="0"/>
              <a:t>)</a:t>
            </a:r>
            <a:r>
              <a:rPr lang="zh-CN" altLang="en-US" dirty="0" smtClean="0"/>
              <a:t>，</a:t>
            </a:r>
            <a:r>
              <a:rPr lang="en-US" altLang="zh-CN" dirty="0" smtClean="0"/>
              <a:t>10</a:t>
            </a:r>
            <a:r>
              <a:rPr lang="en-US" altLang="zh-CN" i="1" dirty="0" smtClean="0"/>
              <a:t>n</a:t>
            </a:r>
            <a:r>
              <a:rPr lang="en-US" altLang="zh-CN" baseline="30000" dirty="0" smtClean="0"/>
              <a:t>2</a:t>
            </a:r>
            <a:r>
              <a:rPr lang="en-US" altLang="zh-CN" dirty="0" smtClean="0"/>
              <a:t>+4</a:t>
            </a:r>
            <a:r>
              <a:rPr lang="en-US" altLang="zh-CN" i="1" dirty="0" smtClean="0"/>
              <a:t>n</a:t>
            </a:r>
            <a:r>
              <a:rPr lang="en-US" altLang="zh-CN" dirty="0" smtClean="0"/>
              <a:t>+2= </a:t>
            </a:r>
            <a:r>
              <a:rPr lang="en-US" altLang="zh-CN" dirty="0" smtClean="0">
                <a:cs typeface="Times New Roman" panose="02020603050405020304" pitchFamily="18" charset="0"/>
              </a:rPr>
              <a:t>Θ</a:t>
            </a:r>
            <a:r>
              <a:rPr lang="en-US" altLang="zh-CN" dirty="0" smtClean="0"/>
              <a:t>(</a:t>
            </a:r>
            <a:r>
              <a:rPr lang="en-US" altLang="zh-CN" i="1" dirty="0" smtClean="0"/>
              <a:t>n</a:t>
            </a:r>
            <a:r>
              <a:rPr lang="en-US" altLang="zh-CN" baseline="30000" dirty="0" smtClean="0"/>
              <a:t>2</a:t>
            </a:r>
            <a:r>
              <a:rPr lang="en-US" altLang="zh-CN" dirty="0" smtClean="0"/>
              <a:t>)</a:t>
            </a:r>
            <a:r>
              <a:rPr lang="zh-CN" altLang="en-US" dirty="0" smtClean="0"/>
              <a:t>，</a:t>
            </a:r>
            <a:r>
              <a:rPr lang="en-US" altLang="zh-CN" dirty="0" smtClean="0"/>
              <a:t>1000</a:t>
            </a:r>
            <a:r>
              <a:rPr lang="en-US" altLang="zh-CN" i="1" dirty="0" smtClean="0"/>
              <a:t>n</a:t>
            </a:r>
            <a:r>
              <a:rPr lang="en-US" altLang="zh-CN" baseline="30000" dirty="0" smtClean="0"/>
              <a:t>2</a:t>
            </a:r>
            <a:r>
              <a:rPr lang="en-US" altLang="zh-CN" dirty="0" smtClean="0"/>
              <a:t>+100</a:t>
            </a:r>
            <a:r>
              <a:rPr lang="en-US" altLang="zh-CN" i="1" dirty="0" smtClean="0"/>
              <a:t>n</a:t>
            </a:r>
            <a:r>
              <a:rPr lang="en-US" altLang="zh-CN" dirty="0" smtClean="0">
                <a:latin typeface="仿宋_GB2312" pitchFamily="49" charset="-122"/>
                <a:ea typeface="仿宋_GB2312" pitchFamily="49" charset="-122"/>
              </a:rPr>
              <a:t>-</a:t>
            </a:r>
            <a:r>
              <a:rPr lang="en-US" altLang="zh-CN" dirty="0" smtClean="0"/>
              <a:t>6=</a:t>
            </a:r>
            <a:r>
              <a:rPr lang="en-US" altLang="zh-CN" dirty="0" smtClean="0">
                <a:cs typeface="Times New Roman" panose="02020603050405020304" pitchFamily="18" charset="0"/>
              </a:rPr>
              <a:t>Θ</a:t>
            </a:r>
            <a:r>
              <a:rPr lang="en-US" altLang="zh-CN" dirty="0" smtClean="0"/>
              <a:t>(</a:t>
            </a:r>
            <a:r>
              <a:rPr lang="en-US" altLang="zh-CN" i="1" dirty="0" smtClean="0"/>
              <a:t>n</a:t>
            </a:r>
            <a:r>
              <a:rPr lang="en-US" altLang="zh-CN" baseline="30000" dirty="0" smtClean="0"/>
              <a:t>2</a:t>
            </a:r>
            <a:r>
              <a:rPr lang="en-US" altLang="zh-CN" dirty="0" smtClean="0"/>
              <a:t>)</a:t>
            </a:r>
            <a:r>
              <a:rPr lang="zh-CN" altLang="en-US" dirty="0" smtClean="0"/>
              <a:t>，</a:t>
            </a:r>
            <a:r>
              <a:rPr lang="en-US" altLang="zh-CN" dirty="0" smtClean="0"/>
              <a:t>6*2</a:t>
            </a:r>
            <a:r>
              <a:rPr lang="en-US" altLang="zh-CN" i="1" baseline="30000" dirty="0" smtClean="0"/>
              <a:t>n</a:t>
            </a:r>
            <a:r>
              <a:rPr lang="en-US" altLang="zh-CN" dirty="0" smtClean="0"/>
              <a:t>+</a:t>
            </a:r>
            <a:r>
              <a:rPr lang="en-US" altLang="zh-CN" i="1" dirty="0" smtClean="0"/>
              <a:t>n</a:t>
            </a:r>
            <a:r>
              <a:rPr lang="en-US" altLang="zh-CN" baseline="30000" dirty="0" smtClean="0"/>
              <a:t>2</a:t>
            </a:r>
            <a:r>
              <a:rPr lang="en-US" altLang="zh-CN" dirty="0" smtClean="0"/>
              <a:t>=</a:t>
            </a:r>
            <a:r>
              <a:rPr lang="en-US" altLang="zh-CN" dirty="0" smtClean="0">
                <a:cs typeface="Times New Roman" panose="02020603050405020304" pitchFamily="18" charset="0"/>
              </a:rPr>
              <a:t>Θ</a:t>
            </a:r>
            <a:r>
              <a:rPr lang="en-US" altLang="zh-CN" dirty="0" smtClean="0"/>
              <a:t>(2</a:t>
            </a:r>
            <a:r>
              <a:rPr lang="en-US" altLang="zh-CN" i="1" baseline="30000" dirty="0" smtClean="0"/>
              <a:t>n</a:t>
            </a:r>
            <a:r>
              <a:rPr lang="en-US" altLang="zh-CN" dirty="0" smtClean="0"/>
              <a:t>)</a:t>
            </a:r>
            <a:endParaRPr lang="en-US" altLang="zh-CN" dirty="0" smtClean="0"/>
          </a:p>
          <a:p>
            <a:pPr eaLnBrk="1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dirty="0" smtClean="0"/>
              <a:t>对</a:t>
            </a:r>
            <a:r>
              <a:rPr lang="en-US" altLang="zh-CN" i="1" dirty="0" smtClean="0"/>
              <a:t>n</a:t>
            </a:r>
            <a:r>
              <a:rPr lang="en-US" altLang="zh-CN" dirty="0" smtClean="0"/>
              <a:t>≥16</a:t>
            </a:r>
            <a:r>
              <a:rPr lang="zh-CN" altLang="en-US" dirty="0" smtClean="0"/>
              <a:t>，</a:t>
            </a:r>
            <a:r>
              <a:rPr lang="en-US" altLang="zh-CN" i="1" dirty="0" smtClean="0"/>
              <a:t>log</a:t>
            </a:r>
            <a:r>
              <a:rPr lang="en-US" altLang="zh-CN" baseline="-25000" dirty="0" smtClean="0"/>
              <a:t>2</a:t>
            </a:r>
            <a:r>
              <a:rPr lang="en-US" altLang="zh-CN" i="1" dirty="0" smtClean="0"/>
              <a:t>n</a:t>
            </a:r>
            <a:r>
              <a:rPr lang="zh-CN" altLang="en-US" dirty="0" smtClean="0"/>
              <a:t>＜</a:t>
            </a:r>
            <a:r>
              <a:rPr lang="en-US" altLang="zh-CN" dirty="0" smtClean="0"/>
              <a:t>10*</a:t>
            </a:r>
            <a:r>
              <a:rPr lang="en-US" altLang="zh-CN" i="1" dirty="0" smtClean="0"/>
              <a:t>log</a:t>
            </a:r>
            <a:r>
              <a:rPr lang="en-US" altLang="zh-CN" baseline="-25000" dirty="0" smtClean="0"/>
              <a:t>2</a:t>
            </a:r>
            <a:r>
              <a:rPr lang="en-US" altLang="zh-CN" i="1" dirty="0" smtClean="0"/>
              <a:t>n</a:t>
            </a:r>
            <a:r>
              <a:rPr lang="en-US" altLang="zh-CN" dirty="0" smtClean="0"/>
              <a:t>+4≤11*log</a:t>
            </a:r>
            <a:r>
              <a:rPr lang="en-US" altLang="zh-CN" baseline="-25000" dirty="0" smtClean="0"/>
              <a:t>2</a:t>
            </a:r>
            <a:r>
              <a:rPr lang="en-US" altLang="zh-CN" i="1" dirty="0" smtClean="0"/>
              <a:t>n </a:t>
            </a:r>
            <a:r>
              <a:rPr lang="en-US" altLang="zh-CN" dirty="0" smtClean="0">
                <a:sym typeface="Wingdings" panose="05000000000000000000" pitchFamily="2" charset="2"/>
              </a:rPr>
              <a:t></a:t>
            </a:r>
            <a:r>
              <a:rPr lang="en-US" altLang="zh-CN" dirty="0" smtClean="0"/>
              <a:t>10*</a:t>
            </a:r>
            <a:r>
              <a:rPr lang="en-US" altLang="zh-CN" i="1" dirty="0" smtClean="0"/>
              <a:t>log</a:t>
            </a:r>
            <a:r>
              <a:rPr lang="en-US" altLang="zh-CN" baseline="-25000" dirty="0" smtClean="0"/>
              <a:t>2</a:t>
            </a:r>
            <a:r>
              <a:rPr lang="en-US" altLang="zh-CN" i="1" dirty="0" smtClean="0"/>
              <a:t>n</a:t>
            </a:r>
            <a:r>
              <a:rPr lang="en-US" altLang="zh-CN" dirty="0" smtClean="0"/>
              <a:t>+4= </a:t>
            </a:r>
            <a:r>
              <a:rPr lang="en-US" altLang="zh-CN" dirty="0" smtClean="0">
                <a:cs typeface="Times New Roman" panose="02020603050405020304" pitchFamily="18" charset="0"/>
              </a:rPr>
              <a:t>Θ</a:t>
            </a:r>
            <a:r>
              <a:rPr lang="en-US" altLang="zh-CN" dirty="0" smtClean="0"/>
              <a:t>(</a:t>
            </a:r>
            <a:r>
              <a:rPr lang="en-US" altLang="zh-CN" i="1" dirty="0" err="1" smtClean="0"/>
              <a:t>logn</a:t>
            </a:r>
            <a:r>
              <a:rPr lang="en-US" altLang="zh-CN" dirty="0" smtClean="0"/>
              <a:t>)</a:t>
            </a:r>
            <a:endParaRPr lang="en-US" altLang="zh-CN" dirty="0" smtClean="0"/>
          </a:p>
          <a:p>
            <a:pPr eaLnBrk="1" hangingPunct="1">
              <a:lnSpc>
                <a:spcPct val="90000"/>
              </a:lnSpc>
            </a:pPr>
            <a:r>
              <a:rPr lang="en-US" altLang="zh-CN" dirty="0" smtClean="0"/>
              <a:t>3</a:t>
            </a:r>
            <a:r>
              <a:rPr lang="en-US" altLang="zh-CN" i="1" dirty="0" smtClean="0"/>
              <a:t>n</a:t>
            </a:r>
            <a:r>
              <a:rPr lang="en-US" altLang="zh-CN" dirty="0" smtClean="0"/>
              <a:t>+2≠ </a:t>
            </a:r>
            <a:r>
              <a:rPr lang="en-US" altLang="zh-CN" dirty="0" smtClean="0">
                <a:cs typeface="Times New Roman" panose="02020603050405020304" pitchFamily="18" charset="0"/>
              </a:rPr>
              <a:t>Θ</a:t>
            </a:r>
            <a:r>
              <a:rPr lang="en-US" altLang="zh-CN" dirty="0" smtClean="0"/>
              <a:t>(1)</a:t>
            </a:r>
            <a:endParaRPr lang="en-US" altLang="zh-CN" dirty="0" smtClean="0"/>
          </a:p>
          <a:p>
            <a:pPr eaLnBrk="1" hangingPunct="1">
              <a:lnSpc>
                <a:spcPct val="90000"/>
              </a:lnSpc>
            </a:pPr>
            <a:r>
              <a:rPr lang="en-US" altLang="zh-CN" dirty="0" smtClean="0"/>
              <a:t>3</a:t>
            </a:r>
            <a:r>
              <a:rPr lang="en-US" altLang="zh-CN" i="1" dirty="0" smtClean="0"/>
              <a:t>n</a:t>
            </a:r>
            <a:r>
              <a:rPr lang="en-US" altLang="zh-CN" dirty="0" smtClean="0"/>
              <a:t>+3≠ </a:t>
            </a:r>
            <a:r>
              <a:rPr lang="en-US" altLang="zh-CN" dirty="0" smtClean="0">
                <a:cs typeface="Times New Roman" panose="02020603050405020304" pitchFamily="18" charset="0"/>
              </a:rPr>
              <a:t>Θ</a:t>
            </a:r>
            <a:r>
              <a:rPr lang="en-US" altLang="zh-CN" dirty="0" smtClean="0"/>
              <a:t>(</a:t>
            </a:r>
            <a:r>
              <a:rPr lang="en-US" altLang="zh-CN" i="1" dirty="0" smtClean="0"/>
              <a:t>n</a:t>
            </a:r>
            <a:r>
              <a:rPr lang="en-US" altLang="zh-CN" baseline="30000" dirty="0" smtClean="0"/>
              <a:t>2</a:t>
            </a:r>
            <a:r>
              <a:rPr lang="en-US" altLang="zh-CN" dirty="0" smtClean="0"/>
              <a:t>)</a:t>
            </a:r>
            <a:endParaRPr lang="en-US" altLang="zh-CN" dirty="0" smtClean="0"/>
          </a:p>
          <a:p>
            <a:pPr eaLnBrk="1" hangingPunct="1">
              <a:lnSpc>
                <a:spcPct val="90000"/>
              </a:lnSpc>
            </a:pPr>
            <a:r>
              <a:rPr lang="en-US" altLang="zh-CN" dirty="0" smtClean="0"/>
              <a:t>10</a:t>
            </a:r>
            <a:r>
              <a:rPr lang="en-US" altLang="zh-CN" i="1" dirty="0" smtClean="0"/>
              <a:t>n</a:t>
            </a:r>
            <a:r>
              <a:rPr lang="en-US" altLang="zh-CN" baseline="30000" dirty="0" smtClean="0"/>
              <a:t>2</a:t>
            </a:r>
            <a:r>
              <a:rPr lang="en-US" altLang="zh-CN" dirty="0" smtClean="0"/>
              <a:t>+4</a:t>
            </a:r>
            <a:r>
              <a:rPr lang="en-US" altLang="zh-CN" i="1" dirty="0" smtClean="0"/>
              <a:t>n</a:t>
            </a:r>
            <a:r>
              <a:rPr lang="en-US" altLang="zh-CN" dirty="0" smtClean="0"/>
              <a:t>+2≠ </a:t>
            </a:r>
            <a:r>
              <a:rPr lang="en-US" altLang="zh-CN" dirty="0" smtClean="0">
                <a:cs typeface="Times New Roman" panose="02020603050405020304" pitchFamily="18" charset="0"/>
              </a:rPr>
              <a:t>Θ</a:t>
            </a:r>
            <a:r>
              <a:rPr lang="en-US" altLang="zh-CN" dirty="0" smtClean="0"/>
              <a:t>(</a:t>
            </a:r>
            <a:r>
              <a:rPr lang="en-US" altLang="zh-CN" i="1" dirty="0" smtClean="0"/>
              <a:t>n</a:t>
            </a:r>
            <a:r>
              <a:rPr lang="en-US" altLang="zh-CN" dirty="0" smtClean="0"/>
              <a:t>)</a:t>
            </a:r>
            <a:endParaRPr lang="en-US" altLang="zh-CN" dirty="0" smtClean="0"/>
          </a:p>
          <a:p>
            <a:pPr eaLnBrk="1" hangingPunct="1">
              <a:lnSpc>
                <a:spcPct val="90000"/>
              </a:lnSpc>
            </a:pPr>
            <a:r>
              <a:rPr lang="en-US" altLang="zh-CN" dirty="0" smtClean="0"/>
              <a:t>6*2</a:t>
            </a:r>
            <a:r>
              <a:rPr lang="en-US" altLang="zh-CN" i="1" baseline="30000" dirty="0" smtClean="0"/>
              <a:t>n</a:t>
            </a:r>
            <a:r>
              <a:rPr lang="en-US" altLang="zh-CN" dirty="0" smtClean="0"/>
              <a:t>+</a:t>
            </a:r>
            <a:r>
              <a:rPr lang="en-US" altLang="zh-CN" i="1" dirty="0" smtClean="0"/>
              <a:t>n</a:t>
            </a:r>
            <a:r>
              <a:rPr lang="en-US" altLang="zh-CN" baseline="30000" dirty="0" smtClean="0"/>
              <a:t>2</a:t>
            </a:r>
            <a:r>
              <a:rPr lang="en-US" altLang="zh-CN" dirty="0" smtClean="0"/>
              <a:t>≠ </a:t>
            </a:r>
            <a:r>
              <a:rPr lang="en-US" altLang="zh-CN" dirty="0" smtClean="0">
                <a:cs typeface="Times New Roman" panose="02020603050405020304" pitchFamily="18" charset="0"/>
              </a:rPr>
              <a:t>Θ</a:t>
            </a:r>
            <a:r>
              <a:rPr lang="en-US" altLang="zh-CN" dirty="0" smtClean="0"/>
              <a:t>(</a:t>
            </a:r>
            <a:r>
              <a:rPr lang="en-US" altLang="zh-CN" i="1" dirty="0" smtClean="0"/>
              <a:t>n</a:t>
            </a:r>
            <a:r>
              <a:rPr lang="en-US" altLang="zh-CN" baseline="30000" dirty="0" smtClean="0"/>
              <a:t>2</a:t>
            </a:r>
            <a:r>
              <a:rPr lang="en-US" altLang="zh-CN" dirty="0" smtClean="0"/>
              <a:t>)</a:t>
            </a:r>
            <a:endParaRPr lang="en-US" altLang="zh-CN" dirty="0" smtClean="0"/>
          </a:p>
        </p:txBody>
      </p:sp>
      <p:sp>
        <p:nvSpPr>
          <p:cNvPr id="104931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rtl="0">
              <a:spcAft>
                <a:spcPts val="0"/>
              </a:spcAft>
            </a:pPr>
            <a:fld id="{71B7BAC7-FE87-40F6-AA24-4F4685D1B022}" type="slidenum">
              <a:rPr lang="en-US" altLang="zh-CN" noProof="0" smtClean="0"/>
            </a:fld>
            <a:endParaRPr lang="zh-CN" altLang="en-US" noProof="0" dirty="0"/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700"/>
    </mc:Choice>
    <mc:Fallback>
      <p:transition/>
    </mc:Fallback>
  </mc:AlternateContent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3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317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p>
            <a:pPr>
              <a:spcAft>
                <a:spcPts val="0"/>
              </a:spcAft>
            </a:pPr>
            <a:r>
              <a:rPr lang="zh-CN" altLang="en-US" dirty="0">
                <a:cs typeface="Times New Roman" panose="02020603050405020304" pitchFamily="18" charset="0"/>
              </a:rPr>
              <a:t>关于</a:t>
            </a:r>
            <a:r>
              <a:rPr lang="en-US" altLang="zh-CN" dirty="0">
                <a:cs typeface="Times New Roman" panose="02020603050405020304" pitchFamily="18" charset="0"/>
              </a:rPr>
              <a:t>Θ</a:t>
            </a:r>
            <a:r>
              <a:rPr lang="zh-CN" altLang="en-US" dirty="0">
                <a:cs typeface="Times New Roman" panose="02020603050405020304" pitchFamily="18" charset="0"/>
              </a:rPr>
              <a:t>的多项式定理</a:t>
            </a:r>
            <a:endParaRPr lang="zh-CN" altLang="en-US" dirty="0">
              <a:cs typeface="Times New Roman" panose="02020603050405020304" pitchFamily="18" charset="0"/>
            </a:endParaRPr>
          </a:p>
        </p:txBody>
      </p:sp>
      <p:sp>
        <p:nvSpPr>
          <p:cNvPr id="1049318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pPr>
              <a:spcAft>
                <a:spcPts val="0"/>
              </a:spcAft>
            </a:pPr>
            <a:r>
              <a:rPr lang="zh-CN" altLang="en-US" dirty="0" smtClean="0">
                <a:solidFill>
                  <a:srgbClr val="FF0000"/>
                </a:solidFill>
              </a:rPr>
              <a:t>定理</a:t>
            </a:r>
            <a:r>
              <a:rPr lang="en-US" altLang="zh-CN" dirty="0" smtClean="0">
                <a:solidFill>
                  <a:srgbClr val="FF0000"/>
                </a:solidFill>
              </a:rPr>
              <a:t>3</a:t>
            </a:r>
            <a:r>
              <a:rPr lang="zh-CN" altLang="en-US" dirty="0" smtClean="0">
                <a:solidFill>
                  <a:srgbClr val="FF0000"/>
                </a:solidFill>
              </a:rPr>
              <a:t>：</a:t>
            </a:r>
            <a:r>
              <a:rPr lang="zh-CN" altLang="en-US" dirty="0">
                <a:solidFill>
                  <a:srgbClr val="FF0000"/>
                </a:solidFill>
              </a:rPr>
              <a:t>如果</a:t>
            </a:r>
            <a:r>
              <a:rPr lang="en-US" altLang="zh-CN" dirty="0">
                <a:solidFill>
                  <a:srgbClr val="FF0000"/>
                </a:solidFill>
              </a:rPr>
              <a:t>f(</a:t>
            </a:r>
            <a:r>
              <a:rPr lang="en-US" altLang="zh-CN" sz="3200" i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n</a:t>
            </a:r>
            <a:r>
              <a:rPr lang="en-US" altLang="zh-CN" dirty="0">
                <a:solidFill>
                  <a:srgbClr val="FF0000"/>
                </a:solidFill>
              </a:rPr>
              <a:t>)=a</a:t>
            </a:r>
            <a:r>
              <a:rPr lang="en-US" altLang="zh-CN" baseline="-25000" dirty="0">
                <a:solidFill>
                  <a:srgbClr val="FF0000"/>
                </a:solidFill>
              </a:rPr>
              <a:t>m</a:t>
            </a:r>
            <a:r>
              <a:rPr lang="en-US" altLang="zh-CN" sz="3200" i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n</a:t>
            </a:r>
            <a:r>
              <a:rPr lang="en-US" altLang="zh-CN" baseline="30000" dirty="0">
                <a:solidFill>
                  <a:srgbClr val="FF0000"/>
                </a:solidFill>
              </a:rPr>
              <a:t>m</a:t>
            </a:r>
            <a:r>
              <a:rPr lang="en-US" altLang="zh-CN" dirty="0">
                <a:solidFill>
                  <a:srgbClr val="FF0000"/>
                </a:solidFill>
              </a:rPr>
              <a:t>+…+a</a:t>
            </a:r>
            <a:r>
              <a:rPr lang="en-US" altLang="zh-CN" baseline="-25000" dirty="0">
                <a:solidFill>
                  <a:srgbClr val="FF0000"/>
                </a:solidFill>
              </a:rPr>
              <a:t>1</a:t>
            </a:r>
            <a:r>
              <a:rPr lang="en-US" altLang="zh-CN" sz="3200" i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n</a:t>
            </a:r>
            <a:r>
              <a:rPr lang="en-US" altLang="zh-CN" dirty="0">
                <a:solidFill>
                  <a:srgbClr val="FF0000"/>
                </a:solidFill>
              </a:rPr>
              <a:t>+a</a:t>
            </a:r>
            <a:r>
              <a:rPr lang="en-US" altLang="zh-CN" baseline="-25000" dirty="0">
                <a:solidFill>
                  <a:srgbClr val="FF0000"/>
                </a:solidFill>
              </a:rPr>
              <a:t>0</a:t>
            </a:r>
            <a:r>
              <a:rPr lang="zh-CN" altLang="en-US" dirty="0">
                <a:solidFill>
                  <a:srgbClr val="FF0000"/>
                </a:solidFill>
              </a:rPr>
              <a:t>且</a:t>
            </a:r>
            <a:r>
              <a:rPr lang="en-US" altLang="zh-CN" dirty="0">
                <a:solidFill>
                  <a:srgbClr val="FF0000"/>
                </a:solidFill>
              </a:rPr>
              <a:t>a</a:t>
            </a:r>
            <a:r>
              <a:rPr lang="en-US" altLang="zh-CN" baseline="-25000" dirty="0">
                <a:solidFill>
                  <a:srgbClr val="FF0000"/>
                </a:solidFill>
              </a:rPr>
              <a:t>m</a:t>
            </a:r>
            <a:r>
              <a:rPr lang="en-US" altLang="zh-CN" dirty="0">
                <a:solidFill>
                  <a:srgbClr val="FF0000"/>
                </a:solidFill>
              </a:rPr>
              <a:t>&gt;0</a:t>
            </a:r>
            <a:r>
              <a:rPr lang="zh-CN" altLang="en-US" dirty="0">
                <a:solidFill>
                  <a:srgbClr val="FF0000"/>
                </a:solidFill>
              </a:rPr>
              <a:t>，则</a:t>
            </a:r>
            <a:r>
              <a:rPr lang="en-US" altLang="zh-CN" dirty="0">
                <a:solidFill>
                  <a:srgbClr val="FF0000"/>
                </a:solidFill>
              </a:rPr>
              <a:t>f(</a:t>
            </a:r>
            <a:r>
              <a:rPr lang="en-US" altLang="zh-CN" sz="3200" i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n</a:t>
            </a:r>
            <a:r>
              <a:rPr lang="en-US" altLang="zh-CN" dirty="0">
                <a:solidFill>
                  <a:srgbClr val="FF0000"/>
                </a:solidFill>
              </a:rPr>
              <a:t>)= </a:t>
            </a:r>
            <a:r>
              <a:rPr lang="el-GR" altLang="zh-CN" dirty="0">
                <a:solidFill>
                  <a:srgbClr val="FF0000"/>
                </a:solidFill>
              </a:rPr>
              <a:t>Θ(</a:t>
            </a:r>
            <a:r>
              <a:rPr lang="en-US" altLang="zh-CN" sz="3200" i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n</a:t>
            </a:r>
            <a:r>
              <a:rPr lang="en-US" altLang="zh-CN" baseline="30000" dirty="0">
                <a:solidFill>
                  <a:srgbClr val="FF0000"/>
                </a:solidFill>
              </a:rPr>
              <a:t>m</a:t>
            </a:r>
            <a:r>
              <a:rPr lang="en-US" altLang="zh-CN" dirty="0">
                <a:solidFill>
                  <a:srgbClr val="FF0000"/>
                </a:solidFill>
              </a:rPr>
              <a:t>)</a:t>
            </a:r>
            <a:endParaRPr lang="en-US" altLang="zh-CN" dirty="0">
              <a:solidFill>
                <a:srgbClr val="FF0000"/>
              </a:solidFill>
            </a:endParaRPr>
          </a:p>
          <a:p>
            <a:pPr>
              <a:spcBef>
                <a:spcPts val="750"/>
              </a:spcBef>
            </a:pPr>
            <a:r>
              <a:rPr lang="zh-CN" altLang="en-US" dirty="0"/>
              <a:t>例：</a:t>
            </a:r>
            <a:r>
              <a:rPr lang="en-US" altLang="zh-CN" dirty="0"/>
              <a:t>3</a:t>
            </a:r>
            <a:r>
              <a:rPr lang="en-US" altLang="zh-CN" sz="3200" i="1" dirty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n</a:t>
            </a:r>
            <a:r>
              <a:rPr lang="en-US" altLang="zh-CN" dirty="0"/>
              <a:t>+2= </a:t>
            </a:r>
            <a:r>
              <a:rPr lang="el-GR" altLang="zh-CN" dirty="0"/>
              <a:t>Θ(</a:t>
            </a:r>
            <a:r>
              <a:rPr lang="en-US" altLang="zh-CN" dirty="0"/>
              <a:t>n)</a:t>
            </a:r>
            <a:r>
              <a:rPr lang="zh-CN" altLang="en-US" dirty="0"/>
              <a:t>，</a:t>
            </a:r>
            <a:r>
              <a:rPr lang="en-US" altLang="zh-CN" dirty="0"/>
              <a:t>10</a:t>
            </a:r>
            <a:r>
              <a:rPr lang="en-US" altLang="zh-CN" sz="3200" i="1" dirty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n</a:t>
            </a:r>
            <a:r>
              <a:rPr lang="en-US" altLang="zh-CN" baseline="30000" dirty="0"/>
              <a:t>2</a:t>
            </a:r>
            <a:r>
              <a:rPr lang="en-US" altLang="zh-CN" dirty="0"/>
              <a:t>+4</a:t>
            </a:r>
            <a:r>
              <a:rPr lang="en-US" altLang="zh-CN" sz="3200" i="1" dirty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n</a:t>
            </a:r>
            <a:r>
              <a:rPr lang="en-US" altLang="zh-CN" dirty="0"/>
              <a:t>+2= </a:t>
            </a:r>
            <a:r>
              <a:rPr lang="el-GR" altLang="zh-CN" dirty="0"/>
              <a:t>Θ(</a:t>
            </a:r>
            <a:r>
              <a:rPr lang="en-US" altLang="zh-CN" sz="3200" i="1" dirty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n</a:t>
            </a:r>
            <a:r>
              <a:rPr lang="en-US" altLang="zh-CN" baseline="30000" dirty="0"/>
              <a:t>2</a:t>
            </a:r>
            <a:r>
              <a:rPr lang="en-US" altLang="zh-CN" dirty="0"/>
              <a:t>)</a:t>
            </a:r>
            <a:r>
              <a:rPr lang="zh-CN" altLang="en-US" dirty="0"/>
              <a:t>，</a:t>
            </a:r>
            <a:r>
              <a:rPr lang="en-US" altLang="zh-CN" dirty="0"/>
              <a:t>100</a:t>
            </a:r>
            <a:r>
              <a:rPr lang="en-US" altLang="zh-CN" sz="3200" i="1" dirty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n</a:t>
            </a:r>
            <a:r>
              <a:rPr lang="en-US" altLang="zh-CN" baseline="30000" dirty="0"/>
              <a:t>4</a:t>
            </a:r>
            <a:r>
              <a:rPr lang="en-US" altLang="zh-CN" dirty="0"/>
              <a:t>+3500</a:t>
            </a:r>
            <a:r>
              <a:rPr lang="en-US" altLang="zh-CN" sz="3200" i="1" dirty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n</a:t>
            </a:r>
            <a:r>
              <a:rPr lang="en-US" altLang="zh-CN" baseline="30000" dirty="0"/>
              <a:t>2</a:t>
            </a:r>
            <a:r>
              <a:rPr lang="en-US" altLang="zh-CN" dirty="0"/>
              <a:t>+82</a:t>
            </a:r>
            <a:r>
              <a:rPr lang="en-US" altLang="zh-CN" sz="3200" i="1" dirty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n</a:t>
            </a:r>
            <a:r>
              <a:rPr lang="en-US" altLang="zh-CN" dirty="0"/>
              <a:t>+8= </a:t>
            </a:r>
            <a:r>
              <a:rPr lang="el-GR" altLang="zh-CN" dirty="0"/>
              <a:t>Θ(</a:t>
            </a:r>
            <a:r>
              <a:rPr lang="en-US" altLang="zh-CN" sz="3200" i="1" dirty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n</a:t>
            </a:r>
            <a:r>
              <a:rPr lang="en-US" altLang="zh-CN" baseline="30000" dirty="0"/>
              <a:t>4</a:t>
            </a:r>
            <a:r>
              <a:rPr lang="en-US" altLang="zh-CN" dirty="0"/>
              <a:t>)</a:t>
            </a:r>
            <a:endParaRPr lang="en-US" altLang="zh-CN" dirty="0"/>
          </a:p>
          <a:p>
            <a:endParaRPr lang="zh-CN" altLang="en-US" dirty="0"/>
          </a:p>
        </p:txBody>
      </p:sp>
      <p:sp>
        <p:nvSpPr>
          <p:cNvPr id="1049319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rtl="0">
              <a:spcAft>
                <a:spcPts val="0"/>
              </a:spcAft>
            </a:pPr>
            <a:fld id="{71B7BAC7-FE87-40F6-AA24-4F4685D1B022}" type="slidenum">
              <a:rPr lang="en-US" altLang="zh-CN" noProof="0" smtClean="0"/>
            </a:fld>
            <a:endParaRPr lang="zh-CN" altLang="en-US" noProof="0" dirty="0"/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700"/>
    </mc:Choice>
    <mc:Fallback>
      <p:transition/>
    </mc:Fallback>
  </mc:AlternateContent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3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32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p>
            <a:pPr eaLnBrk="1" hangingPunct="1">
              <a:spcAft>
                <a:spcPts val="0"/>
              </a:spcAft>
            </a:pPr>
            <a:r>
              <a:rPr lang="zh-CN" altLang="en-US" dirty="0" smtClean="0"/>
              <a:t>小写</a:t>
            </a:r>
            <a:r>
              <a:rPr lang="en-US" altLang="zh-CN" dirty="0" smtClean="0"/>
              <a:t>o</a:t>
            </a:r>
            <a:r>
              <a:rPr lang="zh-CN" altLang="en-US" dirty="0" smtClean="0"/>
              <a:t>符号</a:t>
            </a:r>
            <a:r>
              <a:rPr lang="en-US" altLang="zh-CN" dirty="0" smtClean="0"/>
              <a:t>(little-Oh)</a:t>
            </a:r>
            <a:endParaRPr lang="zh-CN" altLang="en-US" dirty="0" smtClean="0"/>
          </a:p>
        </p:txBody>
      </p:sp>
      <p:sp>
        <p:nvSpPr>
          <p:cNvPr id="1049324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p>
            <a:pPr eaLnBrk="1" hangingPunct="1">
              <a:spcAft>
                <a:spcPts val="0"/>
              </a:spcAft>
            </a:pPr>
            <a:r>
              <a:rPr lang="zh-CN" altLang="en-US" dirty="0" smtClean="0">
                <a:solidFill>
                  <a:schemeClr val="hlink"/>
                </a:solidFill>
              </a:rPr>
              <a:t>定义：</a:t>
            </a:r>
            <a:br>
              <a:rPr lang="zh-CN" altLang="en-US" dirty="0" smtClean="0"/>
            </a:br>
            <a:r>
              <a:rPr lang="en-US" altLang="zh-CN" dirty="0" smtClean="0">
                <a:solidFill>
                  <a:schemeClr val="accent2"/>
                </a:solidFill>
              </a:rPr>
              <a:t>f(n)=o(g(n))</a:t>
            </a:r>
            <a:r>
              <a:rPr lang="zh-CN" altLang="en-US" dirty="0" smtClean="0">
                <a:solidFill>
                  <a:schemeClr val="accent2"/>
                </a:solidFill>
              </a:rPr>
              <a:t>，当且仅当</a:t>
            </a:r>
            <a:r>
              <a:rPr lang="en-US" altLang="zh-CN" dirty="0" smtClean="0">
                <a:solidFill>
                  <a:schemeClr val="accent2"/>
                </a:solidFill>
              </a:rPr>
              <a:t>f(n)=O(g(n))</a:t>
            </a:r>
            <a:r>
              <a:rPr lang="zh-CN" altLang="en-US" dirty="0" smtClean="0">
                <a:solidFill>
                  <a:schemeClr val="accent2"/>
                </a:solidFill>
              </a:rPr>
              <a:t>，且</a:t>
            </a:r>
            <a:r>
              <a:rPr lang="en-US" altLang="zh-CN" dirty="0" smtClean="0">
                <a:solidFill>
                  <a:schemeClr val="accent2"/>
                </a:solidFill>
              </a:rPr>
              <a:t>f(n)</a:t>
            </a:r>
            <a:r>
              <a:rPr lang="en-US" altLang="zh-CN" dirty="0" smtClean="0">
                <a:solidFill>
                  <a:schemeClr val="accent2"/>
                </a:solidFill>
                <a:ea typeface="Arial Unicode MS" panose="020B0604020202020204" charset="-122"/>
                <a:cs typeface="Arial Unicode MS" panose="020B0604020202020204" charset="-122"/>
              </a:rPr>
              <a:t>≠</a:t>
            </a:r>
            <a:r>
              <a:rPr lang="en-US" altLang="zh-CN" dirty="0" smtClean="0">
                <a:solidFill>
                  <a:schemeClr val="accent2"/>
                </a:solidFill>
                <a:cs typeface="Times New Roman" panose="02020603050405020304" pitchFamily="18" charset="0"/>
              </a:rPr>
              <a:t>Ω</a:t>
            </a:r>
            <a:r>
              <a:rPr lang="en-US" altLang="zh-CN" dirty="0" smtClean="0">
                <a:solidFill>
                  <a:schemeClr val="accent2"/>
                </a:solidFill>
              </a:rPr>
              <a:t>(g(n))</a:t>
            </a:r>
            <a:endParaRPr lang="en-US" altLang="zh-CN" dirty="0" smtClean="0">
              <a:solidFill>
                <a:schemeClr val="accent2"/>
              </a:solidFill>
            </a:endParaRPr>
          </a:p>
          <a:p>
            <a:pPr eaLnBrk="1" hangingPunct="1">
              <a:spcBef>
                <a:spcPts val="0"/>
              </a:spcBef>
              <a:spcAft>
                <a:spcPts val="0"/>
              </a:spcAft>
            </a:pPr>
            <a:r>
              <a:rPr lang="zh-CN" altLang="en-US" dirty="0" smtClean="0">
                <a:solidFill>
                  <a:srgbClr val="000000"/>
                </a:solidFill>
              </a:rPr>
              <a:t>例如：</a:t>
            </a:r>
            <a:endParaRPr lang="en-US" altLang="zh-CN" dirty="0" smtClean="0">
              <a:solidFill>
                <a:srgbClr val="000000"/>
              </a:solidFill>
            </a:endParaRPr>
          </a:p>
          <a:p>
            <a:pPr eaLnBrk="1" hangingPunct="1"/>
            <a:r>
              <a:rPr lang="en-US" altLang="zh-CN" dirty="0" smtClean="0">
                <a:solidFill>
                  <a:srgbClr val="000000"/>
                </a:solidFill>
              </a:rPr>
              <a:t>3</a:t>
            </a:r>
            <a:r>
              <a:rPr lang="en-US" altLang="zh-CN" i="1" dirty="0" smtClean="0">
                <a:solidFill>
                  <a:srgbClr val="000000"/>
                </a:solidFill>
              </a:rPr>
              <a:t>n</a:t>
            </a:r>
            <a:r>
              <a:rPr lang="en-US" altLang="zh-CN" dirty="0" smtClean="0">
                <a:solidFill>
                  <a:srgbClr val="000000"/>
                </a:solidFill>
              </a:rPr>
              <a:t>+2=O(</a:t>
            </a:r>
            <a:r>
              <a:rPr lang="en-US" altLang="zh-CN" i="1" dirty="0" smtClean="0">
                <a:solidFill>
                  <a:srgbClr val="000000"/>
                </a:solidFill>
              </a:rPr>
              <a:t>n</a:t>
            </a:r>
            <a:r>
              <a:rPr lang="en-US" altLang="zh-CN" baseline="30000" dirty="0" smtClean="0">
                <a:solidFill>
                  <a:srgbClr val="000000"/>
                </a:solidFill>
              </a:rPr>
              <a:t>2</a:t>
            </a:r>
            <a:r>
              <a:rPr lang="en-US" altLang="zh-CN" dirty="0" smtClean="0">
                <a:solidFill>
                  <a:srgbClr val="000000"/>
                </a:solidFill>
              </a:rPr>
              <a:t>)</a:t>
            </a:r>
            <a:r>
              <a:rPr lang="zh-CN" altLang="en-US" dirty="0" smtClean="0">
                <a:solidFill>
                  <a:srgbClr val="000000"/>
                </a:solidFill>
              </a:rPr>
              <a:t>且</a:t>
            </a:r>
            <a:r>
              <a:rPr lang="en-US" altLang="zh-CN" dirty="0" smtClean="0">
                <a:solidFill>
                  <a:srgbClr val="000000"/>
                </a:solidFill>
              </a:rPr>
              <a:t>3</a:t>
            </a:r>
            <a:r>
              <a:rPr lang="en-US" altLang="zh-CN" i="1" dirty="0" smtClean="0">
                <a:solidFill>
                  <a:srgbClr val="000000"/>
                </a:solidFill>
              </a:rPr>
              <a:t>n</a:t>
            </a:r>
            <a:r>
              <a:rPr lang="en-US" altLang="zh-CN" dirty="0" smtClean="0">
                <a:solidFill>
                  <a:srgbClr val="000000"/>
                </a:solidFill>
              </a:rPr>
              <a:t>+2≠Ω(</a:t>
            </a:r>
            <a:r>
              <a:rPr lang="en-US" altLang="zh-CN" i="1" dirty="0" smtClean="0">
                <a:solidFill>
                  <a:srgbClr val="000000"/>
                </a:solidFill>
              </a:rPr>
              <a:t>n</a:t>
            </a:r>
            <a:r>
              <a:rPr lang="en-US" altLang="zh-CN" baseline="30000" dirty="0" smtClean="0">
                <a:solidFill>
                  <a:srgbClr val="000000"/>
                </a:solidFill>
              </a:rPr>
              <a:t>2</a:t>
            </a:r>
            <a:r>
              <a:rPr lang="en-US" altLang="zh-CN" dirty="0" smtClean="0">
                <a:solidFill>
                  <a:srgbClr val="000000"/>
                </a:solidFill>
              </a:rPr>
              <a:t>)</a:t>
            </a:r>
            <a:r>
              <a:rPr lang="en-US" altLang="zh-CN" dirty="0" smtClean="0">
                <a:solidFill>
                  <a:srgbClr val="000000"/>
                </a:solidFill>
                <a:sym typeface="Wingdings" panose="05000000000000000000" pitchFamily="2" charset="2"/>
              </a:rPr>
              <a:t></a:t>
            </a:r>
            <a:r>
              <a:rPr lang="en-US" altLang="zh-CN" dirty="0" smtClean="0">
                <a:solidFill>
                  <a:srgbClr val="000000"/>
                </a:solidFill>
              </a:rPr>
              <a:t>3</a:t>
            </a:r>
            <a:r>
              <a:rPr lang="en-US" altLang="zh-CN" i="1" dirty="0" smtClean="0">
                <a:solidFill>
                  <a:srgbClr val="000000"/>
                </a:solidFill>
              </a:rPr>
              <a:t>n</a:t>
            </a:r>
            <a:r>
              <a:rPr lang="en-US" altLang="zh-CN" dirty="0" smtClean="0">
                <a:solidFill>
                  <a:srgbClr val="000000"/>
                </a:solidFill>
              </a:rPr>
              <a:t>+2=o(</a:t>
            </a:r>
            <a:r>
              <a:rPr lang="en-US" altLang="zh-CN" i="1" dirty="0" smtClean="0">
                <a:solidFill>
                  <a:srgbClr val="000000"/>
                </a:solidFill>
              </a:rPr>
              <a:t>n</a:t>
            </a:r>
            <a:r>
              <a:rPr lang="en-US" altLang="zh-CN" baseline="30000" dirty="0" smtClean="0">
                <a:solidFill>
                  <a:srgbClr val="000000"/>
                </a:solidFill>
              </a:rPr>
              <a:t>2</a:t>
            </a:r>
            <a:r>
              <a:rPr lang="en-US" altLang="zh-CN" dirty="0" smtClean="0">
                <a:solidFill>
                  <a:srgbClr val="000000"/>
                </a:solidFill>
              </a:rPr>
              <a:t>)</a:t>
            </a:r>
            <a:r>
              <a:rPr lang="zh-CN" altLang="en-US" dirty="0" smtClean="0">
                <a:solidFill>
                  <a:srgbClr val="000000"/>
                </a:solidFill>
              </a:rPr>
              <a:t>但</a:t>
            </a:r>
            <a:r>
              <a:rPr lang="en-US" altLang="zh-CN" dirty="0" smtClean="0">
                <a:solidFill>
                  <a:srgbClr val="000000"/>
                </a:solidFill>
              </a:rPr>
              <a:t>3</a:t>
            </a:r>
            <a:r>
              <a:rPr lang="en-US" altLang="zh-CN" i="1" dirty="0" smtClean="0">
                <a:solidFill>
                  <a:srgbClr val="000000"/>
                </a:solidFill>
              </a:rPr>
              <a:t>n</a:t>
            </a:r>
            <a:r>
              <a:rPr lang="en-US" altLang="zh-CN" dirty="0" smtClean="0">
                <a:solidFill>
                  <a:srgbClr val="000000"/>
                </a:solidFill>
              </a:rPr>
              <a:t>+2≠o(</a:t>
            </a:r>
            <a:r>
              <a:rPr lang="en-US" altLang="zh-CN" i="1" dirty="0" smtClean="0">
                <a:solidFill>
                  <a:srgbClr val="000000"/>
                </a:solidFill>
              </a:rPr>
              <a:t>n</a:t>
            </a:r>
            <a:r>
              <a:rPr lang="en-US" altLang="zh-CN" dirty="0" smtClean="0">
                <a:solidFill>
                  <a:srgbClr val="000000"/>
                </a:solidFill>
              </a:rPr>
              <a:t>)</a:t>
            </a:r>
            <a:endParaRPr lang="en-US" altLang="zh-CN" dirty="0" smtClean="0">
              <a:solidFill>
                <a:srgbClr val="000000"/>
              </a:solidFill>
            </a:endParaRPr>
          </a:p>
          <a:p>
            <a:pPr eaLnBrk="1" hangingPunct="1"/>
            <a:r>
              <a:rPr lang="en-US" altLang="zh-CN" dirty="0" smtClean="0">
                <a:solidFill>
                  <a:srgbClr val="000000"/>
                </a:solidFill>
              </a:rPr>
              <a:t>10</a:t>
            </a:r>
            <a:r>
              <a:rPr lang="en-US" altLang="zh-CN" i="1" dirty="0" smtClean="0">
                <a:solidFill>
                  <a:srgbClr val="000000"/>
                </a:solidFill>
              </a:rPr>
              <a:t>n</a:t>
            </a:r>
            <a:r>
              <a:rPr lang="en-US" altLang="zh-CN" baseline="30000" dirty="0" smtClean="0">
                <a:solidFill>
                  <a:srgbClr val="000000"/>
                </a:solidFill>
              </a:rPr>
              <a:t>2</a:t>
            </a:r>
            <a:r>
              <a:rPr lang="en-US" altLang="zh-CN" dirty="0" smtClean="0">
                <a:solidFill>
                  <a:srgbClr val="000000"/>
                </a:solidFill>
              </a:rPr>
              <a:t>+4</a:t>
            </a:r>
            <a:r>
              <a:rPr lang="en-US" altLang="zh-CN" i="1" dirty="0" smtClean="0">
                <a:solidFill>
                  <a:srgbClr val="000000"/>
                </a:solidFill>
              </a:rPr>
              <a:t>n</a:t>
            </a:r>
            <a:r>
              <a:rPr lang="en-US" altLang="zh-CN" dirty="0" smtClean="0">
                <a:solidFill>
                  <a:srgbClr val="000000"/>
                </a:solidFill>
              </a:rPr>
              <a:t>+2=o(</a:t>
            </a:r>
            <a:r>
              <a:rPr lang="en-US" altLang="zh-CN" i="1" dirty="0" smtClean="0">
                <a:solidFill>
                  <a:srgbClr val="000000"/>
                </a:solidFill>
              </a:rPr>
              <a:t>n</a:t>
            </a:r>
            <a:r>
              <a:rPr lang="en-US" altLang="zh-CN" baseline="30000" dirty="0" smtClean="0">
                <a:solidFill>
                  <a:srgbClr val="000000"/>
                </a:solidFill>
              </a:rPr>
              <a:t>3</a:t>
            </a:r>
            <a:r>
              <a:rPr lang="en-US" altLang="zh-CN" dirty="0" smtClean="0">
                <a:solidFill>
                  <a:srgbClr val="000000"/>
                </a:solidFill>
              </a:rPr>
              <a:t>)</a:t>
            </a:r>
            <a:r>
              <a:rPr lang="zh-CN" altLang="en-US" dirty="0" smtClean="0">
                <a:solidFill>
                  <a:srgbClr val="000000"/>
                </a:solidFill>
              </a:rPr>
              <a:t>，但</a:t>
            </a:r>
            <a:r>
              <a:rPr lang="en-US" altLang="zh-CN" dirty="0" smtClean="0">
                <a:solidFill>
                  <a:srgbClr val="000000"/>
                </a:solidFill>
              </a:rPr>
              <a:t>10</a:t>
            </a:r>
            <a:r>
              <a:rPr lang="en-US" altLang="zh-CN" i="1" dirty="0" smtClean="0">
                <a:solidFill>
                  <a:srgbClr val="000000"/>
                </a:solidFill>
              </a:rPr>
              <a:t>n</a:t>
            </a:r>
            <a:r>
              <a:rPr lang="en-US" altLang="zh-CN" baseline="30000" dirty="0" smtClean="0">
                <a:solidFill>
                  <a:srgbClr val="000000"/>
                </a:solidFill>
              </a:rPr>
              <a:t>2</a:t>
            </a:r>
            <a:r>
              <a:rPr lang="en-US" altLang="zh-CN" dirty="0" smtClean="0">
                <a:solidFill>
                  <a:srgbClr val="000000"/>
                </a:solidFill>
              </a:rPr>
              <a:t>+4</a:t>
            </a:r>
            <a:r>
              <a:rPr lang="en-US" altLang="zh-CN" i="1" dirty="0" smtClean="0">
                <a:solidFill>
                  <a:srgbClr val="000000"/>
                </a:solidFill>
              </a:rPr>
              <a:t>n</a:t>
            </a:r>
            <a:r>
              <a:rPr lang="en-US" altLang="zh-CN" dirty="0" smtClean="0">
                <a:solidFill>
                  <a:srgbClr val="000000"/>
                </a:solidFill>
              </a:rPr>
              <a:t>+2≠o(</a:t>
            </a:r>
            <a:r>
              <a:rPr lang="en-US" altLang="zh-CN" i="1" dirty="0" smtClean="0">
                <a:solidFill>
                  <a:srgbClr val="000000"/>
                </a:solidFill>
              </a:rPr>
              <a:t>n</a:t>
            </a:r>
            <a:r>
              <a:rPr lang="en-US" altLang="zh-CN" baseline="30000" dirty="0" smtClean="0">
                <a:solidFill>
                  <a:srgbClr val="000000"/>
                </a:solidFill>
              </a:rPr>
              <a:t>2</a:t>
            </a:r>
            <a:r>
              <a:rPr lang="en-US" altLang="zh-CN" dirty="0" smtClean="0">
                <a:solidFill>
                  <a:srgbClr val="000000"/>
                </a:solidFill>
              </a:rPr>
              <a:t>)</a:t>
            </a:r>
            <a:endParaRPr lang="en-US" altLang="zh-CN" dirty="0" smtClean="0"/>
          </a:p>
        </p:txBody>
      </p:sp>
      <p:sp>
        <p:nvSpPr>
          <p:cNvPr id="1049325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rtl="0">
              <a:spcAft>
                <a:spcPts val="0"/>
              </a:spcAft>
            </a:pPr>
            <a:fld id="{71B7BAC7-FE87-40F6-AA24-4F4685D1B022}" type="slidenum">
              <a:rPr lang="en-US" altLang="zh-CN" noProof="0" smtClean="0"/>
            </a:fld>
            <a:endParaRPr lang="zh-CN" altLang="en-US" noProof="0" dirty="0"/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700"/>
    </mc:Choice>
    <mc:Fallback>
      <p:transition/>
    </mc:Fallback>
  </mc:AlternateContent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34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329" name="标题 3"/>
          <p:cNvSpPr>
            <a:spLocks noGrp="1"/>
          </p:cNvSpPr>
          <p:nvPr>
            <p:ph type="title"/>
          </p:nvPr>
        </p:nvSpPr>
        <p:spPr/>
        <p:txBody>
          <a:bodyPr/>
          <a:p>
            <a:pPr>
              <a:spcAft>
                <a:spcPts val="0"/>
              </a:spcAft>
            </a:pPr>
            <a:r>
              <a:rPr lang="zh-CN" altLang="en-US" dirty="0" smtClean="0"/>
              <a:t>算法分析</a:t>
            </a:r>
            <a:endParaRPr lang="zh-CN" altLang="en-US" dirty="0"/>
          </a:p>
        </p:txBody>
      </p:sp>
      <p:sp>
        <p:nvSpPr>
          <p:cNvPr id="1049330" name="文本占位符 4"/>
          <p:cNvSpPr>
            <a:spLocks noGrp="1"/>
          </p:cNvSpPr>
          <p:nvPr>
            <p:ph type="body" idx="1"/>
          </p:nvPr>
        </p:nvSpPr>
        <p:spPr/>
        <p:txBody>
          <a:bodyPr/>
          <a:p>
            <a:pPr>
              <a:spcAft>
                <a:spcPts val="0"/>
              </a:spcAft>
            </a:pPr>
            <a:r>
              <a:rPr lang="zh-CN" altLang="en-US" dirty="0"/>
              <a:t>最好情况、最坏情况、平均情况</a:t>
            </a:r>
            <a:endParaRPr lang="zh-CN" altLang="en-US" dirty="0"/>
          </a:p>
        </p:txBody>
      </p:sp>
      <p:sp>
        <p:nvSpPr>
          <p:cNvPr id="1049331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rtl="0">
              <a:spcAft>
                <a:spcPts val="0"/>
              </a:spcAft>
            </a:pPr>
            <a:fld id="{71B7BAC7-FE87-40F6-AA24-4F4685D1B022}" type="slidenum">
              <a:rPr lang="en-US" altLang="zh-CN" noProof="0" smtClean="0"/>
            </a:fld>
            <a:endParaRPr lang="zh-CN" altLang="en-US" noProof="0" dirty="0"/>
          </a:p>
        </p:txBody>
      </p:sp>
    </p:spTree>
    <p:custDataLst>
      <p:tags r:id="rId1"/>
    </p:custData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p14:dur="700"/>
    </mc:Choice>
    <mc:Fallback>
      <p:transition/>
    </mc:Fallback>
  </mc:AlternateContent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4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335" name="标题 3"/>
          <p:cNvSpPr>
            <a:spLocks noGrp="1"/>
          </p:cNvSpPr>
          <p:nvPr>
            <p:ph type="title"/>
          </p:nvPr>
        </p:nvSpPr>
        <p:spPr/>
        <p:txBody>
          <a:bodyPr/>
          <a:p>
            <a:pPr>
              <a:spcAft>
                <a:spcPts val="0"/>
              </a:spcAft>
            </a:pPr>
            <a:r>
              <a:rPr lang="zh-CN" altLang="en-US" dirty="0" smtClean="0"/>
              <a:t>算法分析</a:t>
            </a:r>
            <a:endParaRPr lang="zh-CN" altLang="en-US" dirty="0"/>
          </a:p>
        </p:txBody>
      </p:sp>
      <p:sp>
        <p:nvSpPr>
          <p:cNvPr id="1049336" name="内容占位符 4"/>
          <p:cNvSpPr>
            <a:spLocks noGrp="1"/>
          </p:cNvSpPr>
          <p:nvPr>
            <p:ph idx="1"/>
          </p:nvPr>
        </p:nvSpPr>
        <p:spPr/>
        <p:txBody>
          <a:bodyPr>
            <a:normAutofit fontScale="91667" lnSpcReduction="20000"/>
          </a:bodyPr>
          <a:p>
            <a:pPr>
              <a:spcAft>
                <a:spcPts val="0"/>
              </a:spcAft>
            </a:pPr>
            <a:r>
              <a:rPr lang="zh-CN" altLang="en-US" dirty="0"/>
              <a:t>例：在一维整型数组</a:t>
            </a:r>
            <a:r>
              <a:rPr lang="en-US" altLang="zh-CN" dirty="0"/>
              <a:t>A[n]</a:t>
            </a:r>
            <a:r>
              <a:rPr lang="zh-CN" altLang="en-US" dirty="0"/>
              <a:t>中顺序查找与给定值</a:t>
            </a:r>
            <a:r>
              <a:rPr lang="en-US" altLang="zh-CN" dirty="0"/>
              <a:t>k</a:t>
            </a:r>
            <a:r>
              <a:rPr lang="zh-CN" altLang="en-US" dirty="0"/>
              <a:t>相等的元 素（假设该数组中有且仅有一个元素值为</a:t>
            </a:r>
            <a:r>
              <a:rPr lang="en-US" altLang="zh-CN" dirty="0"/>
              <a:t>k</a:t>
            </a:r>
            <a:r>
              <a:rPr lang="zh-CN" altLang="en-US" dirty="0"/>
              <a:t>）。</a:t>
            </a:r>
            <a:endParaRPr lang="zh-CN" altLang="en-US" dirty="0"/>
          </a:p>
          <a:p>
            <a:pPr indent="1022350">
              <a:spcBef>
                <a:spcPts val="750"/>
              </a:spcBef>
              <a:spcAft>
                <a:spcPts val="0"/>
              </a:spcAft>
              <a:buNone/>
            </a:pPr>
            <a:r>
              <a:rPr lang="en-US" altLang="zh-CN" dirty="0" err="1">
                <a:solidFill>
                  <a:schemeClr val="accent1"/>
                </a:solidFill>
              </a:rPr>
              <a:t>int</a:t>
            </a:r>
            <a:r>
              <a:rPr lang="en-US" altLang="zh-CN" dirty="0">
                <a:solidFill>
                  <a:schemeClr val="accent1"/>
                </a:solidFill>
              </a:rPr>
              <a:t> Find(</a:t>
            </a:r>
            <a:r>
              <a:rPr lang="en-US" altLang="zh-CN" dirty="0" err="1">
                <a:solidFill>
                  <a:schemeClr val="accent1"/>
                </a:solidFill>
              </a:rPr>
              <a:t>int</a:t>
            </a:r>
            <a:r>
              <a:rPr lang="en-US" altLang="zh-CN" dirty="0">
                <a:solidFill>
                  <a:schemeClr val="accent1"/>
                </a:solidFill>
              </a:rPr>
              <a:t> A[ ], </a:t>
            </a:r>
            <a:r>
              <a:rPr lang="en-US" altLang="zh-CN" dirty="0" err="1">
                <a:solidFill>
                  <a:schemeClr val="accent1"/>
                </a:solidFill>
              </a:rPr>
              <a:t>int</a:t>
            </a:r>
            <a:r>
              <a:rPr lang="en-US" altLang="zh-CN" dirty="0">
                <a:solidFill>
                  <a:schemeClr val="accent1"/>
                </a:solidFill>
              </a:rPr>
              <a:t> n)</a:t>
            </a:r>
            <a:endParaRPr lang="en-US" altLang="zh-CN" dirty="0">
              <a:solidFill>
                <a:schemeClr val="accent1"/>
              </a:solidFill>
            </a:endParaRPr>
          </a:p>
          <a:p>
            <a:pPr indent="1022350">
              <a:spcBef>
                <a:spcPts val="750"/>
              </a:spcBef>
              <a:spcAft>
                <a:spcPts val="0"/>
              </a:spcAft>
              <a:buNone/>
            </a:pPr>
            <a:r>
              <a:rPr lang="en-US" altLang="zh-CN" dirty="0">
                <a:solidFill>
                  <a:schemeClr val="accent1"/>
                </a:solidFill>
              </a:rPr>
              <a:t>{</a:t>
            </a:r>
            <a:endParaRPr lang="en-US" altLang="zh-CN" dirty="0">
              <a:solidFill>
                <a:schemeClr val="accent1"/>
              </a:solidFill>
            </a:endParaRPr>
          </a:p>
          <a:p>
            <a:pPr indent="1475105">
              <a:spcBef>
                <a:spcPts val="750"/>
              </a:spcBef>
              <a:spcAft>
                <a:spcPts val="0"/>
              </a:spcAft>
              <a:buNone/>
            </a:pPr>
            <a:r>
              <a:rPr lang="en-US" altLang="zh-CN" dirty="0">
                <a:solidFill>
                  <a:schemeClr val="accent1"/>
                </a:solidFill>
              </a:rPr>
              <a:t>for (</a:t>
            </a:r>
            <a:r>
              <a:rPr lang="en-US" altLang="zh-CN" dirty="0" err="1">
                <a:solidFill>
                  <a:schemeClr val="accent1"/>
                </a:solidFill>
              </a:rPr>
              <a:t>i</a:t>
            </a:r>
            <a:r>
              <a:rPr lang="en-US" altLang="zh-CN" dirty="0">
                <a:solidFill>
                  <a:schemeClr val="accent1"/>
                </a:solidFill>
              </a:rPr>
              <a:t>=0; </a:t>
            </a:r>
            <a:r>
              <a:rPr lang="en-US" altLang="zh-CN" dirty="0" err="1">
                <a:solidFill>
                  <a:schemeClr val="accent1"/>
                </a:solidFill>
              </a:rPr>
              <a:t>i</a:t>
            </a:r>
            <a:r>
              <a:rPr lang="en-US" altLang="zh-CN" dirty="0">
                <a:solidFill>
                  <a:schemeClr val="accent1"/>
                </a:solidFill>
              </a:rPr>
              <a:t>&lt;n; </a:t>
            </a:r>
            <a:r>
              <a:rPr lang="en-US" altLang="zh-CN" dirty="0" err="1">
                <a:solidFill>
                  <a:schemeClr val="accent1"/>
                </a:solidFill>
              </a:rPr>
              <a:t>i</a:t>
            </a:r>
            <a:r>
              <a:rPr lang="en-US" altLang="zh-CN" dirty="0">
                <a:solidFill>
                  <a:schemeClr val="accent1"/>
                </a:solidFill>
              </a:rPr>
              <a:t>++)</a:t>
            </a:r>
            <a:endParaRPr lang="en-US" altLang="zh-CN" dirty="0">
              <a:solidFill>
                <a:schemeClr val="accent1"/>
              </a:solidFill>
            </a:endParaRPr>
          </a:p>
          <a:p>
            <a:pPr indent="1475105">
              <a:spcBef>
                <a:spcPts val="750"/>
              </a:spcBef>
              <a:spcAft>
                <a:spcPts val="0"/>
              </a:spcAft>
              <a:buNone/>
            </a:pPr>
            <a:r>
              <a:rPr lang="en-US" altLang="zh-CN" dirty="0">
                <a:solidFill>
                  <a:schemeClr val="accent1"/>
                </a:solidFill>
              </a:rPr>
              <a:t>if (A[</a:t>
            </a:r>
            <a:r>
              <a:rPr lang="en-US" altLang="zh-CN" dirty="0" err="1">
                <a:solidFill>
                  <a:schemeClr val="accent1"/>
                </a:solidFill>
              </a:rPr>
              <a:t>i</a:t>
            </a:r>
            <a:r>
              <a:rPr lang="en-US" altLang="zh-CN" dirty="0">
                <a:solidFill>
                  <a:schemeClr val="accent1"/>
                </a:solidFill>
              </a:rPr>
              <a:t>]= =k) break; return </a:t>
            </a:r>
            <a:r>
              <a:rPr lang="en-US" altLang="zh-CN" dirty="0" err="1">
                <a:solidFill>
                  <a:schemeClr val="accent1"/>
                </a:solidFill>
              </a:rPr>
              <a:t>i</a:t>
            </a:r>
            <a:r>
              <a:rPr lang="en-US" altLang="zh-CN" dirty="0">
                <a:solidFill>
                  <a:schemeClr val="accent1"/>
                </a:solidFill>
              </a:rPr>
              <a:t>;</a:t>
            </a:r>
            <a:endParaRPr lang="en-US" altLang="zh-CN" dirty="0">
              <a:solidFill>
                <a:schemeClr val="accent1"/>
              </a:solidFill>
            </a:endParaRPr>
          </a:p>
          <a:p>
            <a:pPr indent="1022350">
              <a:spcBef>
                <a:spcPts val="750"/>
              </a:spcBef>
              <a:spcAft>
                <a:spcPts val="0"/>
              </a:spcAft>
              <a:buNone/>
            </a:pPr>
            <a:r>
              <a:rPr lang="en-US" altLang="zh-CN" dirty="0">
                <a:solidFill>
                  <a:schemeClr val="accent1"/>
                </a:solidFill>
              </a:rPr>
              <a:t>}</a:t>
            </a:r>
            <a:endParaRPr lang="en-US" altLang="zh-CN" dirty="0">
              <a:solidFill>
                <a:schemeClr val="accent1"/>
              </a:solidFill>
            </a:endParaRPr>
          </a:p>
          <a:p>
            <a:pPr>
              <a:spcBef>
                <a:spcPts val="750"/>
              </a:spcBef>
            </a:pPr>
            <a:r>
              <a:rPr lang="zh-CN" altLang="en-US" dirty="0"/>
              <a:t>基本语句的执行次数是否只和问题规模有关</a:t>
            </a:r>
            <a:r>
              <a:rPr lang="zh-CN" altLang="en-US" dirty="0" smtClean="0"/>
              <a:t>？</a:t>
            </a:r>
            <a:br>
              <a:rPr lang="en-US" altLang="zh-CN" dirty="0" smtClean="0"/>
            </a:br>
            <a:r>
              <a:rPr lang="zh-CN" altLang="en-US" dirty="0" smtClean="0"/>
              <a:t>结论</a:t>
            </a:r>
            <a:r>
              <a:rPr lang="zh-CN" altLang="en-US" dirty="0"/>
              <a:t>：如果问题规模相同，时间代价与输入数据（的</a:t>
            </a:r>
            <a:r>
              <a:rPr lang="zh-CN" altLang="en-US" dirty="0" smtClean="0"/>
              <a:t>分布</a:t>
            </a:r>
            <a:r>
              <a:rPr lang="zh-CN" altLang="en-US" dirty="0"/>
              <a:t>）有关，则需要分析最好</a:t>
            </a:r>
            <a:r>
              <a:rPr lang="zh-CN" altLang="en-US" dirty="0" smtClean="0"/>
              <a:t>情况（</a:t>
            </a:r>
            <a:r>
              <a:rPr lang="en-US" altLang="zh-CN" dirty="0" smtClean="0"/>
              <a:t>O(1)</a:t>
            </a:r>
            <a:r>
              <a:rPr lang="zh-CN" altLang="en-US" dirty="0" smtClean="0"/>
              <a:t>）、</a:t>
            </a:r>
            <a:r>
              <a:rPr lang="zh-CN" altLang="en-US" dirty="0"/>
              <a:t>最坏</a:t>
            </a:r>
            <a:r>
              <a:rPr lang="zh-CN" altLang="en-US" dirty="0" smtClean="0"/>
              <a:t>情况</a:t>
            </a:r>
            <a:r>
              <a:rPr lang="en-US" altLang="zh-CN" dirty="0" smtClean="0"/>
              <a:t>(O(n))</a:t>
            </a:r>
            <a:r>
              <a:rPr lang="zh-CN" altLang="en-US" dirty="0" smtClean="0"/>
              <a:t>、</a:t>
            </a:r>
            <a:r>
              <a:rPr lang="zh-CN" altLang="en-US" dirty="0"/>
              <a:t>平均</a:t>
            </a:r>
            <a:r>
              <a:rPr lang="zh-CN" altLang="en-US" dirty="0" smtClean="0"/>
              <a:t>情况</a:t>
            </a:r>
            <a:r>
              <a:rPr lang="en-US" altLang="zh-CN" dirty="0" smtClean="0"/>
              <a:t>(O(n))</a:t>
            </a:r>
            <a:endParaRPr lang="zh-CN" altLang="en-US" dirty="0"/>
          </a:p>
          <a:p>
            <a:endParaRPr lang="zh-CN" altLang="en-US" dirty="0"/>
          </a:p>
        </p:txBody>
      </p:sp>
      <p:sp>
        <p:nvSpPr>
          <p:cNvPr id="1049337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rtl="0">
              <a:spcAft>
                <a:spcPts val="0"/>
              </a:spcAft>
            </a:pPr>
            <a:fld id="{71B7BAC7-FE87-40F6-AA24-4F4685D1B022}" type="slidenum">
              <a:rPr lang="en-US" altLang="zh-CN" noProof="0" smtClean="0"/>
            </a:fld>
            <a:endParaRPr lang="zh-CN" altLang="en-US" noProof="0" dirty="0"/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700"/>
    </mc:Choice>
    <mc:Fallback>
      <p:transition/>
    </mc:Fallback>
  </mc:AlternateContent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4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47" name="Group 5"/>
          <p:cNvGrpSpPr/>
          <p:nvPr/>
        </p:nvGrpSpPr>
        <p:grpSpPr bwMode="auto">
          <a:xfrm>
            <a:off x="609600" y="838214"/>
            <a:ext cx="7772400" cy="892175"/>
            <a:chOff x="384" y="624"/>
            <a:chExt cx="4896" cy="562"/>
          </a:xfrm>
        </p:grpSpPr>
        <p:sp>
          <p:nvSpPr>
            <p:cNvPr id="1049341" name="Text Box 3"/>
            <p:cNvSpPr txBox="1">
              <a:spLocks noChangeArrowheads="1"/>
            </p:cNvSpPr>
            <p:nvPr/>
          </p:nvSpPr>
          <p:spPr bwMode="auto">
            <a:xfrm>
              <a:off x="384" y="624"/>
              <a:ext cx="4896" cy="562"/>
            </a:xfrm>
            <a:prstGeom prst="rect">
              <a:avLst/>
            </a:prstGeom>
            <a:noFill/>
            <a:ln>
              <a:noFill/>
            </a:ln>
          </p:spPr>
          <p:txBody>
            <a:bodyPr>
              <a:spAutoFit/>
            </a:bodyPr>
            <a:lstStyle>
              <a:lvl1pPr marL="292100" indent="-2921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zh-CN" altLang="en-US" b="1" dirty="0">
                  <a:ea typeface="MS Hei" pitchFamily="49" charset="-122"/>
                </a:rPr>
                <a:t>示例：求最大子序列</a:t>
              </a:r>
              <a:r>
                <a:rPr lang="en-US" altLang="zh-CN" b="1" dirty="0">
                  <a:ea typeface="MS Hei" pitchFamily="49" charset="-122"/>
                </a:rPr>
                <a:t>Given (possibly negative) integers </a:t>
              </a:r>
              <a:r>
                <a:rPr lang="en-US" altLang="zh-CN" b="1" i="1" dirty="0">
                  <a:ea typeface="MS Hei" pitchFamily="49" charset="-122"/>
                </a:rPr>
                <a:t>A</a:t>
              </a:r>
              <a:r>
                <a:rPr lang="en-US" altLang="zh-CN" b="1" baseline="-25000" dirty="0">
                  <a:ea typeface="MS Hei" pitchFamily="49" charset="-122"/>
                </a:rPr>
                <a:t>1</a:t>
              </a:r>
              <a:r>
                <a:rPr lang="en-US" altLang="zh-CN" b="1" dirty="0">
                  <a:ea typeface="MS Hei" pitchFamily="49" charset="-122"/>
                </a:rPr>
                <a:t>, </a:t>
              </a:r>
              <a:r>
                <a:rPr lang="en-US" altLang="zh-CN" b="1" i="1" dirty="0">
                  <a:ea typeface="MS Hei" pitchFamily="49" charset="-122"/>
                </a:rPr>
                <a:t>A</a:t>
              </a:r>
              <a:r>
                <a:rPr lang="en-US" altLang="zh-CN" b="1" baseline="-25000" dirty="0">
                  <a:ea typeface="MS Hei" pitchFamily="49" charset="-122"/>
                </a:rPr>
                <a:t>2</a:t>
              </a:r>
              <a:r>
                <a:rPr lang="en-US" altLang="zh-CN" b="1" dirty="0">
                  <a:ea typeface="MS Hei" pitchFamily="49" charset="-122"/>
                </a:rPr>
                <a:t>, …, </a:t>
              </a:r>
              <a:r>
                <a:rPr lang="en-US" altLang="zh-CN" b="1" i="1" dirty="0">
                  <a:ea typeface="MS Hei" pitchFamily="49" charset="-122"/>
                </a:rPr>
                <a:t>A</a:t>
              </a:r>
              <a:r>
                <a:rPr lang="en-US" altLang="zh-CN" b="1" i="1" baseline="-25000" dirty="0">
                  <a:ea typeface="MS Hei" pitchFamily="49" charset="-122"/>
                </a:rPr>
                <a:t>N</a:t>
              </a:r>
              <a:r>
                <a:rPr lang="en-US" altLang="zh-CN" b="1" dirty="0">
                  <a:ea typeface="MS Hei" pitchFamily="49" charset="-122"/>
                </a:rPr>
                <a:t>, find the maximum value of </a:t>
              </a:r>
              <a:endParaRPr lang="en-US" altLang="zh-CN" sz="2000" b="1" dirty="0">
                <a:solidFill>
                  <a:schemeClr val="hlink"/>
                </a:solidFill>
                <a:ea typeface="MS Hei" pitchFamily="49" charset="-122"/>
              </a:endParaRPr>
            </a:p>
          </p:txBody>
        </p:sp>
        <p:graphicFrame>
          <p:nvGraphicFramePr>
            <p:cNvPr id="4194316" name="Object 2"/>
            <p:cNvGraphicFramePr>
              <a:graphicFrameLocks noChangeAspect="1"/>
            </p:cNvGraphicFramePr>
            <p:nvPr/>
          </p:nvGraphicFramePr>
          <p:xfrm>
            <a:off x="3782" y="841"/>
            <a:ext cx="628" cy="30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3340" name="Equation" showAsIcon="1" r:id="rId1" imgW="469900" imgH="228600" progId="Equation.3">
                    <p:embed/>
                  </p:oleObj>
                </mc:Choice>
                <mc:Fallback>
                  <p:oleObj name="Equation" showAsIcon="1" r:id="rId1" imgW="469900" imgH="228600" progId="Equation.3">
                    <p:embed/>
                    <p:pic>
                      <p:nvPicPr>
                        <p:cNvPr id="0" name="图片 1332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782" y="841"/>
                          <a:ext cx="628" cy="30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049342" name="AutoShape 7" descr="棕色大理石"/>
          <p:cNvSpPr>
            <a:spLocks noChangeArrowheads="1"/>
          </p:cNvSpPr>
          <p:nvPr/>
        </p:nvSpPr>
        <p:spPr bwMode="auto">
          <a:xfrm>
            <a:off x="762000" y="1752600"/>
            <a:ext cx="1752600" cy="533400"/>
          </a:xfrm>
          <a:prstGeom prst="bevel">
            <a:avLst>
              <a:gd name="adj" fmla="val 12500"/>
            </a:avLst>
          </a:prstGeom>
          <a:blipFill dpi="0" rotWithShape="0">
            <a:blip r:embed="rId3"/>
            <a:srcRect/>
            <a:tile tx="0" ty="0" sx="100000" sy="100000" flip="none" algn="tl"/>
          </a:blipFill>
          <a:ln>
            <a:noFill/>
          </a:ln>
        </p:spPr>
        <p:txBody>
          <a:bodyPr wrap="none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2000" b="1">
                <a:solidFill>
                  <a:schemeClr val="bg1"/>
                </a:solidFill>
                <a:latin typeface="Arial" panose="020B0604020202020204" pitchFamily="34" charset="0"/>
              </a:rPr>
              <a:t>Algorithm 1</a:t>
            </a:r>
            <a:endParaRPr lang="en-US" altLang="zh-CN" sz="2000" b="1">
              <a:solidFill>
                <a:schemeClr val="bg1"/>
              </a:solidFill>
              <a:latin typeface="Arial" panose="020B0604020202020204" pitchFamily="34" charset="0"/>
            </a:endParaRPr>
          </a:p>
        </p:txBody>
      </p:sp>
      <p:sp>
        <p:nvSpPr>
          <p:cNvPr id="1049343" name="AutoShape 8"/>
          <p:cNvSpPr>
            <a:spLocks noChangeArrowheads="1"/>
          </p:cNvSpPr>
          <p:nvPr/>
        </p:nvSpPr>
        <p:spPr bwMode="auto">
          <a:xfrm>
            <a:off x="762000" y="2362200"/>
            <a:ext cx="7620000" cy="4114800"/>
          </a:xfrm>
          <a:prstGeom prst="foldedCorner">
            <a:avLst>
              <a:gd name="adj" fmla="val 5833"/>
            </a:avLst>
          </a:prstGeom>
          <a:gradFill rotWithShape="0">
            <a:gsLst>
              <a:gs pos="0">
                <a:srgbClr val="FFFFFF"/>
              </a:gs>
              <a:gs pos="100000">
                <a:schemeClr val="bg1"/>
              </a:gs>
            </a:gsLst>
            <a:lin ang="5400000" scaled="1"/>
          </a:gradFill>
          <a:ln w="9525">
            <a:solidFill>
              <a:schemeClr val="tx1"/>
            </a:solidFill>
            <a:round/>
          </a:ln>
        </p:spPr>
        <p:txBody>
          <a:bodyPr bIns="0" anchor="b"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1800" b="1">
                <a:solidFill>
                  <a:schemeClr val="hlink"/>
                </a:solidFill>
                <a:latin typeface="Arial" panose="020B0604020202020204" pitchFamily="34" charset="0"/>
              </a:rPr>
              <a:t>int</a:t>
            </a:r>
            <a:r>
              <a:rPr lang="en-US" altLang="zh-CN" sz="1800" b="1">
                <a:latin typeface="Arial" panose="020B0604020202020204" pitchFamily="34" charset="0"/>
              </a:rPr>
              <a:t>  MaxSubsequenceSum ( </a:t>
            </a:r>
            <a:r>
              <a:rPr lang="en-US" altLang="zh-CN" sz="1800" b="1">
                <a:solidFill>
                  <a:schemeClr val="hlink"/>
                </a:solidFill>
                <a:latin typeface="Arial" panose="020B0604020202020204" pitchFamily="34" charset="0"/>
              </a:rPr>
              <a:t>const int</a:t>
            </a:r>
            <a:r>
              <a:rPr lang="en-US" altLang="zh-CN" sz="1800" b="1">
                <a:latin typeface="Arial" panose="020B0604020202020204" pitchFamily="34" charset="0"/>
              </a:rPr>
              <a:t> A[ ],  </a:t>
            </a:r>
            <a:r>
              <a:rPr lang="en-US" altLang="zh-CN" sz="1800" b="1">
                <a:solidFill>
                  <a:schemeClr val="hlink"/>
                </a:solidFill>
                <a:latin typeface="Arial" panose="020B0604020202020204" pitchFamily="34" charset="0"/>
              </a:rPr>
              <a:t>int</a:t>
            </a:r>
            <a:r>
              <a:rPr lang="en-US" altLang="zh-CN" sz="1800" b="1">
                <a:latin typeface="Arial" panose="020B0604020202020204" pitchFamily="34" charset="0"/>
              </a:rPr>
              <a:t>  N ) </a:t>
            </a:r>
            <a:endParaRPr lang="en-US" altLang="zh-CN" sz="1800" b="1">
              <a:latin typeface="Arial" panose="020B0604020202020204" pitchFamily="34" charset="0"/>
            </a:endParaRPr>
          </a:p>
          <a:p>
            <a:pPr eaLnBrk="1" hangingPunct="1"/>
            <a:r>
              <a:rPr lang="en-US" altLang="zh-CN" sz="1800" b="1">
                <a:latin typeface="Arial" panose="020B0604020202020204" pitchFamily="34" charset="0"/>
              </a:rPr>
              <a:t>{ </a:t>
            </a:r>
            <a:endParaRPr lang="en-US" altLang="zh-CN" sz="1800" b="1">
              <a:latin typeface="Arial" panose="020B0604020202020204" pitchFamily="34" charset="0"/>
            </a:endParaRPr>
          </a:p>
          <a:p>
            <a:pPr eaLnBrk="1" hangingPunct="1"/>
            <a:r>
              <a:rPr lang="en-US" altLang="zh-CN" sz="1800" b="1">
                <a:solidFill>
                  <a:schemeClr val="hlink"/>
                </a:solidFill>
                <a:latin typeface="Arial" panose="020B0604020202020204" pitchFamily="34" charset="0"/>
              </a:rPr>
              <a:t>	int</a:t>
            </a:r>
            <a:r>
              <a:rPr lang="en-US" altLang="zh-CN" sz="1800" b="1">
                <a:latin typeface="Arial" panose="020B0604020202020204" pitchFamily="34" charset="0"/>
              </a:rPr>
              <a:t>  ThisSum,  MaxSum,  i,  j,  k; </a:t>
            </a:r>
            <a:endParaRPr lang="en-US" altLang="zh-CN" sz="1800" b="1">
              <a:latin typeface="Arial" panose="020B0604020202020204" pitchFamily="34" charset="0"/>
            </a:endParaRPr>
          </a:p>
          <a:p>
            <a:pPr eaLnBrk="1" hangingPunct="1"/>
            <a:r>
              <a:rPr lang="en-US" altLang="zh-CN" sz="1800" b="1">
                <a:solidFill>
                  <a:srgbClr val="008000"/>
                </a:solidFill>
                <a:latin typeface="Arial" panose="020B0604020202020204" pitchFamily="34" charset="0"/>
              </a:rPr>
              <a:t>/* 1*/</a:t>
            </a:r>
            <a:r>
              <a:rPr lang="en-US" altLang="zh-CN" sz="1800" b="1">
                <a:latin typeface="Arial" panose="020B0604020202020204" pitchFamily="34" charset="0"/>
              </a:rPr>
              <a:t> 	MaxSum = 0;   </a:t>
            </a:r>
            <a:r>
              <a:rPr lang="en-US" altLang="zh-CN" sz="1800" b="1">
                <a:solidFill>
                  <a:srgbClr val="008000"/>
                </a:solidFill>
                <a:latin typeface="Arial" panose="020B0604020202020204" pitchFamily="34" charset="0"/>
              </a:rPr>
              <a:t>/* initialize the maximum sum */</a:t>
            </a:r>
            <a:endParaRPr lang="en-US" altLang="zh-CN" sz="1800" b="1">
              <a:solidFill>
                <a:srgbClr val="008000"/>
              </a:solidFill>
              <a:latin typeface="Arial" panose="020B0604020202020204" pitchFamily="34" charset="0"/>
            </a:endParaRPr>
          </a:p>
          <a:p>
            <a:pPr eaLnBrk="1" hangingPunct="1"/>
            <a:r>
              <a:rPr lang="en-US" altLang="zh-CN" sz="1800" b="1">
                <a:solidFill>
                  <a:srgbClr val="008000"/>
                </a:solidFill>
                <a:latin typeface="Arial" panose="020B0604020202020204" pitchFamily="34" charset="0"/>
              </a:rPr>
              <a:t>/* 2*/</a:t>
            </a:r>
            <a:r>
              <a:rPr lang="en-US" altLang="zh-CN" sz="1800" b="1">
                <a:latin typeface="Arial" panose="020B0604020202020204" pitchFamily="34" charset="0"/>
              </a:rPr>
              <a:t> 	</a:t>
            </a:r>
            <a:r>
              <a:rPr lang="en-US" altLang="zh-CN" sz="1800" b="1">
                <a:solidFill>
                  <a:schemeClr val="hlink"/>
                </a:solidFill>
                <a:latin typeface="Arial" panose="020B0604020202020204" pitchFamily="34" charset="0"/>
              </a:rPr>
              <a:t>for</a:t>
            </a:r>
            <a:r>
              <a:rPr lang="en-US" altLang="zh-CN" sz="1800" b="1">
                <a:latin typeface="Arial" panose="020B0604020202020204" pitchFamily="34" charset="0"/>
              </a:rPr>
              <a:t>( i = 0; i &lt; N; i++ )  </a:t>
            </a:r>
            <a:r>
              <a:rPr lang="en-US" altLang="zh-CN" sz="1800" b="1">
                <a:solidFill>
                  <a:srgbClr val="008000"/>
                </a:solidFill>
                <a:latin typeface="Arial" panose="020B0604020202020204" pitchFamily="34" charset="0"/>
              </a:rPr>
              <a:t>/* start from A[ i ] */</a:t>
            </a:r>
            <a:endParaRPr lang="en-US" altLang="zh-CN" sz="1800" b="1">
              <a:solidFill>
                <a:srgbClr val="008000"/>
              </a:solidFill>
              <a:latin typeface="Arial" panose="020B0604020202020204" pitchFamily="34" charset="0"/>
            </a:endParaRPr>
          </a:p>
          <a:p>
            <a:pPr eaLnBrk="1" hangingPunct="1"/>
            <a:r>
              <a:rPr lang="en-US" altLang="zh-CN" sz="1800" b="1">
                <a:solidFill>
                  <a:srgbClr val="008000"/>
                </a:solidFill>
                <a:latin typeface="Arial" panose="020B0604020202020204" pitchFamily="34" charset="0"/>
              </a:rPr>
              <a:t>/* 3*/</a:t>
            </a:r>
            <a:r>
              <a:rPr lang="en-US" altLang="zh-CN" sz="1800" b="1">
                <a:latin typeface="Arial" panose="020B0604020202020204" pitchFamily="34" charset="0"/>
              </a:rPr>
              <a:t> 	      </a:t>
            </a:r>
            <a:r>
              <a:rPr lang="en-US" altLang="zh-CN" sz="1800" b="1">
                <a:solidFill>
                  <a:schemeClr val="hlink"/>
                </a:solidFill>
                <a:latin typeface="Arial" panose="020B0604020202020204" pitchFamily="34" charset="0"/>
              </a:rPr>
              <a:t>for</a:t>
            </a:r>
            <a:r>
              <a:rPr lang="en-US" altLang="zh-CN" sz="1800" b="1">
                <a:latin typeface="Arial" panose="020B0604020202020204" pitchFamily="34" charset="0"/>
              </a:rPr>
              <a:t>( j = i; j &lt; N; j++ ) {   </a:t>
            </a:r>
            <a:r>
              <a:rPr lang="en-US" altLang="zh-CN" sz="1800" b="1">
                <a:solidFill>
                  <a:srgbClr val="008000"/>
                </a:solidFill>
                <a:latin typeface="Arial" panose="020B0604020202020204" pitchFamily="34" charset="0"/>
              </a:rPr>
              <a:t>/* end at A[ j ] */</a:t>
            </a:r>
            <a:endParaRPr lang="en-US" altLang="zh-CN" sz="1800" b="1">
              <a:solidFill>
                <a:srgbClr val="008000"/>
              </a:solidFill>
              <a:latin typeface="Arial" panose="020B0604020202020204" pitchFamily="34" charset="0"/>
            </a:endParaRPr>
          </a:p>
          <a:p>
            <a:pPr eaLnBrk="1" hangingPunct="1"/>
            <a:r>
              <a:rPr lang="en-US" altLang="zh-CN" sz="1800" b="1">
                <a:solidFill>
                  <a:srgbClr val="008000"/>
                </a:solidFill>
                <a:latin typeface="Arial" panose="020B0604020202020204" pitchFamily="34" charset="0"/>
              </a:rPr>
              <a:t>/* 4*/</a:t>
            </a:r>
            <a:r>
              <a:rPr lang="en-US" altLang="zh-CN" sz="1800" b="1">
                <a:latin typeface="Arial" panose="020B0604020202020204" pitchFamily="34" charset="0"/>
              </a:rPr>
              <a:t> 		ThisSum = 0; </a:t>
            </a:r>
            <a:endParaRPr lang="en-US" altLang="zh-CN" sz="1800" b="1">
              <a:latin typeface="Arial" panose="020B0604020202020204" pitchFamily="34" charset="0"/>
            </a:endParaRPr>
          </a:p>
          <a:p>
            <a:pPr eaLnBrk="1" hangingPunct="1"/>
            <a:r>
              <a:rPr lang="en-US" altLang="zh-CN" sz="1800" b="1">
                <a:solidFill>
                  <a:srgbClr val="008000"/>
                </a:solidFill>
                <a:latin typeface="Arial" panose="020B0604020202020204" pitchFamily="34" charset="0"/>
              </a:rPr>
              <a:t>/* 5*/</a:t>
            </a:r>
            <a:r>
              <a:rPr lang="en-US" altLang="zh-CN" sz="1800" b="1">
                <a:latin typeface="Arial" panose="020B0604020202020204" pitchFamily="34" charset="0"/>
              </a:rPr>
              <a:t> 		</a:t>
            </a:r>
            <a:r>
              <a:rPr lang="en-US" altLang="zh-CN" sz="1800" b="1">
                <a:solidFill>
                  <a:schemeClr val="hlink"/>
                </a:solidFill>
                <a:latin typeface="Arial" panose="020B0604020202020204" pitchFamily="34" charset="0"/>
              </a:rPr>
              <a:t>for</a:t>
            </a:r>
            <a:r>
              <a:rPr lang="en-US" altLang="zh-CN" sz="1800" b="1">
                <a:latin typeface="Arial" panose="020B0604020202020204" pitchFamily="34" charset="0"/>
              </a:rPr>
              <a:t>( k = i; k &lt;= j; k++ ) </a:t>
            </a:r>
            <a:endParaRPr lang="en-US" altLang="zh-CN" sz="1800" b="1">
              <a:latin typeface="Arial" panose="020B0604020202020204" pitchFamily="34" charset="0"/>
            </a:endParaRPr>
          </a:p>
          <a:p>
            <a:pPr eaLnBrk="1" hangingPunct="1"/>
            <a:r>
              <a:rPr lang="en-US" altLang="zh-CN" sz="1800" b="1">
                <a:solidFill>
                  <a:srgbClr val="008000"/>
                </a:solidFill>
                <a:latin typeface="Arial" panose="020B0604020202020204" pitchFamily="34" charset="0"/>
              </a:rPr>
              <a:t>/* 6*/</a:t>
            </a:r>
            <a:r>
              <a:rPr lang="en-US" altLang="zh-CN" sz="1800" b="1">
                <a:latin typeface="Arial" panose="020B0604020202020204" pitchFamily="34" charset="0"/>
              </a:rPr>
              <a:t> 		      ThisSum += A[ k ];  </a:t>
            </a:r>
            <a:r>
              <a:rPr lang="en-US" altLang="zh-CN" sz="1800" b="1">
                <a:solidFill>
                  <a:srgbClr val="008000"/>
                </a:solidFill>
                <a:latin typeface="Arial" panose="020B0604020202020204" pitchFamily="34" charset="0"/>
              </a:rPr>
              <a:t>/* sum from A[ i ] to A[ j ] */</a:t>
            </a:r>
            <a:endParaRPr lang="en-US" altLang="zh-CN" sz="1800" b="1">
              <a:solidFill>
                <a:srgbClr val="008000"/>
              </a:solidFill>
              <a:latin typeface="Arial" panose="020B0604020202020204" pitchFamily="34" charset="0"/>
            </a:endParaRPr>
          </a:p>
          <a:p>
            <a:pPr eaLnBrk="1" hangingPunct="1"/>
            <a:r>
              <a:rPr lang="en-US" altLang="zh-CN" sz="1800" b="1">
                <a:solidFill>
                  <a:srgbClr val="008000"/>
                </a:solidFill>
                <a:latin typeface="Arial" panose="020B0604020202020204" pitchFamily="34" charset="0"/>
              </a:rPr>
              <a:t>/* 7*/</a:t>
            </a:r>
            <a:r>
              <a:rPr lang="en-US" altLang="zh-CN" sz="1800" b="1">
                <a:latin typeface="Arial" panose="020B0604020202020204" pitchFamily="34" charset="0"/>
              </a:rPr>
              <a:t> 		</a:t>
            </a:r>
            <a:r>
              <a:rPr lang="en-US" altLang="zh-CN" sz="1800" b="1">
                <a:solidFill>
                  <a:schemeClr val="hlink"/>
                </a:solidFill>
                <a:latin typeface="Arial" panose="020B0604020202020204" pitchFamily="34" charset="0"/>
              </a:rPr>
              <a:t>if </a:t>
            </a:r>
            <a:r>
              <a:rPr lang="en-US" altLang="zh-CN" sz="1800" b="1">
                <a:latin typeface="Arial" panose="020B0604020202020204" pitchFamily="34" charset="0"/>
              </a:rPr>
              <a:t>( ThisSum &gt; MaxSum ) </a:t>
            </a:r>
            <a:endParaRPr lang="en-US" altLang="zh-CN" sz="1800" b="1">
              <a:latin typeface="Arial" panose="020B0604020202020204" pitchFamily="34" charset="0"/>
            </a:endParaRPr>
          </a:p>
          <a:p>
            <a:pPr eaLnBrk="1" hangingPunct="1"/>
            <a:r>
              <a:rPr lang="en-US" altLang="zh-CN" sz="1800" b="1">
                <a:solidFill>
                  <a:srgbClr val="008000"/>
                </a:solidFill>
                <a:latin typeface="Arial" panose="020B0604020202020204" pitchFamily="34" charset="0"/>
              </a:rPr>
              <a:t>/* 8*/</a:t>
            </a:r>
            <a:r>
              <a:rPr lang="en-US" altLang="zh-CN" sz="1800" b="1">
                <a:latin typeface="Arial" panose="020B0604020202020204" pitchFamily="34" charset="0"/>
              </a:rPr>
              <a:t> 		      MaxSum = ThisSum;  </a:t>
            </a:r>
            <a:r>
              <a:rPr lang="en-US" altLang="zh-CN" sz="1800" b="1">
                <a:solidFill>
                  <a:srgbClr val="008000"/>
                </a:solidFill>
                <a:latin typeface="Arial" panose="020B0604020202020204" pitchFamily="34" charset="0"/>
              </a:rPr>
              <a:t>/* update max sum */</a:t>
            </a:r>
            <a:endParaRPr lang="en-US" altLang="zh-CN" sz="1800" b="1">
              <a:solidFill>
                <a:srgbClr val="008000"/>
              </a:solidFill>
              <a:latin typeface="Arial" panose="020B0604020202020204" pitchFamily="34" charset="0"/>
            </a:endParaRPr>
          </a:p>
          <a:p>
            <a:pPr eaLnBrk="1" hangingPunct="1"/>
            <a:r>
              <a:rPr lang="en-US" altLang="zh-CN" sz="1800" b="1">
                <a:latin typeface="Arial" panose="020B0604020202020204" pitchFamily="34" charset="0"/>
              </a:rPr>
              <a:t>	      }  </a:t>
            </a:r>
            <a:r>
              <a:rPr lang="en-US" altLang="zh-CN" sz="1800" b="1">
                <a:solidFill>
                  <a:srgbClr val="008000"/>
                </a:solidFill>
                <a:latin typeface="Arial" panose="020B0604020202020204" pitchFamily="34" charset="0"/>
              </a:rPr>
              <a:t>/* end for-j and for-i */</a:t>
            </a:r>
            <a:endParaRPr lang="en-US" altLang="zh-CN" sz="1800" b="1">
              <a:solidFill>
                <a:srgbClr val="008000"/>
              </a:solidFill>
              <a:latin typeface="Arial" panose="020B0604020202020204" pitchFamily="34" charset="0"/>
            </a:endParaRPr>
          </a:p>
          <a:p>
            <a:pPr eaLnBrk="1" hangingPunct="1"/>
            <a:r>
              <a:rPr lang="en-US" altLang="zh-CN" sz="1800" b="1">
                <a:solidFill>
                  <a:srgbClr val="008000"/>
                </a:solidFill>
                <a:latin typeface="Arial" panose="020B0604020202020204" pitchFamily="34" charset="0"/>
              </a:rPr>
              <a:t>/* 9*/</a:t>
            </a:r>
            <a:r>
              <a:rPr lang="en-US" altLang="zh-CN" sz="1800" b="1">
                <a:latin typeface="Arial" panose="020B0604020202020204" pitchFamily="34" charset="0"/>
              </a:rPr>
              <a:t> 	</a:t>
            </a:r>
            <a:r>
              <a:rPr lang="en-US" altLang="zh-CN" sz="1800" b="1">
                <a:solidFill>
                  <a:schemeClr val="hlink"/>
                </a:solidFill>
                <a:latin typeface="Arial" panose="020B0604020202020204" pitchFamily="34" charset="0"/>
              </a:rPr>
              <a:t>return</a:t>
            </a:r>
            <a:r>
              <a:rPr lang="en-US" altLang="zh-CN" sz="1800" b="1">
                <a:latin typeface="Arial" panose="020B0604020202020204" pitchFamily="34" charset="0"/>
              </a:rPr>
              <a:t>  MaxSum; </a:t>
            </a:r>
            <a:endParaRPr lang="en-US" altLang="zh-CN" sz="1800" b="1">
              <a:latin typeface="Arial" panose="020B0604020202020204" pitchFamily="34" charset="0"/>
            </a:endParaRPr>
          </a:p>
          <a:p>
            <a:pPr eaLnBrk="1" hangingPunct="1"/>
            <a:r>
              <a:rPr lang="en-US" altLang="zh-CN" sz="1800" b="1">
                <a:latin typeface="Arial" panose="020B0604020202020204" pitchFamily="34" charset="0"/>
              </a:rPr>
              <a:t>} </a:t>
            </a:r>
            <a:endParaRPr lang="en-US" altLang="zh-CN" sz="1800" b="1">
              <a:latin typeface="Arial" panose="020B0604020202020204" pitchFamily="34" charset="0"/>
            </a:endParaRPr>
          </a:p>
        </p:txBody>
      </p:sp>
      <p:sp>
        <p:nvSpPr>
          <p:cNvPr id="1049344" name="Text Box 9"/>
          <p:cNvSpPr txBox="1">
            <a:spLocks noChangeArrowheads="1"/>
          </p:cNvSpPr>
          <p:nvPr/>
        </p:nvSpPr>
        <p:spPr bwMode="auto">
          <a:xfrm>
            <a:off x="2000261" y="5995990"/>
            <a:ext cx="6143625" cy="860425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spcAft>
                <a:spcPts val="0"/>
              </a:spcAft>
            </a:pPr>
            <a:r>
              <a:rPr lang="en-US" altLang="zh-CN" sz="2000" b="1" i="1"/>
              <a:t>T</a:t>
            </a:r>
            <a:r>
              <a:rPr lang="en-US" altLang="zh-CN" sz="2000" b="1"/>
              <a:t>( </a:t>
            </a:r>
            <a:r>
              <a:rPr lang="en-US" altLang="zh-CN" sz="2000" b="1" i="1"/>
              <a:t>N</a:t>
            </a:r>
            <a:r>
              <a:rPr lang="en-US" altLang="zh-CN" sz="2000" b="1"/>
              <a:t> ) = O( </a:t>
            </a:r>
            <a:r>
              <a:rPr lang="en-US" altLang="zh-CN" sz="2000" b="1" i="1"/>
              <a:t>N</a:t>
            </a:r>
            <a:r>
              <a:rPr lang="en-US" altLang="zh-CN" sz="2000" b="1" baseline="30000"/>
              <a:t>3 </a:t>
            </a:r>
            <a:r>
              <a:rPr lang="en-US" altLang="zh-CN" sz="2000" b="1"/>
              <a:t>) (Detailed analysis is given on p.18-19.)</a:t>
            </a:r>
            <a:endParaRPr lang="en-US" altLang="zh-CN" sz="2000" b="1"/>
          </a:p>
          <a:p>
            <a:pPr algn="ctr" eaLnBrk="1" hangingPunct="1">
              <a:spcBef>
                <a:spcPct val="50000"/>
              </a:spcBef>
            </a:pPr>
            <a:endParaRPr lang="en-US" altLang="zh-CN" sz="2000" b="1" i="1"/>
          </a:p>
        </p:txBody>
      </p:sp>
      <p:sp>
        <p:nvSpPr>
          <p:cNvPr id="1049345" name="文本框 7"/>
          <p:cNvSpPr txBox="1"/>
          <p:nvPr/>
        </p:nvSpPr>
        <p:spPr>
          <a:xfrm>
            <a:off x="609600" y="6489184"/>
            <a:ext cx="5629910" cy="368300"/>
          </a:xfrm>
          <a:prstGeom prst="rect">
            <a:avLst/>
          </a:prstGeom>
          <a:noFill/>
          <a:ln>
            <a:solidFill>
              <a:schemeClr val="bg2"/>
            </a:solidFill>
          </a:ln>
        </p:spPr>
        <p:txBody>
          <a:bodyPr wrap="none" rtlCol="0" anchor="ctr" anchorCtr="1">
            <a:spAutoFit/>
          </a:bodyPr>
          <a:p>
            <a:pPr>
              <a:spcAft>
                <a:spcPts val="0"/>
              </a:spcAft>
            </a:pPr>
            <a:r>
              <a:rPr lang="zh-CN" altLang="en-US" dirty="0">
                <a:solidFill>
                  <a:srgbClr val="FF0000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备注</a:t>
            </a:r>
            <a:r>
              <a:rPr lang="zh-CN" altLang="en-US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：示例引自</a:t>
            </a:r>
            <a:r>
              <a:rPr lang="en-US" altLang="zh-CN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《</a:t>
            </a:r>
            <a:r>
              <a:rPr lang="zh-CN" altLang="en-US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数据结构与算法分析</a:t>
            </a:r>
            <a:r>
              <a:rPr lang="en-US" altLang="zh-CN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》</a:t>
            </a:r>
            <a:r>
              <a:rPr lang="zh-CN" altLang="en-US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第</a:t>
            </a:r>
            <a:r>
              <a:rPr lang="en-US" altLang="zh-CN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2.3</a:t>
            </a:r>
            <a:r>
              <a:rPr lang="zh-CN" altLang="en-US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、</a:t>
            </a:r>
            <a:r>
              <a:rPr lang="en-US" altLang="zh-CN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2.4</a:t>
            </a:r>
            <a:r>
              <a:rPr lang="zh-CN" altLang="en-US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节</a:t>
            </a:r>
            <a:endParaRPr lang="zh-CN" altLang="en-US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1049346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rtl="0">
              <a:spcAft>
                <a:spcPts val="0"/>
              </a:spcAft>
            </a:pPr>
            <a:fld id="{71B7BAC7-FE87-40F6-AA24-4F4685D1B022}" type="slidenum">
              <a:rPr lang="en-US" smtClean="0"/>
            </a:fld>
            <a:endParaRPr lang="en-US"/>
          </a:p>
        </p:txBody>
      </p:sp>
    </p:spTree>
    <p:custDataLst>
      <p:tags r:id="rId4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700"/>
    </mc:Choice>
    <mc:Fallback>
      <p:transition/>
    </mc:Fallback>
  </mc:AlternateContent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5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350" name="AutoShape 2" descr="棕色大理石"/>
          <p:cNvSpPr>
            <a:spLocks noChangeArrowheads="1"/>
          </p:cNvSpPr>
          <p:nvPr/>
        </p:nvSpPr>
        <p:spPr bwMode="auto">
          <a:xfrm>
            <a:off x="609600" y="609600"/>
            <a:ext cx="1752600" cy="533400"/>
          </a:xfrm>
          <a:prstGeom prst="bevel">
            <a:avLst>
              <a:gd name="adj" fmla="val 12500"/>
            </a:avLst>
          </a:prstGeom>
          <a:blipFill dpi="0" rotWithShape="0">
            <a:blip r:embed="rId1"/>
            <a:srcRect/>
            <a:tile tx="0" ty="0" sx="100000" sy="100000" flip="none" algn="tl"/>
          </a:blipFill>
          <a:ln>
            <a:noFill/>
          </a:ln>
        </p:spPr>
        <p:txBody>
          <a:bodyPr wrap="none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2000" b="1">
                <a:solidFill>
                  <a:schemeClr val="bg1"/>
                </a:solidFill>
                <a:latin typeface="Arial" panose="020B0604020202020204" pitchFamily="34" charset="0"/>
              </a:rPr>
              <a:t>Algorithm 2</a:t>
            </a:r>
            <a:endParaRPr lang="en-US" altLang="zh-CN" sz="2000" b="1">
              <a:solidFill>
                <a:schemeClr val="bg1"/>
              </a:solidFill>
              <a:latin typeface="Arial" panose="020B0604020202020204" pitchFamily="34" charset="0"/>
            </a:endParaRPr>
          </a:p>
        </p:txBody>
      </p:sp>
      <p:sp>
        <p:nvSpPr>
          <p:cNvPr id="1049351" name="AutoShape 4"/>
          <p:cNvSpPr>
            <a:spLocks noChangeArrowheads="1"/>
          </p:cNvSpPr>
          <p:nvPr/>
        </p:nvSpPr>
        <p:spPr bwMode="auto">
          <a:xfrm>
            <a:off x="609600" y="1371600"/>
            <a:ext cx="7620000" cy="4343400"/>
          </a:xfrm>
          <a:prstGeom prst="foldedCorner">
            <a:avLst>
              <a:gd name="adj" fmla="val 5833"/>
            </a:avLst>
          </a:prstGeom>
          <a:gradFill rotWithShape="0">
            <a:gsLst>
              <a:gs pos="0">
                <a:srgbClr val="FFFFFF"/>
              </a:gs>
              <a:gs pos="100000">
                <a:schemeClr val="bg1"/>
              </a:gs>
            </a:gsLst>
            <a:lin ang="5400000" scaled="1"/>
          </a:gradFill>
          <a:ln w="9525">
            <a:solidFill>
              <a:schemeClr val="tx1"/>
            </a:solidFill>
            <a:round/>
          </a:ln>
        </p:spPr>
        <p:txBody>
          <a:bodyPr bIns="0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1800" b="1">
                <a:solidFill>
                  <a:schemeClr val="hlink"/>
                </a:solidFill>
                <a:latin typeface="Arial" panose="020B0604020202020204" pitchFamily="34" charset="0"/>
              </a:rPr>
              <a:t>int</a:t>
            </a:r>
            <a:r>
              <a:rPr lang="en-US" altLang="zh-CN" sz="1800" b="1">
                <a:latin typeface="Arial" panose="020B0604020202020204" pitchFamily="34" charset="0"/>
              </a:rPr>
              <a:t>  MaxSubsequenceSum ( </a:t>
            </a:r>
            <a:r>
              <a:rPr lang="en-US" altLang="zh-CN" sz="1800" b="1">
                <a:solidFill>
                  <a:schemeClr val="hlink"/>
                </a:solidFill>
                <a:latin typeface="Arial" panose="020B0604020202020204" pitchFamily="34" charset="0"/>
              </a:rPr>
              <a:t>const int</a:t>
            </a:r>
            <a:r>
              <a:rPr lang="en-US" altLang="zh-CN" sz="1800" b="1">
                <a:latin typeface="Arial" panose="020B0604020202020204" pitchFamily="34" charset="0"/>
              </a:rPr>
              <a:t> A[ ],  </a:t>
            </a:r>
            <a:r>
              <a:rPr lang="en-US" altLang="zh-CN" sz="1800" b="1">
                <a:solidFill>
                  <a:schemeClr val="hlink"/>
                </a:solidFill>
                <a:latin typeface="Arial" panose="020B0604020202020204" pitchFamily="34" charset="0"/>
              </a:rPr>
              <a:t>int</a:t>
            </a:r>
            <a:r>
              <a:rPr lang="en-US" altLang="zh-CN" sz="1800" b="1">
                <a:latin typeface="Arial" panose="020B0604020202020204" pitchFamily="34" charset="0"/>
              </a:rPr>
              <a:t>  N ) </a:t>
            </a:r>
            <a:endParaRPr lang="en-US" altLang="zh-CN" sz="1800" b="1">
              <a:latin typeface="Arial" panose="020B0604020202020204" pitchFamily="34" charset="0"/>
            </a:endParaRPr>
          </a:p>
          <a:p>
            <a:pPr eaLnBrk="1" hangingPunct="1"/>
            <a:r>
              <a:rPr lang="en-US" altLang="zh-CN" sz="1800" b="1">
                <a:latin typeface="Arial" panose="020B0604020202020204" pitchFamily="34" charset="0"/>
              </a:rPr>
              <a:t>{ </a:t>
            </a:r>
            <a:endParaRPr lang="en-US" altLang="zh-CN" sz="1800" b="1">
              <a:latin typeface="Arial" panose="020B0604020202020204" pitchFamily="34" charset="0"/>
            </a:endParaRPr>
          </a:p>
          <a:p>
            <a:pPr eaLnBrk="1" hangingPunct="1"/>
            <a:r>
              <a:rPr lang="en-US" altLang="zh-CN" sz="1800" b="1">
                <a:solidFill>
                  <a:schemeClr val="hlink"/>
                </a:solidFill>
                <a:latin typeface="Arial" panose="020B0604020202020204" pitchFamily="34" charset="0"/>
              </a:rPr>
              <a:t>	int</a:t>
            </a:r>
            <a:r>
              <a:rPr lang="en-US" altLang="zh-CN" sz="1800" b="1">
                <a:latin typeface="Arial" panose="020B0604020202020204" pitchFamily="34" charset="0"/>
              </a:rPr>
              <a:t>  ThisSum,  MaxSum,  i,  j; </a:t>
            </a:r>
            <a:endParaRPr lang="en-US" altLang="zh-CN" sz="1800" b="1">
              <a:latin typeface="Arial" panose="020B0604020202020204" pitchFamily="34" charset="0"/>
            </a:endParaRPr>
          </a:p>
          <a:p>
            <a:pPr eaLnBrk="1" hangingPunct="1"/>
            <a:r>
              <a:rPr lang="en-US" altLang="zh-CN" sz="1800" b="1">
                <a:solidFill>
                  <a:srgbClr val="008000"/>
                </a:solidFill>
                <a:latin typeface="Arial" panose="020B0604020202020204" pitchFamily="34" charset="0"/>
              </a:rPr>
              <a:t>/* 1*/</a:t>
            </a:r>
            <a:r>
              <a:rPr lang="en-US" altLang="zh-CN" sz="1800" b="1">
                <a:latin typeface="Arial" panose="020B0604020202020204" pitchFamily="34" charset="0"/>
              </a:rPr>
              <a:t> 	MaxSum = 0;   </a:t>
            </a:r>
            <a:r>
              <a:rPr lang="en-US" altLang="zh-CN" sz="1800" b="1">
                <a:solidFill>
                  <a:srgbClr val="008000"/>
                </a:solidFill>
                <a:latin typeface="Arial" panose="020B0604020202020204" pitchFamily="34" charset="0"/>
              </a:rPr>
              <a:t>/* initialize the maximum sum */</a:t>
            </a:r>
            <a:endParaRPr lang="en-US" altLang="zh-CN" sz="1800" b="1">
              <a:solidFill>
                <a:srgbClr val="008000"/>
              </a:solidFill>
              <a:latin typeface="Arial" panose="020B0604020202020204" pitchFamily="34" charset="0"/>
            </a:endParaRPr>
          </a:p>
          <a:p>
            <a:pPr eaLnBrk="1" hangingPunct="1"/>
            <a:r>
              <a:rPr lang="en-US" altLang="zh-CN" sz="1800" b="1">
                <a:solidFill>
                  <a:srgbClr val="008000"/>
                </a:solidFill>
                <a:latin typeface="Arial" panose="020B0604020202020204" pitchFamily="34" charset="0"/>
              </a:rPr>
              <a:t>/* 2*/</a:t>
            </a:r>
            <a:r>
              <a:rPr lang="en-US" altLang="zh-CN" sz="1800" b="1">
                <a:latin typeface="Arial" panose="020B0604020202020204" pitchFamily="34" charset="0"/>
              </a:rPr>
              <a:t> 	</a:t>
            </a:r>
            <a:r>
              <a:rPr lang="en-US" altLang="zh-CN" sz="1800" b="1">
                <a:solidFill>
                  <a:schemeClr val="hlink"/>
                </a:solidFill>
                <a:latin typeface="Arial" panose="020B0604020202020204" pitchFamily="34" charset="0"/>
              </a:rPr>
              <a:t>for</a:t>
            </a:r>
            <a:r>
              <a:rPr lang="en-US" altLang="zh-CN" sz="1800" b="1">
                <a:latin typeface="Arial" panose="020B0604020202020204" pitchFamily="34" charset="0"/>
              </a:rPr>
              <a:t>( i = 0; i &lt; N; i++ )  {   </a:t>
            </a:r>
            <a:r>
              <a:rPr lang="en-US" altLang="zh-CN" sz="1800" b="1">
                <a:solidFill>
                  <a:srgbClr val="008000"/>
                </a:solidFill>
                <a:latin typeface="Arial" panose="020B0604020202020204" pitchFamily="34" charset="0"/>
              </a:rPr>
              <a:t>/* start from A[ i ] */</a:t>
            </a:r>
            <a:endParaRPr lang="en-US" altLang="zh-CN" sz="1800" b="1">
              <a:solidFill>
                <a:srgbClr val="008000"/>
              </a:solidFill>
              <a:latin typeface="Arial" panose="020B0604020202020204" pitchFamily="34" charset="0"/>
            </a:endParaRPr>
          </a:p>
          <a:p>
            <a:pPr eaLnBrk="1" hangingPunct="1"/>
            <a:r>
              <a:rPr lang="en-US" altLang="zh-CN" sz="1800" b="1">
                <a:solidFill>
                  <a:srgbClr val="008000"/>
                </a:solidFill>
                <a:latin typeface="Arial" panose="020B0604020202020204" pitchFamily="34" charset="0"/>
              </a:rPr>
              <a:t>/* 3*/</a:t>
            </a:r>
            <a:r>
              <a:rPr lang="en-US" altLang="zh-CN" sz="1800" b="1">
                <a:latin typeface="Arial" panose="020B0604020202020204" pitchFamily="34" charset="0"/>
              </a:rPr>
              <a:t> 	      ThisSum = 0; </a:t>
            </a:r>
            <a:endParaRPr lang="en-US" altLang="zh-CN" sz="1800" b="1">
              <a:latin typeface="Arial" panose="020B0604020202020204" pitchFamily="34" charset="0"/>
            </a:endParaRPr>
          </a:p>
          <a:p>
            <a:pPr eaLnBrk="1" hangingPunct="1"/>
            <a:r>
              <a:rPr lang="en-US" altLang="zh-CN" sz="1800" b="1">
                <a:solidFill>
                  <a:srgbClr val="008000"/>
                </a:solidFill>
                <a:latin typeface="Arial" panose="020B0604020202020204" pitchFamily="34" charset="0"/>
              </a:rPr>
              <a:t>/* 4*/</a:t>
            </a:r>
            <a:r>
              <a:rPr lang="en-US" altLang="zh-CN" sz="1800" b="1">
                <a:latin typeface="Arial" panose="020B0604020202020204" pitchFamily="34" charset="0"/>
              </a:rPr>
              <a:t> </a:t>
            </a:r>
            <a:r>
              <a:rPr lang="en-US" altLang="zh-CN" sz="1800" b="1">
                <a:solidFill>
                  <a:schemeClr val="hlink"/>
                </a:solidFill>
                <a:latin typeface="Arial" panose="020B0604020202020204" pitchFamily="34" charset="0"/>
              </a:rPr>
              <a:t>	      for</a:t>
            </a:r>
            <a:r>
              <a:rPr lang="en-US" altLang="zh-CN" sz="1800" b="1">
                <a:latin typeface="Arial" panose="020B0604020202020204" pitchFamily="34" charset="0"/>
              </a:rPr>
              <a:t>( j = i; j &lt; N; j++ ) {   </a:t>
            </a:r>
            <a:r>
              <a:rPr lang="en-US" altLang="zh-CN" sz="1800" b="1">
                <a:solidFill>
                  <a:srgbClr val="008000"/>
                </a:solidFill>
                <a:latin typeface="Arial" panose="020B0604020202020204" pitchFamily="34" charset="0"/>
              </a:rPr>
              <a:t>/* end at A[ j ] */</a:t>
            </a:r>
            <a:endParaRPr lang="en-US" altLang="zh-CN" sz="1800" b="1">
              <a:solidFill>
                <a:srgbClr val="008000"/>
              </a:solidFill>
              <a:latin typeface="Arial" panose="020B0604020202020204" pitchFamily="34" charset="0"/>
            </a:endParaRPr>
          </a:p>
          <a:p>
            <a:pPr eaLnBrk="1" hangingPunct="1"/>
            <a:r>
              <a:rPr lang="en-US" altLang="zh-CN" sz="1800" b="1">
                <a:solidFill>
                  <a:srgbClr val="008000"/>
                </a:solidFill>
                <a:latin typeface="Arial" panose="020B0604020202020204" pitchFamily="34" charset="0"/>
              </a:rPr>
              <a:t>/* 5*/</a:t>
            </a:r>
            <a:r>
              <a:rPr lang="en-US" altLang="zh-CN" sz="1800" b="1">
                <a:latin typeface="Arial" panose="020B0604020202020204" pitchFamily="34" charset="0"/>
              </a:rPr>
              <a:t> 		ThisSum += A[ j ];  </a:t>
            </a:r>
            <a:r>
              <a:rPr lang="en-US" altLang="zh-CN" sz="1800" b="1">
                <a:solidFill>
                  <a:srgbClr val="008000"/>
                </a:solidFill>
                <a:latin typeface="Arial" panose="020B0604020202020204" pitchFamily="34" charset="0"/>
              </a:rPr>
              <a:t>/* sum from A[ i ] to A[ j ] */</a:t>
            </a:r>
            <a:endParaRPr lang="en-US" altLang="zh-CN" sz="1800" b="1">
              <a:solidFill>
                <a:srgbClr val="008000"/>
              </a:solidFill>
              <a:latin typeface="Arial" panose="020B0604020202020204" pitchFamily="34" charset="0"/>
            </a:endParaRPr>
          </a:p>
          <a:p>
            <a:pPr eaLnBrk="1" hangingPunct="1"/>
            <a:r>
              <a:rPr lang="en-US" altLang="zh-CN" sz="1800" b="1">
                <a:solidFill>
                  <a:srgbClr val="008000"/>
                </a:solidFill>
                <a:latin typeface="Arial" panose="020B0604020202020204" pitchFamily="34" charset="0"/>
              </a:rPr>
              <a:t>/* 6*/</a:t>
            </a:r>
            <a:r>
              <a:rPr lang="en-US" altLang="zh-CN" sz="1800" b="1">
                <a:latin typeface="Arial" panose="020B0604020202020204" pitchFamily="34" charset="0"/>
              </a:rPr>
              <a:t> 		</a:t>
            </a:r>
            <a:r>
              <a:rPr lang="en-US" altLang="zh-CN" sz="1800" b="1">
                <a:solidFill>
                  <a:schemeClr val="hlink"/>
                </a:solidFill>
                <a:latin typeface="Arial" panose="020B0604020202020204" pitchFamily="34" charset="0"/>
              </a:rPr>
              <a:t>if </a:t>
            </a:r>
            <a:r>
              <a:rPr lang="en-US" altLang="zh-CN" sz="1800" b="1">
                <a:latin typeface="Arial" panose="020B0604020202020204" pitchFamily="34" charset="0"/>
              </a:rPr>
              <a:t>( ThisSum &gt; MaxSum ) </a:t>
            </a:r>
            <a:endParaRPr lang="en-US" altLang="zh-CN" sz="1800" b="1">
              <a:latin typeface="Arial" panose="020B0604020202020204" pitchFamily="34" charset="0"/>
            </a:endParaRPr>
          </a:p>
          <a:p>
            <a:pPr eaLnBrk="1" hangingPunct="1"/>
            <a:r>
              <a:rPr lang="en-US" altLang="zh-CN" sz="1800" b="1">
                <a:solidFill>
                  <a:srgbClr val="008000"/>
                </a:solidFill>
                <a:latin typeface="Arial" panose="020B0604020202020204" pitchFamily="34" charset="0"/>
              </a:rPr>
              <a:t>/* 7*/</a:t>
            </a:r>
            <a:r>
              <a:rPr lang="en-US" altLang="zh-CN" sz="1800" b="1">
                <a:latin typeface="Arial" panose="020B0604020202020204" pitchFamily="34" charset="0"/>
              </a:rPr>
              <a:t> 		      MaxSum = ThisSum;  </a:t>
            </a:r>
            <a:r>
              <a:rPr lang="en-US" altLang="zh-CN" sz="1800" b="1">
                <a:solidFill>
                  <a:srgbClr val="008000"/>
                </a:solidFill>
                <a:latin typeface="Arial" panose="020B0604020202020204" pitchFamily="34" charset="0"/>
              </a:rPr>
              <a:t>/* update max sum */</a:t>
            </a:r>
            <a:endParaRPr lang="en-US" altLang="zh-CN" sz="1800" b="1">
              <a:solidFill>
                <a:srgbClr val="008000"/>
              </a:solidFill>
              <a:latin typeface="Arial" panose="020B0604020202020204" pitchFamily="34" charset="0"/>
            </a:endParaRPr>
          </a:p>
          <a:p>
            <a:pPr eaLnBrk="1" hangingPunct="1"/>
            <a:r>
              <a:rPr lang="en-US" altLang="zh-CN" sz="1800" b="1">
                <a:solidFill>
                  <a:srgbClr val="008000"/>
                </a:solidFill>
                <a:latin typeface="Arial" panose="020B0604020202020204" pitchFamily="34" charset="0"/>
              </a:rPr>
              <a:t>	      </a:t>
            </a:r>
            <a:r>
              <a:rPr lang="en-US" altLang="zh-CN" sz="1800" b="1">
                <a:latin typeface="Arial" panose="020B0604020202020204" pitchFamily="34" charset="0"/>
              </a:rPr>
              <a:t>}</a:t>
            </a:r>
            <a:r>
              <a:rPr lang="en-US" altLang="zh-CN" sz="1800" b="1">
                <a:solidFill>
                  <a:srgbClr val="008000"/>
                </a:solidFill>
                <a:latin typeface="Arial" panose="020B0604020202020204" pitchFamily="34" charset="0"/>
              </a:rPr>
              <a:t>  /* end for-j */</a:t>
            </a:r>
            <a:endParaRPr lang="en-US" altLang="zh-CN" sz="1800" b="1">
              <a:solidFill>
                <a:srgbClr val="008000"/>
              </a:solidFill>
              <a:latin typeface="Arial" panose="020B0604020202020204" pitchFamily="34" charset="0"/>
            </a:endParaRPr>
          </a:p>
          <a:p>
            <a:pPr eaLnBrk="1" hangingPunct="1"/>
            <a:r>
              <a:rPr lang="en-US" altLang="zh-CN" sz="1800" b="1">
                <a:latin typeface="Arial" panose="020B0604020202020204" pitchFamily="34" charset="0"/>
              </a:rPr>
              <a:t>	}  </a:t>
            </a:r>
            <a:r>
              <a:rPr lang="en-US" altLang="zh-CN" sz="1800" b="1">
                <a:solidFill>
                  <a:srgbClr val="008000"/>
                </a:solidFill>
                <a:latin typeface="Arial" panose="020B0604020202020204" pitchFamily="34" charset="0"/>
              </a:rPr>
              <a:t>/* end for-i */</a:t>
            </a:r>
            <a:endParaRPr lang="en-US" altLang="zh-CN" sz="1800" b="1">
              <a:solidFill>
                <a:srgbClr val="008000"/>
              </a:solidFill>
              <a:latin typeface="Arial" panose="020B0604020202020204" pitchFamily="34" charset="0"/>
            </a:endParaRPr>
          </a:p>
          <a:p>
            <a:pPr eaLnBrk="1" hangingPunct="1"/>
            <a:r>
              <a:rPr lang="en-US" altLang="zh-CN" sz="1800" b="1">
                <a:solidFill>
                  <a:srgbClr val="008000"/>
                </a:solidFill>
                <a:latin typeface="Arial" panose="020B0604020202020204" pitchFamily="34" charset="0"/>
              </a:rPr>
              <a:t>/* 8*/</a:t>
            </a:r>
            <a:r>
              <a:rPr lang="en-US" altLang="zh-CN" sz="1800" b="1">
                <a:latin typeface="Arial" panose="020B0604020202020204" pitchFamily="34" charset="0"/>
              </a:rPr>
              <a:t> 	</a:t>
            </a:r>
            <a:r>
              <a:rPr lang="en-US" altLang="zh-CN" sz="1800" b="1">
                <a:solidFill>
                  <a:schemeClr val="hlink"/>
                </a:solidFill>
                <a:latin typeface="Arial" panose="020B0604020202020204" pitchFamily="34" charset="0"/>
              </a:rPr>
              <a:t>return</a:t>
            </a:r>
            <a:r>
              <a:rPr lang="en-US" altLang="zh-CN" sz="1800" b="1">
                <a:latin typeface="Arial" panose="020B0604020202020204" pitchFamily="34" charset="0"/>
              </a:rPr>
              <a:t>  MaxSum; </a:t>
            </a:r>
            <a:endParaRPr lang="en-US" altLang="zh-CN" sz="1800" b="1">
              <a:latin typeface="Arial" panose="020B0604020202020204" pitchFamily="34" charset="0"/>
            </a:endParaRPr>
          </a:p>
          <a:p>
            <a:pPr eaLnBrk="1" hangingPunct="1"/>
            <a:r>
              <a:rPr lang="en-US" altLang="zh-CN" sz="1800" b="1">
                <a:latin typeface="Arial" panose="020B0604020202020204" pitchFamily="34" charset="0"/>
              </a:rPr>
              <a:t>} </a:t>
            </a:r>
            <a:endParaRPr lang="en-US" altLang="zh-CN" sz="1800" b="1">
              <a:latin typeface="Arial" panose="020B0604020202020204" pitchFamily="34" charset="0"/>
            </a:endParaRPr>
          </a:p>
        </p:txBody>
      </p:sp>
      <p:sp>
        <p:nvSpPr>
          <p:cNvPr id="1049352" name="Text Box 5"/>
          <p:cNvSpPr txBox="1">
            <a:spLocks noChangeArrowheads="1"/>
          </p:cNvSpPr>
          <p:nvPr/>
        </p:nvSpPr>
        <p:spPr bwMode="auto">
          <a:xfrm>
            <a:off x="3429000" y="5791204"/>
            <a:ext cx="2667000" cy="398780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spcAft>
                <a:spcPts val="0"/>
              </a:spcAft>
            </a:pPr>
            <a:r>
              <a:rPr lang="en-US" altLang="zh-CN" sz="2000" b="1" i="1"/>
              <a:t>T</a:t>
            </a:r>
            <a:r>
              <a:rPr lang="en-US" altLang="zh-CN" sz="2000" b="1"/>
              <a:t>( </a:t>
            </a:r>
            <a:r>
              <a:rPr lang="en-US" altLang="zh-CN" sz="2000" b="1" i="1"/>
              <a:t>N</a:t>
            </a:r>
            <a:r>
              <a:rPr lang="en-US" altLang="zh-CN" sz="2000" b="1"/>
              <a:t> ) = O( </a:t>
            </a:r>
            <a:r>
              <a:rPr lang="en-US" altLang="zh-CN" sz="2000" b="1" i="1"/>
              <a:t>N</a:t>
            </a:r>
            <a:r>
              <a:rPr lang="en-US" altLang="zh-CN" sz="2000" b="1" baseline="30000"/>
              <a:t>2 </a:t>
            </a:r>
            <a:r>
              <a:rPr lang="en-US" altLang="zh-CN" sz="2000" b="1"/>
              <a:t>)</a:t>
            </a:r>
            <a:endParaRPr lang="en-US" altLang="zh-CN" sz="2000" b="1" i="1"/>
          </a:p>
        </p:txBody>
      </p:sp>
      <p:sp>
        <p:nvSpPr>
          <p:cNvPr id="104935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rtl="0">
              <a:spcAft>
                <a:spcPts val="0"/>
              </a:spcAft>
            </a:pPr>
            <a:fld id="{71B7BAC7-FE87-40F6-AA24-4F4685D1B022}" type="slidenum">
              <a:rPr lang="en-US" smtClean="0"/>
            </a:fld>
            <a:endParaRPr lang="en-US"/>
          </a:p>
        </p:txBody>
      </p:sp>
    </p:spTree>
    <p:custDataLst>
      <p:tags r:id="rId2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700"/>
    </mc:Choice>
    <mc:Fallback>
      <p:transition/>
    </mc:Fallback>
  </mc:AlternateContent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5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357" name="AutoShape 3" descr="棕色大理石"/>
          <p:cNvSpPr>
            <a:spLocks noChangeArrowheads="1"/>
          </p:cNvSpPr>
          <p:nvPr/>
        </p:nvSpPr>
        <p:spPr bwMode="auto">
          <a:xfrm>
            <a:off x="533400" y="457200"/>
            <a:ext cx="1752600" cy="533400"/>
          </a:xfrm>
          <a:prstGeom prst="bevel">
            <a:avLst>
              <a:gd name="adj" fmla="val 12500"/>
            </a:avLst>
          </a:prstGeom>
          <a:blipFill dpi="0" rotWithShape="0">
            <a:blip r:embed="rId1"/>
            <a:srcRect/>
            <a:tile tx="0" ty="0" sx="100000" sy="100000" flip="none" algn="tl"/>
          </a:blipFill>
          <a:ln>
            <a:noFill/>
          </a:ln>
        </p:spPr>
        <p:txBody>
          <a:bodyPr wrap="none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2000" b="1">
                <a:solidFill>
                  <a:schemeClr val="bg1"/>
                </a:solidFill>
                <a:latin typeface="Arial" panose="020B0604020202020204" pitchFamily="34" charset="0"/>
              </a:rPr>
              <a:t>Algorithm 3</a:t>
            </a:r>
            <a:endParaRPr lang="en-US" altLang="zh-CN" sz="2000" b="1">
              <a:solidFill>
                <a:schemeClr val="bg1"/>
              </a:solidFill>
              <a:latin typeface="Arial" panose="020B0604020202020204" pitchFamily="34" charset="0"/>
            </a:endParaRPr>
          </a:p>
        </p:txBody>
      </p:sp>
      <p:sp>
        <p:nvSpPr>
          <p:cNvPr id="1049358" name="Text Box 4"/>
          <p:cNvSpPr txBox="1">
            <a:spLocks noChangeArrowheads="1"/>
          </p:cNvSpPr>
          <p:nvPr/>
        </p:nvSpPr>
        <p:spPr bwMode="auto">
          <a:xfrm>
            <a:off x="2438400" y="533407"/>
            <a:ext cx="3429000" cy="460375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spcAft>
                <a:spcPts val="0"/>
              </a:spcAft>
            </a:pPr>
            <a:r>
              <a:rPr lang="en-US" altLang="zh-CN" b="1"/>
              <a:t>Divide and Conquer</a:t>
            </a:r>
            <a:endParaRPr lang="en-US" altLang="zh-CN" b="1"/>
          </a:p>
        </p:txBody>
      </p:sp>
      <p:sp>
        <p:nvSpPr>
          <p:cNvPr id="1049359" name="Rectangle 5"/>
          <p:cNvSpPr>
            <a:spLocks noChangeArrowheads="1"/>
          </p:cNvSpPr>
          <p:nvPr/>
        </p:nvSpPr>
        <p:spPr bwMode="auto">
          <a:xfrm>
            <a:off x="5867400" y="685800"/>
            <a:ext cx="2133600" cy="152400"/>
          </a:xfrm>
          <a:prstGeom prst="rect">
            <a:avLst/>
          </a:prstGeom>
          <a:noFill/>
          <a:ln w="38100">
            <a:solidFill>
              <a:schemeClr val="hlink"/>
            </a:solidFill>
            <a:miter lim="800000"/>
          </a:ln>
        </p:spPr>
        <p:txBody>
          <a:bodyPr wrap="none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1049360" name="Rectangle 7"/>
          <p:cNvSpPr>
            <a:spLocks noChangeArrowheads="1"/>
          </p:cNvSpPr>
          <p:nvPr/>
        </p:nvSpPr>
        <p:spPr bwMode="auto">
          <a:xfrm>
            <a:off x="6019800" y="914400"/>
            <a:ext cx="609600" cy="76200"/>
          </a:xfrm>
          <a:prstGeom prst="rect">
            <a:avLst/>
          </a:prstGeom>
          <a:solidFill>
            <a:schemeClr val="hlink"/>
          </a:solidFill>
          <a:ln>
            <a:noFill/>
          </a:ln>
        </p:spPr>
        <p:txBody>
          <a:bodyPr wrap="none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1049361" name="Rectangle 8"/>
          <p:cNvSpPr>
            <a:spLocks noChangeArrowheads="1"/>
          </p:cNvSpPr>
          <p:nvPr/>
        </p:nvSpPr>
        <p:spPr bwMode="auto">
          <a:xfrm>
            <a:off x="7315200" y="914400"/>
            <a:ext cx="457200" cy="76200"/>
          </a:xfrm>
          <a:prstGeom prst="rect">
            <a:avLst/>
          </a:prstGeom>
          <a:solidFill>
            <a:schemeClr val="hlink"/>
          </a:solidFill>
          <a:ln>
            <a:noFill/>
          </a:ln>
        </p:spPr>
        <p:txBody>
          <a:bodyPr wrap="none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1049362" name="Rectangle 9"/>
          <p:cNvSpPr>
            <a:spLocks noChangeArrowheads="1"/>
          </p:cNvSpPr>
          <p:nvPr/>
        </p:nvSpPr>
        <p:spPr bwMode="auto">
          <a:xfrm>
            <a:off x="6172200" y="1066800"/>
            <a:ext cx="1295400" cy="76200"/>
          </a:xfrm>
          <a:prstGeom prst="rect">
            <a:avLst/>
          </a:prstGeom>
          <a:solidFill>
            <a:schemeClr val="hlink"/>
          </a:solidFill>
          <a:ln>
            <a:noFill/>
          </a:ln>
        </p:spPr>
        <p:txBody>
          <a:bodyPr wrap="none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1049363" name="Line 6"/>
          <p:cNvSpPr>
            <a:spLocks noChangeShapeType="1"/>
          </p:cNvSpPr>
          <p:nvPr/>
        </p:nvSpPr>
        <p:spPr bwMode="auto">
          <a:xfrm>
            <a:off x="6934200" y="533400"/>
            <a:ext cx="0" cy="68580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</a:ln>
        </p:spPr>
        <p:txBody>
          <a:bodyPr/>
          <a:p>
            <a:endParaRPr lang="zh-CN" altLang="en-US"/>
          </a:p>
        </p:txBody>
      </p:sp>
      <p:grpSp>
        <p:nvGrpSpPr>
          <p:cNvPr id="354" name="Group 24"/>
          <p:cNvGrpSpPr/>
          <p:nvPr/>
        </p:nvGrpSpPr>
        <p:grpSpPr bwMode="auto">
          <a:xfrm>
            <a:off x="1524000" y="1828800"/>
            <a:ext cx="5486400" cy="533400"/>
            <a:chOff x="960" y="1680"/>
            <a:chExt cx="3456" cy="336"/>
          </a:xfrm>
        </p:grpSpPr>
        <p:sp>
          <p:nvSpPr>
            <p:cNvPr id="1049364" name="Rectangle 11"/>
            <p:cNvSpPr>
              <a:spLocks noChangeArrowheads="1"/>
            </p:cNvSpPr>
            <p:nvPr/>
          </p:nvSpPr>
          <p:spPr bwMode="auto">
            <a:xfrm>
              <a:off x="960" y="1680"/>
              <a:ext cx="432" cy="336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sz="2800" b="1"/>
                <a:t>4</a:t>
              </a:r>
              <a:endParaRPr lang="en-US" altLang="zh-CN" sz="2800" b="1"/>
            </a:p>
          </p:txBody>
        </p:sp>
        <p:sp>
          <p:nvSpPr>
            <p:cNvPr id="1049365" name="Rectangle 16"/>
            <p:cNvSpPr>
              <a:spLocks noChangeArrowheads="1"/>
            </p:cNvSpPr>
            <p:nvPr/>
          </p:nvSpPr>
          <p:spPr bwMode="auto">
            <a:xfrm>
              <a:off x="1392" y="1680"/>
              <a:ext cx="432" cy="336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sz="2800" b="1">
                  <a:sym typeface="Symbol" panose="05050102010706020507" pitchFamily="18" charset="2"/>
                </a:rPr>
                <a:t></a:t>
              </a:r>
              <a:r>
                <a:rPr lang="en-US" altLang="zh-CN" sz="2800" b="1"/>
                <a:t>3</a:t>
              </a:r>
              <a:endParaRPr lang="en-US" altLang="zh-CN" sz="2800" b="1"/>
            </a:p>
          </p:txBody>
        </p:sp>
        <p:sp>
          <p:nvSpPr>
            <p:cNvPr id="1049366" name="Rectangle 17"/>
            <p:cNvSpPr>
              <a:spLocks noChangeArrowheads="1"/>
            </p:cNvSpPr>
            <p:nvPr/>
          </p:nvSpPr>
          <p:spPr bwMode="auto">
            <a:xfrm>
              <a:off x="1824" y="1680"/>
              <a:ext cx="432" cy="336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sz="2800" b="1"/>
                <a:t>5</a:t>
              </a:r>
              <a:endParaRPr lang="en-US" altLang="zh-CN" sz="2800" b="1"/>
            </a:p>
          </p:txBody>
        </p:sp>
        <p:sp>
          <p:nvSpPr>
            <p:cNvPr id="1049367" name="Rectangle 18"/>
            <p:cNvSpPr>
              <a:spLocks noChangeArrowheads="1"/>
            </p:cNvSpPr>
            <p:nvPr/>
          </p:nvSpPr>
          <p:spPr bwMode="auto">
            <a:xfrm>
              <a:off x="2256" y="1680"/>
              <a:ext cx="432" cy="336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sz="2800" b="1">
                  <a:sym typeface="Symbol" panose="05050102010706020507" pitchFamily="18" charset="2"/>
                </a:rPr>
                <a:t></a:t>
              </a:r>
              <a:r>
                <a:rPr lang="en-US" altLang="zh-CN" sz="2800" b="1"/>
                <a:t>2</a:t>
              </a:r>
              <a:endParaRPr lang="en-US" altLang="zh-CN" sz="2800" b="1"/>
            </a:p>
          </p:txBody>
        </p:sp>
        <p:sp>
          <p:nvSpPr>
            <p:cNvPr id="1049368" name="Rectangle 19"/>
            <p:cNvSpPr>
              <a:spLocks noChangeArrowheads="1"/>
            </p:cNvSpPr>
            <p:nvPr/>
          </p:nvSpPr>
          <p:spPr bwMode="auto">
            <a:xfrm>
              <a:off x="2688" y="1680"/>
              <a:ext cx="432" cy="336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sz="2800" b="1">
                  <a:sym typeface="Symbol" panose="05050102010706020507" pitchFamily="18" charset="2"/>
                </a:rPr>
                <a:t></a:t>
              </a:r>
              <a:r>
                <a:rPr lang="en-US" altLang="zh-CN" sz="2800" b="1"/>
                <a:t>1</a:t>
              </a:r>
              <a:endParaRPr lang="en-US" altLang="zh-CN" sz="2800" b="1"/>
            </a:p>
          </p:txBody>
        </p:sp>
        <p:sp>
          <p:nvSpPr>
            <p:cNvPr id="1049369" name="Rectangle 20"/>
            <p:cNvSpPr>
              <a:spLocks noChangeArrowheads="1"/>
            </p:cNvSpPr>
            <p:nvPr/>
          </p:nvSpPr>
          <p:spPr bwMode="auto">
            <a:xfrm>
              <a:off x="3120" y="1680"/>
              <a:ext cx="432" cy="336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sz="2800" b="1"/>
                <a:t>2</a:t>
              </a:r>
              <a:endParaRPr lang="en-US" altLang="zh-CN" sz="2800" b="1"/>
            </a:p>
          </p:txBody>
        </p:sp>
        <p:sp>
          <p:nvSpPr>
            <p:cNvPr id="1049370" name="Rectangle 21"/>
            <p:cNvSpPr>
              <a:spLocks noChangeArrowheads="1"/>
            </p:cNvSpPr>
            <p:nvPr/>
          </p:nvSpPr>
          <p:spPr bwMode="auto">
            <a:xfrm>
              <a:off x="3552" y="1680"/>
              <a:ext cx="432" cy="336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sz="2800" b="1"/>
                <a:t>6</a:t>
              </a:r>
              <a:endParaRPr lang="en-US" altLang="zh-CN" sz="2800" b="1"/>
            </a:p>
          </p:txBody>
        </p:sp>
        <p:sp>
          <p:nvSpPr>
            <p:cNvPr id="1049371" name="Rectangle 22"/>
            <p:cNvSpPr>
              <a:spLocks noChangeArrowheads="1"/>
            </p:cNvSpPr>
            <p:nvPr/>
          </p:nvSpPr>
          <p:spPr bwMode="auto">
            <a:xfrm>
              <a:off x="3984" y="1680"/>
              <a:ext cx="432" cy="336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sz="2800" b="1">
                  <a:sym typeface="Symbol" panose="05050102010706020507" pitchFamily="18" charset="2"/>
                </a:rPr>
                <a:t></a:t>
              </a:r>
              <a:r>
                <a:rPr lang="en-US" altLang="zh-CN" sz="2800" b="1"/>
                <a:t>2</a:t>
              </a:r>
              <a:endParaRPr lang="en-US" altLang="zh-CN" sz="2800" b="1"/>
            </a:p>
          </p:txBody>
        </p:sp>
        <p:sp>
          <p:nvSpPr>
            <p:cNvPr id="1049372" name="Rectangle 23"/>
            <p:cNvSpPr>
              <a:spLocks noChangeArrowheads="1"/>
            </p:cNvSpPr>
            <p:nvPr/>
          </p:nvSpPr>
          <p:spPr bwMode="auto">
            <a:xfrm>
              <a:off x="960" y="1680"/>
              <a:ext cx="3456" cy="336"/>
            </a:xfrm>
            <a:prstGeom prst="rect">
              <a:avLst/>
            </a:prstGeom>
            <a:noFill/>
            <a:ln w="38100">
              <a:solidFill>
                <a:schemeClr val="hlink"/>
              </a:solidFill>
              <a:miter lim="800000"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</p:grpSp>
      <p:sp>
        <p:nvSpPr>
          <p:cNvPr id="1049373" name="AutoShape 25"/>
          <p:cNvSpPr>
            <a:spLocks noChangeArrowheads="1"/>
          </p:cNvSpPr>
          <p:nvPr/>
        </p:nvSpPr>
        <p:spPr bwMode="auto">
          <a:xfrm>
            <a:off x="3962400" y="1143000"/>
            <a:ext cx="1524000" cy="457200"/>
          </a:xfrm>
          <a:prstGeom prst="wedgeRectCallout">
            <a:avLst>
              <a:gd name="adj1" fmla="val 95417"/>
              <a:gd name="adj2" fmla="val -61806"/>
            </a:avLst>
          </a:prstGeom>
          <a:gradFill rotWithShape="0">
            <a:gsLst>
              <a:gs pos="0">
                <a:srgbClr val="FFFFFF"/>
              </a:gs>
              <a:gs pos="100000">
                <a:srgbClr val="C0C0C0"/>
              </a:gs>
            </a:gsLst>
            <a:lin ang="18900000" scaled="1"/>
          </a:gradFill>
          <a:ln w="9525">
            <a:solidFill>
              <a:schemeClr val="tx1"/>
            </a:solidFill>
            <a:miter lim="800000"/>
          </a:ln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b="1"/>
              <a:t>conquer</a:t>
            </a:r>
            <a:endParaRPr lang="en-US" altLang="zh-CN" b="1"/>
          </a:p>
        </p:txBody>
      </p:sp>
      <p:sp>
        <p:nvSpPr>
          <p:cNvPr id="1049374" name="AutoShape 26"/>
          <p:cNvSpPr>
            <a:spLocks noChangeArrowheads="1"/>
          </p:cNvSpPr>
          <p:nvPr/>
        </p:nvSpPr>
        <p:spPr bwMode="auto">
          <a:xfrm>
            <a:off x="7162800" y="1219200"/>
            <a:ext cx="1524000" cy="457200"/>
          </a:xfrm>
          <a:prstGeom prst="wedgeRectCallout">
            <a:avLst>
              <a:gd name="adj1" fmla="val -64583"/>
              <a:gd name="adj2" fmla="val -122917"/>
            </a:avLst>
          </a:prstGeom>
          <a:gradFill rotWithShape="0">
            <a:gsLst>
              <a:gs pos="0">
                <a:srgbClr val="FFFFFF"/>
              </a:gs>
              <a:gs pos="100000">
                <a:srgbClr val="C0C0C0"/>
              </a:gs>
            </a:gsLst>
            <a:lin ang="18900000" scaled="1"/>
          </a:gradFill>
          <a:ln w="9525">
            <a:solidFill>
              <a:schemeClr val="tx1"/>
            </a:solidFill>
            <a:miter lim="800000"/>
          </a:ln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b="1"/>
              <a:t>divide</a:t>
            </a:r>
            <a:endParaRPr lang="en-US" altLang="zh-CN" b="1"/>
          </a:p>
        </p:txBody>
      </p:sp>
      <p:sp>
        <p:nvSpPr>
          <p:cNvPr id="1049375" name="Line 27"/>
          <p:cNvSpPr>
            <a:spLocks noChangeShapeType="1"/>
          </p:cNvSpPr>
          <p:nvPr/>
        </p:nvSpPr>
        <p:spPr bwMode="auto">
          <a:xfrm>
            <a:off x="4267200" y="1828800"/>
            <a:ext cx="0" cy="533400"/>
          </a:xfrm>
          <a:prstGeom prst="line">
            <a:avLst/>
          </a:prstGeom>
          <a:noFill/>
          <a:ln w="76200">
            <a:solidFill>
              <a:srgbClr val="FF0000"/>
            </a:solidFill>
            <a:round/>
          </a:ln>
        </p:spPr>
        <p:txBody>
          <a:bodyPr/>
          <a:p>
            <a:endParaRPr lang="zh-CN" altLang="en-US"/>
          </a:p>
        </p:txBody>
      </p:sp>
      <p:sp>
        <p:nvSpPr>
          <p:cNvPr id="1049376" name="Line 28"/>
          <p:cNvSpPr>
            <a:spLocks noChangeShapeType="1"/>
          </p:cNvSpPr>
          <p:nvPr/>
        </p:nvSpPr>
        <p:spPr bwMode="auto">
          <a:xfrm>
            <a:off x="2895600" y="1828800"/>
            <a:ext cx="0" cy="533400"/>
          </a:xfrm>
          <a:prstGeom prst="line">
            <a:avLst/>
          </a:prstGeom>
          <a:noFill/>
          <a:ln w="50800">
            <a:solidFill>
              <a:srgbClr val="FF6600"/>
            </a:solidFill>
            <a:round/>
          </a:ln>
        </p:spPr>
        <p:txBody>
          <a:bodyPr/>
          <a:p>
            <a:endParaRPr lang="zh-CN" altLang="en-US"/>
          </a:p>
        </p:txBody>
      </p:sp>
      <p:sp>
        <p:nvSpPr>
          <p:cNvPr id="1049377" name="Line 29"/>
          <p:cNvSpPr>
            <a:spLocks noChangeShapeType="1"/>
          </p:cNvSpPr>
          <p:nvPr/>
        </p:nvSpPr>
        <p:spPr bwMode="auto">
          <a:xfrm>
            <a:off x="2209800" y="1828800"/>
            <a:ext cx="0" cy="533400"/>
          </a:xfrm>
          <a:prstGeom prst="line">
            <a:avLst/>
          </a:prstGeom>
          <a:noFill/>
          <a:ln w="25400">
            <a:solidFill>
              <a:srgbClr val="FF9900"/>
            </a:solidFill>
            <a:round/>
          </a:ln>
        </p:spPr>
        <p:txBody>
          <a:bodyPr/>
          <a:p>
            <a:endParaRPr lang="zh-CN" altLang="en-US"/>
          </a:p>
        </p:txBody>
      </p:sp>
      <p:sp>
        <p:nvSpPr>
          <p:cNvPr id="1049378" name="Rectangle 30"/>
          <p:cNvSpPr>
            <a:spLocks noChangeArrowheads="1"/>
          </p:cNvSpPr>
          <p:nvPr/>
        </p:nvSpPr>
        <p:spPr bwMode="auto">
          <a:xfrm>
            <a:off x="1524000" y="2514600"/>
            <a:ext cx="685800" cy="304800"/>
          </a:xfrm>
          <a:prstGeom prst="rect">
            <a:avLst/>
          </a:prstGeom>
          <a:noFill/>
          <a:ln w="25400">
            <a:solidFill>
              <a:srgbClr val="FF9900"/>
            </a:solidFill>
            <a:miter lim="800000"/>
          </a:ln>
        </p:spPr>
        <p:txBody>
          <a:bodyPr wrap="none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Aft>
                <a:spcPts val="0"/>
              </a:spcAft>
            </a:pPr>
            <a:r>
              <a:rPr lang="en-US" altLang="zh-CN" sz="2000" b="1"/>
              <a:t>4</a:t>
            </a:r>
            <a:endParaRPr lang="en-US" altLang="zh-CN" sz="2000" b="1"/>
          </a:p>
        </p:txBody>
      </p:sp>
      <p:sp>
        <p:nvSpPr>
          <p:cNvPr id="1049379" name="Rectangle 31"/>
          <p:cNvSpPr>
            <a:spLocks noChangeArrowheads="1"/>
          </p:cNvSpPr>
          <p:nvPr/>
        </p:nvSpPr>
        <p:spPr bwMode="auto">
          <a:xfrm>
            <a:off x="2895600" y="2514600"/>
            <a:ext cx="685800" cy="304800"/>
          </a:xfrm>
          <a:prstGeom prst="rect">
            <a:avLst/>
          </a:prstGeom>
          <a:noFill/>
          <a:ln w="25400">
            <a:solidFill>
              <a:srgbClr val="FF9900"/>
            </a:solidFill>
            <a:miter lim="800000"/>
          </a:ln>
        </p:spPr>
        <p:txBody>
          <a:bodyPr wrap="none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Aft>
                <a:spcPts val="0"/>
              </a:spcAft>
            </a:pPr>
            <a:r>
              <a:rPr lang="en-US" altLang="zh-CN" sz="2000" b="1"/>
              <a:t>5</a:t>
            </a:r>
            <a:endParaRPr lang="en-US" altLang="zh-CN" sz="2000" b="1"/>
          </a:p>
        </p:txBody>
      </p:sp>
      <p:sp>
        <p:nvSpPr>
          <p:cNvPr id="1049380" name="Line 32"/>
          <p:cNvSpPr>
            <a:spLocks noChangeShapeType="1"/>
          </p:cNvSpPr>
          <p:nvPr/>
        </p:nvSpPr>
        <p:spPr bwMode="auto">
          <a:xfrm>
            <a:off x="3581400" y="1828800"/>
            <a:ext cx="0" cy="533400"/>
          </a:xfrm>
          <a:prstGeom prst="line">
            <a:avLst/>
          </a:prstGeom>
          <a:noFill/>
          <a:ln w="25400">
            <a:solidFill>
              <a:srgbClr val="FF9900"/>
            </a:solidFill>
            <a:round/>
          </a:ln>
        </p:spPr>
        <p:txBody>
          <a:bodyPr/>
          <a:p>
            <a:endParaRPr lang="zh-CN" altLang="en-US"/>
          </a:p>
        </p:txBody>
      </p:sp>
      <p:sp>
        <p:nvSpPr>
          <p:cNvPr id="1049381" name="Rectangle 33"/>
          <p:cNvSpPr>
            <a:spLocks noChangeArrowheads="1"/>
          </p:cNvSpPr>
          <p:nvPr/>
        </p:nvSpPr>
        <p:spPr bwMode="auto">
          <a:xfrm>
            <a:off x="1524000" y="2971800"/>
            <a:ext cx="1371600" cy="304800"/>
          </a:xfrm>
          <a:prstGeom prst="rect">
            <a:avLst/>
          </a:prstGeom>
          <a:noFill/>
          <a:ln w="50800">
            <a:solidFill>
              <a:srgbClr val="FF6600"/>
            </a:solidFill>
            <a:miter lim="800000"/>
          </a:ln>
        </p:spPr>
        <p:txBody>
          <a:bodyPr wrap="none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1049382" name="Rectangle 34"/>
          <p:cNvSpPr>
            <a:spLocks noChangeArrowheads="1"/>
          </p:cNvSpPr>
          <p:nvPr/>
        </p:nvSpPr>
        <p:spPr bwMode="auto">
          <a:xfrm>
            <a:off x="2895600" y="2971800"/>
            <a:ext cx="685800" cy="304800"/>
          </a:xfrm>
          <a:prstGeom prst="rect">
            <a:avLst/>
          </a:prstGeom>
          <a:noFill/>
          <a:ln w="50800">
            <a:solidFill>
              <a:srgbClr val="FF6600"/>
            </a:solidFill>
            <a:miter lim="800000"/>
          </a:ln>
        </p:spPr>
        <p:txBody>
          <a:bodyPr wrap="none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1049383" name="Rectangle 35"/>
          <p:cNvSpPr>
            <a:spLocks noChangeArrowheads="1"/>
          </p:cNvSpPr>
          <p:nvPr/>
        </p:nvSpPr>
        <p:spPr bwMode="auto">
          <a:xfrm>
            <a:off x="1524000" y="2971800"/>
            <a:ext cx="2057400" cy="304800"/>
          </a:xfrm>
          <a:prstGeom prst="rect">
            <a:avLst/>
          </a:prstGeom>
          <a:solidFill>
            <a:srgbClr val="FF6600">
              <a:alpha val="50195"/>
            </a:srgbClr>
          </a:solidFill>
          <a:ln>
            <a:noFill/>
          </a:ln>
        </p:spPr>
        <p:txBody>
          <a:bodyPr wrap="none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Aft>
                <a:spcPts val="0"/>
              </a:spcAft>
            </a:pPr>
            <a:r>
              <a:rPr lang="en-US" altLang="zh-CN" sz="2000" b="1"/>
              <a:t>6</a:t>
            </a:r>
            <a:endParaRPr lang="en-US" altLang="zh-CN" sz="2000" b="1"/>
          </a:p>
        </p:txBody>
      </p:sp>
      <p:sp>
        <p:nvSpPr>
          <p:cNvPr id="1049384" name="Line 36"/>
          <p:cNvSpPr>
            <a:spLocks noChangeShapeType="1"/>
          </p:cNvSpPr>
          <p:nvPr/>
        </p:nvSpPr>
        <p:spPr bwMode="auto">
          <a:xfrm>
            <a:off x="5638800" y="1828800"/>
            <a:ext cx="0" cy="533400"/>
          </a:xfrm>
          <a:prstGeom prst="line">
            <a:avLst/>
          </a:prstGeom>
          <a:noFill/>
          <a:ln w="50800">
            <a:solidFill>
              <a:srgbClr val="FF6600"/>
            </a:solidFill>
            <a:round/>
          </a:ln>
        </p:spPr>
        <p:txBody>
          <a:bodyPr/>
          <a:p>
            <a:endParaRPr lang="zh-CN" altLang="en-US"/>
          </a:p>
        </p:txBody>
      </p:sp>
      <p:sp>
        <p:nvSpPr>
          <p:cNvPr id="1049385" name="Line 37"/>
          <p:cNvSpPr>
            <a:spLocks noChangeShapeType="1"/>
          </p:cNvSpPr>
          <p:nvPr/>
        </p:nvSpPr>
        <p:spPr bwMode="auto">
          <a:xfrm>
            <a:off x="4953000" y="1828800"/>
            <a:ext cx="0" cy="533400"/>
          </a:xfrm>
          <a:prstGeom prst="line">
            <a:avLst/>
          </a:prstGeom>
          <a:noFill/>
          <a:ln w="25400">
            <a:solidFill>
              <a:srgbClr val="FF9900"/>
            </a:solidFill>
            <a:round/>
          </a:ln>
        </p:spPr>
        <p:txBody>
          <a:bodyPr/>
          <a:p>
            <a:endParaRPr lang="zh-CN" altLang="en-US"/>
          </a:p>
        </p:txBody>
      </p:sp>
      <p:sp>
        <p:nvSpPr>
          <p:cNvPr id="1049386" name="Rectangle 38"/>
          <p:cNvSpPr>
            <a:spLocks noChangeArrowheads="1"/>
          </p:cNvSpPr>
          <p:nvPr/>
        </p:nvSpPr>
        <p:spPr bwMode="auto">
          <a:xfrm>
            <a:off x="4953000" y="2514600"/>
            <a:ext cx="685800" cy="304800"/>
          </a:xfrm>
          <a:prstGeom prst="rect">
            <a:avLst/>
          </a:prstGeom>
          <a:noFill/>
          <a:ln w="25400">
            <a:solidFill>
              <a:srgbClr val="FF9900"/>
            </a:solidFill>
            <a:miter lim="800000"/>
          </a:ln>
        </p:spPr>
        <p:txBody>
          <a:bodyPr wrap="none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Aft>
                <a:spcPts val="0"/>
              </a:spcAft>
            </a:pPr>
            <a:r>
              <a:rPr lang="en-US" altLang="zh-CN" sz="2000" b="1"/>
              <a:t>2</a:t>
            </a:r>
            <a:endParaRPr lang="en-US" altLang="zh-CN" sz="2000" b="1"/>
          </a:p>
        </p:txBody>
      </p:sp>
      <p:sp>
        <p:nvSpPr>
          <p:cNvPr id="1049387" name="Rectangle 39"/>
          <p:cNvSpPr>
            <a:spLocks noChangeArrowheads="1"/>
          </p:cNvSpPr>
          <p:nvPr/>
        </p:nvSpPr>
        <p:spPr bwMode="auto">
          <a:xfrm>
            <a:off x="5638800" y="2514600"/>
            <a:ext cx="685800" cy="304800"/>
          </a:xfrm>
          <a:prstGeom prst="rect">
            <a:avLst/>
          </a:prstGeom>
          <a:noFill/>
          <a:ln w="25400">
            <a:solidFill>
              <a:srgbClr val="FF9900"/>
            </a:solidFill>
            <a:miter lim="800000"/>
          </a:ln>
        </p:spPr>
        <p:txBody>
          <a:bodyPr wrap="none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Aft>
                <a:spcPts val="0"/>
              </a:spcAft>
            </a:pPr>
            <a:r>
              <a:rPr lang="en-US" altLang="zh-CN" sz="2000" b="1"/>
              <a:t>6</a:t>
            </a:r>
            <a:endParaRPr lang="en-US" altLang="zh-CN" sz="2000" b="1"/>
          </a:p>
        </p:txBody>
      </p:sp>
      <p:sp>
        <p:nvSpPr>
          <p:cNvPr id="1049388" name="Rectangle 40"/>
          <p:cNvSpPr>
            <a:spLocks noChangeArrowheads="1"/>
          </p:cNvSpPr>
          <p:nvPr/>
        </p:nvSpPr>
        <p:spPr bwMode="auto">
          <a:xfrm>
            <a:off x="4953000" y="2971800"/>
            <a:ext cx="685800" cy="304800"/>
          </a:xfrm>
          <a:prstGeom prst="rect">
            <a:avLst/>
          </a:prstGeom>
          <a:noFill/>
          <a:ln w="50800">
            <a:solidFill>
              <a:srgbClr val="FF6600"/>
            </a:solidFill>
            <a:miter lim="800000"/>
          </a:ln>
        </p:spPr>
        <p:txBody>
          <a:bodyPr wrap="none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1049389" name="Rectangle 42"/>
          <p:cNvSpPr>
            <a:spLocks noChangeArrowheads="1"/>
          </p:cNvSpPr>
          <p:nvPr/>
        </p:nvSpPr>
        <p:spPr bwMode="auto">
          <a:xfrm>
            <a:off x="5638800" y="2971800"/>
            <a:ext cx="685800" cy="304800"/>
          </a:xfrm>
          <a:prstGeom prst="rect">
            <a:avLst/>
          </a:prstGeom>
          <a:noFill/>
          <a:ln w="50800">
            <a:solidFill>
              <a:srgbClr val="FF6600"/>
            </a:solidFill>
            <a:miter lim="800000"/>
          </a:ln>
        </p:spPr>
        <p:txBody>
          <a:bodyPr wrap="none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1049390" name="Rectangle 43"/>
          <p:cNvSpPr>
            <a:spLocks noChangeArrowheads="1"/>
          </p:cNvSpPr>
          <p:nvPr/>
        </p:nvSpPr>
        <p:spPr bwMode="auto">
          <a:xfrm>
            <a:off x="4953000" y="2971800"/>
            <a:ext cx="1371600" cy="304800"/>
          </a:xfrm>
          <a:prstGeom prst="rect">
            <a:avLst/>
          </a:prstGeom>
          <a:solidFill>
            <a:srgbClr val="FF6600">
              <a:alpha val="50195"/>
            </a:srgbClr>
          </a:solidFill>
          <a:ln>
            <a:noFill/>
          </a:ln>
        </p:spPr>
        <p:txBody>
          <a:bodyPr wrap="none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Aft>
                <a:spcPts val="0"/>
              </a:spcAft>
            </a:pPr>
            <a:r>
              <a:rPr lang="en-US" altLang="zh-CN" sz="2000" b="1"/>
              <a:t>8</a:t>
            </a:r>
            <a:endParaRPr lang="en-US" altLang="zh-CN" sz="2000" b="1"/>
          </a:p>
        </p:txBody>
      </p:sp>
      <p:sp>
        <p:nvSpPr>
          <p:cNvPr id="1049391" name="Rectangle 44"/>
          <p:cNvSpPr>
            <a:spLocks noChangeArrowheads="1"/>
          </p:cNvSpPr>
          <p:nvPr/>
        </p:nvSpPr>
        <p:spPr bwMode="auto">
          <a:xfrm>
            <a:off x="1524000" y="3429000"/>
            <a:ext cx="2743200" cy="304800"/>
          </a:xfrm>
          <a:prstGeom prst="rect">
            <a:avLst/>
          </a:prstGeom>
          <a:noFill/>
          <a:ln w="76200">
            <a:solidFill>
              <a:srgbClr val="FF0000"/>
            </a:solidFill>
            <a:miter lim="800000"/>
          </a:ln>
        </p:spPr>
        <p:txBody>
          <a:bodyPr wrap="none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1049392" name="Rectangle 45"/>
          <p:cNvSpPr>
            <a:spLocks noChangeArrowheads="1"/>
          </p:cNvSpPr>
          <p:nvPr/>
        </p:nvSpPr>
        <p:spPr bwMode="auto">
          <a:xfrm>
            <a:off x="4267200" y="3429000"/>
            <a:ext cx="2057400" cy="304800"/>
          </a:xfrm>
          <a:prstGeom prst="rect">
            <a:avLst/>
          </a:prstGeom>
          <a:noFill/>
          <a:ln w="76200">
            <a:solidFill>
              <a:srgbClr val="FF0000"/>
            </a:solidFill>
            <a:miter lim="800000"/>
          </a:ln>
        </p:spPr>
        <p:txBody>
          <a:bodyPr wrap="none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1049393" name="Rectangle 46"/>
          <p:cNvSpPr>
            <a:spLocks noChangeArrowheads="1"/>
          </p:cNvSpPr>
          <p:nvPr/>
        </p:nvSpPr>
        <p:spPr bwMode="auto">
          <a:xfrm>
            <a:off x="1524000" y="3429000"/>
            <a:ext cx="4800600" cy="3048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wrap="none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Aft>
                <a:spcPts val="0"/>
              </a:spcAft>
            </a:pPr>
            <a:r>
              <a:rPr lang="en-US" altLang="zh-CN" sz="2000" b="1">
                <a:solidFill>
                  <a:schemeClr val="bg1"/>
                </a:solidFill>
              </a:rPr>
              <a:t>11</a:t>
            </a:r>
            <a:endParaRPr lang="en-US" altLang="zh-CN" sz="2000" b="1">
              <a:solidFill>
                <a:schemeClr val="bg1"/>
              </a:solidFill>
            </a:endParaRPr>
          </a:p>
        </p:txBody>
      </p:sp>
      <p:sp>
        <p:nvSpPr>
          <p:cNvPr id="1049394" name="Line 47"/>
          <p:cNvSpPr>
            <a:spLocks noChangeShapeType="1"/>
          </p:cNvSpPr>
          <p:nvPr/>
        </p:nvSpPr>
        <p:spPr bwMode="auto">
          <a:xfrm>
            <a:off x="6324600" y="1828800"/>
            <a:ext cx="0" cy="533400"/>
          </a:xfrm>
          <a:prstGeom prst="line">
            <a:avLst/>
          </a:prstGeom>
          <a:noFill/>
          <a:ln w="25400">
            <a:solidFill>
              <a:srgbClr val="FF9900"/>
            </a:solidFill>
            <a:round/>
          </a:ln>
        </p:spPr>
        <p:txBody>
          <a:bodyPr/>
          <a:p>
            <a:endParaRPr lang="zh-CN" altLang="en-US"/>
          </a:p>
        </p:txBody>
      </p:sp>
      <p:sp>
        <p:nvSpPr>
          <p:cNvPr id="1049395" name="AutoShape 48"/>
          <p:cNvSpPr>
            <a:spLocks noChangeArrowheads="1"/>
          </p:cNvSpPr>
          <p:nvPr/>
        </p:nvSpPr>
        <p:spPr bwMode="auto">
          <a:xfrm>
            <a:off x="1066800" y="3962400"/>
            <a:ext cx="1524000" cy="762000"/>
          </a:xfrm>
          <a:prstGeom prst="wedgeEllipseCallout">
            <a:avLst>
              <a:gd name="adj1" fmla="val 45417"/>
              <a:gd name="adj2" fmla="val -136042"/>
            </a:avLst>
          </a:prstGeom>
          <a:gradFill rotWithShape="0">
            <a:gsLst>
              <a:gs pos="0">
                <a:srgbClr val="FFFFFF"/>
              </a:gs>
              <a:gs pos="100000">
                <a:srgbClr val="C0C0C0"/>
              </a:gs>
            </a:gsLst>
            <a:lin ang="18900000" scaled="1"/>
          </a:gradFill>
          <a:ln w="9525">
            <a:solidFill>
              <a:schemeClr val="tx1"/>
            </a:solidFill>
            <a:miter lim="800000"/>
          </a:ln>
        </p:spPr>
        <p:txBody>
          <a:bodyPr anchor="ctr"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2000" b="1" i="1"/>
              <a:t>T </a:t>
            </a:r>
            <a:r>
              <a:rPr lang="en-US" altLang="zh-CN" sz="2000" b="1"/>
              <a:t>( </a:t>
            </a:r>
            <a:r>
              <a:rPr lang="en-US" altLang="zh-CN" sz="2000" b="1" i="1"/>
              <a:t>N</a:t>
            </a:r>
            <a:r>
              <a:rPr lang="en-US" altLang="zh-CN" sz="2000" b="1"/>
              <a:t>/2 )</a:t>
            </a:r>
            <a:endParaRPr lang="en-US" altLang="zh-CN" sz="2000" b="1" i="1"/>
          </a:p>
        </p:txBody>
      </p:sp>
      <p:sp>
        <p:nvSpPr>
          <p:cNvPr id="1049396" name="AutoShape 49"/>
          <p:cNvSpPr>
            <a:spLocks noChangeArrowheads="1"/>
          </p:cNvSpPr>
          <p:nvPr/>
        </p:nvSpPr>
        <p:spPr bwMode="auto">
          <a:xfrm>
            <a:off x="6019800" y="3962400"/>
            <a:ext cx="1524000" cy="762000"/>
          </a:xfrm>
          <a:prstGeom prst="wedgeEllipseCallout">
            <a:avLst>
              <a:gd name="adj1" fmla="val -73750"/>
              <a:gd name="adj2" fmla="val -136042"/>
            </a:avLst>
          </a:prstGeom>
          <a:gradFill rotWithShape="0">
            <a:gsLst>
              <a:gs pos="0">
                <a:srgbClr val="FFFFFF"/>
              </a:gs>
              <a:gs pos="100000">
                <a:srgbClr val="C0C0C0"/>
              </a:gs>
            </a:gsLst>
            <a:lin ang="18900000" scaled="1"/>
          </a:gradFill>
          <a:ln w="9525">
            <a:solidFill>
              <a:schemeClr val="tx1"/>
            </a:solidFill>
            <a:miter lim="800000"/>
          </a:ln>
        </p:spPr>
        <p:txBody>
          <a:bodyPr anchor="ctr"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2000" b="1" i="1"/>
              <a:t>T </a:t>
            </a:r>
            <a:r>
              <a:rPr lang="en-US" altLang="zh-CN" sz="2000" b="1"/>
              <a:t>( </a:t>
            </a:r>
            <a:r>
              <a:rPr lang="en-US" altLang="zh-CN" sz="2000" b="1" i="1"/>
              <a:t>N</a:t>
            </a:r>
            <a:r>
              <a:rPr lang="en-US" altLang="zh-CN" sz="2000" b="1"/>
              <a:t>/2 )</a:t>
            </a:r>
            <a:endParaRPr lang="en-US" altLang="zh-CN" sz="2000" b="1" i="1"/>
          </a:p>
        </p:txBody>
      </p:sp>
      <p:sp>
        <p:nvSpPr>
          <p:cNvPr id="1049397" name="AutoShape 50"/>
          <p:cNvSpPr>
            <a:spLocks noChangeArrowheads="1"/>
          </p:cNvSpPr>
          <p:nvPr/>
        </p:nvSpPr>
        <p:spPr bwMode="auto">
          <a:xfrm>
            <a:off x="3657600" y="3962400"/>
            <a:ext cx="1524000" cy="762000"/>
          </a:xfrm>
          <a:prstGeom prst="wedgeEllipseCallout">
            <a:avLst>
              <a:gd name="adj1" fmla="val -23750"/>
              <a:gd name="adj2" fmla="val -71042"/>
            </a:avLst>
          </a:prstGeom>
          <a:gradFill rotWithShape="0">
            <a:gsLst>
              <a:gs pos="0">
                <a:srgbClr val="FFFFFF"/>
              </a:gs>
              <a:gs pos="100000">
                <a:srgbClr val="C0C0C0"/>
              </a:gs>
            </a:gsLst>
            <a:lin ang="18900000" scaled="1"/>
          </a:gradFill>
          <a:ln w="9525">
            <a:solidFill>
              <a:schemeClr val="tx1"/>
            </a:solidFill>
            <a:miter lim="800000"/>
          </a:ln>
        </p:spPr>
        <p:txBody>
          <a:bodyPr anchor="ctr"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2000" b="1"/>
              <a:t>O( </a:t>
            </a:r>
            <a:r>
              <a:rPr lang="en-US" altLang="zh-CN" sz="2000" b="1" i="1"/>
              <a:t>N </a:t>
            </a:r>
            <a:r>
              <a:rPr lang="en-US" altLang="zh-CN" sz="2000" b="1"/>
              <a:t>)</a:t>
            </a:r>
            <a:endParaRPr lang="en-US" altLang="zh-CN" sz="2000" b="1" i="1"/>
          </a:p>
        </p:txBody>
      </p:sp>
      <p:sp>
        <p:nvSpPr>
          <p:cNvPr id="1049398" name="Rectangle 51"/>
          <p:cNvSpPr>
            <a:spLocks noChangeArrowheads="1"/>
          </p:cNvSpPr>
          <p:nvPr/>
        </p:nvSpPr>
        <p:spPr bwMode="auto">
          <a:xfrm>
            <a:off x="1447800" y="4876804"/>
            <a:ext cx="5257800" cy="398780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Aft>
                <a:spcPts val="0"/>
              </a:spcAft>
            </a:pPr>
            <a:r>
              <a:rPr lang="en-US" altLang="zh-CN" sz="2000" b="1" i="1"/>
              <a:t>T </a:t>
            </a:r>
            <a:r>
              <a:rPr lang="en-US" altLang="zh-CN" sz="2000" b="1"/>
              <a:t>( </a:t>
            </a:r>
            <a:r>
              <a:rPr lang="en-US" altLang="zh-CN" sz="2000" b="1" i="1"/>
              <a:t>N </a:t>
            </a:r>
            <a:r>
              <a:rPr lang="en-US" altLang="zh-CN" sz="2000" b="1"/>
              <a:t>) = 2 </a:t>
            </a:r>
            <a:r>
              <a:rPr lang="en-US" altLang="zh-CN" sz="2000" b="1" i="1"/>
              <a:t>T</a:t>
            </a:r>
            <a:r>
              <a:rPr lang="en-US" altLang="zh-CN" sz="2000" b="1"/>
              <a:t>( </a:t>
            </a:r>
            <a:r>
              <a:rPr lang="en-US" altLang="zh-CN" sz="2000" b="1" i="1"/>
              <a:t>N</a:t>
            </a:r>
            <a:r>
              <a:rPr lang="en-US" altLang="zh-CN" sz="2000" b="1"/>
              <a:t>/2 ) + </a:t>
            </a:r>
            <a:r>
              <a:rPr lang="en-US" altLang="zh-CN" sz="2000" b="1" i="1"/>
              <a:t>c N</a:t>
            </a:r>
            <a:r>
              <a:rPr lang="en-US" altLang="zh-CN" sz="2000" b="1"/>
              <a:t> ,      </a:t>
            </a:r>
            <a:r>
              <a:rPr lang="en-US" altLang="zh-CN" sz="2000" b="1" i="1"/>
              <a:t>T</a:t>
            </a:r>
            <a:r>
              <a:rPr lang="en-US" altLang="zh-CN" sz="2000" b="1"/>
              <a:t>(1) = O(1)</a:t>
            </a:r>
            <a:endParaRPr lang="en-US" altLang="zh-CN" sz="2000" b="1"/>
          </a:p>
        </p:txBody>
      </p:sp>
      <p:sp>
        <p:nvSpPr>
          <p:cNvPr id="1049399" name="Rectangle 52"/>
          <p:cNvSpPr>
            <a:spLocks noChangeArrowheads="1"/>
          </p:cNvSpPr>
          <p:nvPr/>
        </p:nvSpPr>
        <p:spPr bwMode="auto">
          <a:xfrm>
            <a:off x="2209800" y="5257804"/>
            <a:ext cx="3505200" cy="398780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Aft>
                <a:spcPts val="0"/>
              </a:spcAft>
            </a:pPr>
            <a:r>
              <a:rPr lang="en-US" altLang="zh-CN" sz="2000" b="1"/>
              <a:t>= 2 [2 </a:t>
            </a:r>
            <a:r>
              <a:rPr lang="en-US" altLang="zh-CN" sz="2000" b="1" i="1"/>
              <a:t>T</a:t>
            </a:r>
            <a:r>
              <a:rPr lang="en-US" altLang="zh-CN" sz="2000" b="1"/>
              <a:t>( </a:t>
            </a:r>
            <a:r>
              <a:rPr lang="en-US" altLang="zh-CN" sz="2000" b="1" i="1"/>
              <a:t>N</a:t>
            </a:r>
            <a:r>
              <a:rPr lang="en-US" altLang="zh-CN" sz="2000" b="1"/>
              <a:t>/2</a:t>
            </a:r>
            <a:r>
              <a:rPr lang="en-US" altLang="zh-CN" sz="2000" b="1" baseline="30000"/>
              <a:t>2</a:t>
            </a:r>
            <a:r>
              <a:rPr lang="en-US" altLang="zh-CN" sz="2000" b="1"/>
              <a:t> ) + </a:t>
            </a:r>
            <a:r>
              <a:rPr lang="en-US" altLang="zh-CN" sz="2000" b="1" i="1"/>
              <a:t>c N</a:t>
            </a:r>
            <a:r>
              <a:rPr lang="en-US" altLang="zh-CN" sz="2000" b="1"/>
              <a:t>/2] + </a:t>
            </a:r>
            <a:r>
              <a:rPr lang="en-US" altLang="zh-CN" sz="2000" b="1" i="1"/>
              <a:t>c N</a:t>
            </a:r>
            <a:endParaRPr lang="en-US" altLang="zh-CN" sz="2000" b="1"/>
          </a:p>
        </p:txBody>
      </p:sp>
      <p:sp>
        <p:nvSpPr>
          <p:cNvPr id="1049400" name="Rectangle 54"/>
          <p:cNvSpPr>
            <a:spLocks noChangeArrowheads="1"/>
          </p:cNvSpPr>
          <p:nvPr/>
        </p:nvSpPr>
        <p:spPr bwMode="auto">
          <a:xfrm>
            <a:off x="2209800" y="5638804"/>
            <a:ext cx="4267200" cy="398780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Aft>
                <a:spcPts val="0"/>
              </a:spcAft>
            </a:pPr>
            <a:r>
              <a:rPr lang="en-US" altLang="zh-CN" sz="2000" b="1"/>
              <a:t>= 2</a:t>
            </a:r>
            <a:r>
              <a:rPr lang="en-US" altLang="zh-CN" sz="2000" b="1" i="1" baseline="30000"/>
              <a:t>k</a:t>
            </a:r>
            <a:r>
              <a:rPr lang="en-US" altLang="zh-CN" sz="2000" b="1"/>
              <a:t> O(1) + </a:t>
            </a:r>
            <a:r>
              <a:rPr lang="en-US" altLang="zh-CN" sz="2000" b="1" i="1"/>
              <a:t>c k N       </a:t>
            </a:r>
            <a:r>
              <a:rPr lang="en-US" altLang="zh-CN" sz="2000" b="1"/>
              <a:t>where  </a:t>
            </a:r>
            <a:r>
              <a:rPr lang="en-US" altLang="zh-CN" sz="2000" b="1" i="1"/>
              <a:t>N</a:t>
            </a:r>
            <a:r>
              <a:rPr lang="en-US" altLang="zh-CN" sz="2000" b="1"/>
              <a:t>/2</a:t>
            </a:r>
            <a:r>
              <a:rPr lang="en-US" altLang="zh-CN" sz="2000" b="1" i="1" baseline="30000"/>
              <a:t>k</a:t>
            </a:r>
            <a:r>
              <a:rPr lang="en-US" altLang="zh-CN" sz="2000" b="1"/>
              <a:t> = 1 </a:t>
            </a:r>
            <a:endParaRPr lang="en-US" altLang="zh-CN" sz="2000" b="1"/>
          </a:p>
        </p:txBody>
      </p:sp>
      <p:sp>
        <p:nvSpPr>
          <p:cNvPr id="1049401" name="Rectangle 55"/>
          <p:cNvSpPr>
            <a:spLocks noChangeArrowheads="1"/>
          </p:cNvSpPr>
          <p:nvPr/>
        </p:nvSpPr>
        <p:spPr bwMode="auto">
          <a:xfrm>
            <a:off x="2209800" y="6019804"/>
            <a:ext cx="1828800" cy="398780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Aft>
                <a:spcPts val="0"/>
              </a:spcAft>
            </a:pPr>
            <a:r>
              <a:rPr lang="en-US" altLang="zh-CN" sz="2000" b="1" dirty="0"/>
              <a:t>= O( </a:t>
            </a:r>
            <a:r>
              <a:rPr lang="en-US" altLang="zh-CN" sz="2000" b="1" i="1" dirty="0"/>
              <a:t>N </a:t>
            </a:r>
            <a:r>
              <a:rPr lang="en-US" altLang="zh-CN" sz="2000" b="1" dirty="0"/>
              <a:t>log</a:t>
            </a:r>
            <a:r>
              <a:rPr lang="en-US" altLang="zh-CN" sz="2000" b="1" i="1" dirty="0"/>
              <a:t> N</a:t>
            </a:r>
            <a:r>
              <a:rPr lang="en-US" altLang="zh-CN" sz="2000" b="1" dirty="0"/>
              <a:t> )</a:t>
            </a:r>
            <a:endParaRPr lang="en-US" altLang="zh-CN" sz="2000" b="1" dirty="0"/>
          </a:p>
        </p:txBody>
      </p:sp>
      <p:sp>
        <p:nvSpPr>
          <p:cNvPr id="1049402" name="AutoShape 56"/>
          <p:cNvSpPr>
            <a:spLocks noChangeArrowheads="1"/>
          </p:cNvSpPr>
          <p:nvPr/>
        </p:nvSpPr>
        <p:spPr bwMode="auto">
          <a:xfrm>
            <a:off x="6324600" y="5029200"/>
            <a:ext cx="2286000" cy="1143000"/>
          </a:xfrm>
          <a:prstGeom prst="wedgeEllipseCallout">
            <a:avLst>
              <a:gd name="adj1" fmla="val -156389"/>
              <a:gd name="adj2" fmla="val 57083"/>
            </a:avLst>
          </a:prstGeom>
          <a:gradFill rotWithShape="0">
            <a:gsLst>
              <a:gs pos="0">
                <a:srgbClr val="C0C0C0"/>
              </a:gs>
              <a:gs pos="100000">
                <a:srgbClr val="FFFFFF"/>
              </a:gs>
            </a:gsLst>
            <a:lin ang="18900000" scaled="1"/>
          </a:gradFill>
          <a:ln w="9525">
            <a:solidFill>
              <a:schemeClr val="tx1"/>
            </a:solidFill>
            <a:miter lim="800000"/>
          </a:ln>
        </p:spPr>
        <p:txBody>
          <a:bodyPr anchor="ctr"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2000" b="1"/>
              <a:t>Also true for</a:t>
            </a:r>
            <a:r>
              <a:rPr lang="en-US" altLang="zh-CN" sz="2000" b="1" i="1"/>
              <a:t> N </a:t>
            </a:r>
            <a:r>
              <a:rPr lang="en-US" altLang="zh-CN" sz="2000" b="1">
                <a:sym typeface="Symbol" panose="05050102010706020507" pitchFamily="18" charset="2"/>
              </a:rPr>
              <a:t></a:t>
            </a:r>
            <a:r>
              <a:rPr lang="en-US" altLang="zh-CN" sz="2000" b="1" i="1"/>
              <a:t> </a:t>
            </a:r>
            <a:r>
              <a:rPr lang="en-US" altLang="zh-CN" sz="2000" b="1"/>
              <a:t>2</a:t>
            </a:r>
            <a:r>
              <a:rPr lang="en-US" altLang="zh-CN" sz="2000" b="1" i="1" baseline="30000"/>
              <a:t>k</a:t>
            </a:r>
            <a:endParaRPr lang="en-US" altLang="zh-CN" sz="2000" b="1"/>
          </a:p>
        </p:txBody>
      </p:sp>
      <p:sp>
        <p:nvSpPr>
          <p:cNvPr id="1049403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rtl="0">
              <a:spcAft>
                <a:spcPts val="0"/>
              </a:spcAft>
            </a:pPr>
            <a:fld id="{71B7BAC7-FE87-40F6-AA24-4F4685D1B022}" type="slidenum">
              <a:rPr lang="en-US" smtClean="0"/>
            </a:fld>
            <a:endParaRPr lang="en-US"/>
          </a:p>
        </p:txBody>
      </p:sp>
    </p:spTree>
    <p:custDataLst>
      <p:tags r:id="rId2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700"/>
    </mc:Choice>
    <mc:Fallback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93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0493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93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10493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93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500"/>
                                        <p:tgtEl>
                                          <p:spTgt spid="10493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93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2" dur="500"/>
                                        <p:tgtEl>
                                          <p:spTgt spid="10493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93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7" dur="500"/>
                                        <p:tgtEl>
                                          <p:spTgt spid="10493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93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32" dur="500"/>
                                        <p:tgtEl>
                                          <p:spTgt spid="10493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8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93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37" dur="500"/>
                                        <p:tgtEl>
                                          <p:spTgt spid="10493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2" dur="500"/>
                                        <p:tgtEl>
                                          <p:spTgt spid="3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93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7" dur="500"/>
                                        <p:tgtEl>
                                          <p:spTgt spid="10493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93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2" dur="500"/>
                                        <p:tgtEl>
                                          <p:spTgt spid="10493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93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7" dur="500"/>
                                        <p:tgtEl>
                                          <p:spTgt spid="10493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93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62" dur="500"/>
                                        <p:tgtEl>
                                          <p:spTgt spid="10493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93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7" dur="500"/>
                                        <p:tgtEl>
                                          <p:spTgt spid="10493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93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2" dur="500"/>
                                        <p:tgtEl>
                                          <p:spTgt spid="10493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7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93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7" dur="500" fill="hold"/>
                                        <p:tgtEl>
                                          <p:spTgt spid="104938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8" dur="500" fill="hold"/>
                                        <p:tgtEl>
                                          <p:spTgt spid="104938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500" fill="hold"/>
                                        <p:tgtEl>
                                          <p:spTgt spid="104938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0" dur="500" fill="hold"/>
                                        <p:tgtEl>
                                          <p:spTgt spid="104938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93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5" dur="500" fill="hold"/>
                                        <p:tgtEl>
                                          <p:spTgt spid="104938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6" dur="500" fill="hold"/>
                                        <p:tgtEl>
                                          <p:spTgt spid="104938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7" dur="500" fill="hold"/>
                                        <p:tgtEl>
                                          <p:spTgt spid="104938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8" dur="500" fill="hold"/>
                                        <p:tgtEl>
                                          <p:spTgt spid="104938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93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3" dur="500" fill="hold"/>
                                        <p:tgtEl>
                                          <p:spTgt spid="104938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4" dur="500" fill="hold"/>
                                        <p:tgtEl>
                                          <p:spTgt spid="104938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93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9" dur="500"/>
                                        <p:tgtEl>
                                          <p:spTgt spid="10493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0" fill="hold">
                      <p:stCondLst>
                        <p:cond delay="indefinite"/>
                      </p:stCondLst>
                      <p:childTnLst>
                        <p:par>
                          <p:cTn id="101" fill="hold">
                            <p:stCondLst>
                              <p:cond delay="0"/>
                            </p:stCondLst>
                            <p:childTnLst>
                              <p:par>
                                <p:cTn id="102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93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4" dur="500"/>
                                        <p:tgtEl>
                                          <p:spTgt spid="10493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>
                      <p:stCondLst>
                        <p:cond delay="indefinite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93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09" dur="500"/>
                                        <p:tgtEl>
                                          <p:spTgt spid="10493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0" fill="hold">
                      <p:stCondLst>
                        <p:cond delay="indefinite"/>
                      </p:stCondLst>
                      <p:childTnLst>
                        <p:par>
                          <p:cTn id="111" fill="hold">
                            <p:stCondLst>
                              <p:cond delay="0"/>
                            </p:stCondLst>
                            <p:childTnLst>
                              <p:par>
                                <p:cTn id="112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93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4" dur="500"/>
                                        <p:tgtEl>
                                          <p:spTgt spid="10493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>
                      <p:stCondLst>
                        <p:cond delay="indefinite"/>
                      </p:stCondLst>
                      <p:childTnLst>
                        <p:par>
                          <p:cTn id="116" fill="hold">
                            <p:stCondLst>
                              <p:cond delay="0"/>
                            </p:stCondLst>
                            <p:childTnLst>
                              <p:par>
                                <p:cTn id="117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93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19" dur="500"/>
                                        <p:tgtEl>
                                          <p:spTgt spid="10493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0" fill="hold">
                      <p:stCondLst>
                        <p:cond delay="indefinite"/>
                      </p:stCondLst>
                      <p:childTnLst>
                        <p:par>
                          <p:cTn id="121" fill="hold">
                            <p:stCondLst>
                              <p:cond delay="0"/>
                            </p:stCondLst>
                            <p:childTnLst>
                              <p:par>
                                <p:cTn id="122" presetID="17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93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4" dur="500" fill="hold"/>
                                        <p:tgtEl>
                                          <p:spTgt spid="104938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5" dur="500" fill="hold"/>
                                        <p:tgtEl>
                                          <p:spTgt spid="104938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6" dur="500" fill="hold"/>
                                        <p:tgtEl>
                                          <p:spTgt spid="104938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7" dur="500" fill="hold"/>
                                        <p:tgtEl>
                                          <p:spTgt spid="104938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8" fill="hold">
                      <p:stCondLst>
                        <p:cond delay="indefinite"/>
                      </p:stCondLst>
                      <p:childTnLst>
                        <p:par>
                          <p:cTn id="129" fill="hold">
                            <p:stCondLst>
                              <p:cond delay="0"/>
                            </p:stCondLst>
                            <p:childTnLst>
                              <p:par>
                                <p:cTn id="130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93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2" dur="500" fill="hold"/>
                                        <p:tgtEl>
                                          <p:spTgt spid="104938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3" dur="500" fill="hold"/>
                                        <p:tgtEl>
                                          <p:spTgt spid="104938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4" dur="500" fill="hold"/>
                                        <p:tgtEl>
                                          <p:spTgt spid="104938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5" dur="500" fill="hold"/>
                                        <p:tgtEl>
                                          <p:spTgt spid="104938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6" fill="hold">
                      <p:stCondLst>
                        <p:cond delay="indefinite"/>
                      </p:stCondLst>
                      <p:childTnLst>
                        <p:par>
                          <p:cTn id="137" fill="hold">
                            <p:stCondLst>
                              <p:cond delay="0"/>
                            </p:stCondLst>
                            <p:childTnLst>
                              <p:par>
                                <p:cTn id="138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93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0" dur="500" fill="hold"/>
                                        <p:tgtEl>
                                          <p:spTgt spid="104939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1" dur="500" fill="hold"/>
                                        <p:tgtEl>
                                          <p:spTgt spid="104939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2" fill="hold">
                      <p:stCondLst>
                        <p:cond delay="indefinite"/>
                      </p:stCondLst>
                      <p:childTnLst>
                        <p:par>
                          <p:cTn id="143" fill="hold">
                            <p:stCondLst>
                              <p:cond delay="0"/>
                            </p:stCondLst>
                            <p:childTnLst>
                              <p:par>
                                <p:cTn id="144" presetID="17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93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6" dur="500" fill="hold"/>
                                        <p:tgtEl>
                                          <p:spTgt spid="104939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7" dur="500" fill="hold"/>
                                        <p:tgtEl>
                                          <p:spTgt spid="104939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8" dur="500" fill="hold"/>
                                        <p:tgtEl>
                                          <p:spTgt spid="104939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9" dur="500" fill="hold"/>
                                        <p:tgtEl>
                                          <p:spTgt spid="104939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0" fill="hold">
                      <p:stCondLst>
                        <p:cond delay="indefinite"/>
                      </p:stCondLst>
                      <p:childTnLst>
                        <p:par>
                          <p:cTn id="151" fill="hold">
                            <p:stCondLst>
                              <p:cond delay="0"/>
                            </p:stCondLst>
                            <p:childTnLst>
                              <p:par>
                                <p:cTn id="152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93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4" dur="500" fill="hold"/>
                                        <p:tgtEl>
                                          <p:spTgt spid="104939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5" dur="500" fill="hold"/>
                                        <p:tgtEl>
                                          <p:spTgt spid="104939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6" dur="500" fill="hold"/>
                                        <p:tgtEl>
                                          <p:spTgt spid="104939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7" dur="500" fill="hold"/>
                                        <p:tgtEl>
                                          <p:spTgt spid="104939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8" fill="hold">
                      <p:stCondLst>
                        <p:cond delay="indefinite"/>
                      </p:stCondLst>
                      <p:childTnLst>
                        <p:par>
                          <p:cTn id="159" fill="hold">
                            <p:stCondLst>
                              <p:cond delay="0"/>
                            </p:stCondLst>
                            <p:childTnLst>
                              <p:par>
                                <p:cTn id="160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93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2" dur="500" fill="hold"/>
                                        <p:tgtEl>
                                          <p:spTgt spid="104939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3" dur="500" fill="hold"/>
                                        <p:tgtEl>
                                          <p:spTgt spid="104939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4" fill="hold">
                      <p:stCondLst>
                        <p:cond delay="indefinite"/>
                      </p:stCondLst>
                      <p:childTnLst>
                        <p:par>
                          <p:cTn id="165" fill="hold">
                            <p:stCondLst>
                              <p:cond delay="0"/>
                            </p:stCondLst>
                            <p:childTnLst>
                              <p:par>
                                <p:cTn id="166" presetID="18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93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68" dur="500"/>
                                        <p:tgtEl>
                                          <p:spTgt spid="10493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9" fill="hold">
                      <p:stCondLst>
                        <p:cond delay="indefinite"/>
                      </p:stCondLst>
                      <p:childTnLst>
                        <p:par>
                          <p:cTn id="170" fill="hold">
                            <p:stCondLst>
                              <p:cond delay="0"/>
                            </p:stCondLst>
                            <p:childTnLst>
                              <p:par>
                                <p:cTn id="171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93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73" dur="500"/>
                                        <p:tgtEl>
                                          <p:spTgt spid="10493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4" fill="hold">
                      <p:stCondLst>
                        <p:cond delay="indefinite"/>
                      </p:stCondLst>
                      <p:childTnLst>
                        <p:par>
                          <p:cTn id="175" fill="hold">
                            <p:stCondLst>
                              <p:cond delay="0"/>
                            </p:stCondLst>
                            <p:childTnLst>
                              <p:par>
                                <p:cTn id="176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93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8" dur="500"/>
                                        <p:tgtEl>
                                          <p:spTgt spid="10493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9" fill="hold">
                      <p:stCondLst>
                        <p:cond delay="indefinite"/>
                      </p:stCondLst>
                      <p:childTnLst>
                        <p:par>
                          <p:cTn id="180" fill="hold">
                            <p:stCondLst>
                              <p:cond delay="0"/>
                            </p:stCondLst>
                            <p:childTnLst>
                              <p:par>
                                <p:cTn id="18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93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3" dur="500"/>
                                        <p:tgtEl>
                                          <p:spTgt spid="10493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4" fill="hold">
                      <p:stCondLst>
                        <p:cond delay="indefinite"/>
                      </p:stCondLst>
                      <p:childTnLst>
                        <p:par>
                          <p:cTn id="185" fill="hold">
                            <p:stCondLst>
                              <p:cond delay="0"/>
                            </p:stCondLst>
                            <p:childTnLst>
                              <p:par>
                                <p:cTn id="18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93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8" dur="500"/>
                                        <p:tgtEl>
                                          <p:spTgt spid="10493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9" fill="hold">
                      <p:stCondLst>
                        <p:cond delay="indefinite"/>
                      </p:stCondLst>
                      <p:childTnLst>
                        <p:par>
                          <p:cTn id="190" fill="hold">
                            <p:stCondLst>
                              <p:cond delay="0"/>
                            </p:stCondLst>
                            <p:childTnLst>
                              <p:par>
                                <p:cTn id="19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94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3" dur="500"/>
                                        <p:tgtEl>
                                          <p:spTgt spid="10494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4" fill="hold">
                      <p:stCondLst>
                        <p:cond delay="indefinite"/>
                      </p:stCondLst>
                      <p:childTnLst>
                        <p:par>
                          <p:cTn id="195" fill="hold">
                            <p:stCondLst>
                              <p:cond delay="0"/>
                            </p:stCondLst>
                            <p:childTnLst>
                              <p:par>
                                <p:cTn id="19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94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8" dur="500"/>
                                        <p:tgtEl>
                                          <p:spTgt spid="10494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9" fill="hold">
                      <p:stCondLst>
                        <p:cond delay="indefinite"/>
                      </p:stCondLst>
                      <p:childTnLst>
                        <p:par>
                          <p:cTn id="200" fill="hold">
                            <p:stCondLst>
                              <p:cond delay="0"/>
                            </p:stCondLst>
                            <p:childTnLst>
                              <p:par>
                                <p:cTn id="201" presetID="18" presetClass="entr" presetSubtype="3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94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203" dur="500"/>
                                        <p:tgtEl>
                                          <p:spTgt spid="104940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0494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49359" grpId="0" animBg="1"/>
      <p:bldP spid="1049360" grpId="0" animBg="1"/>
      <p:bldP spid="1049361" grpId="0" animBg="1"/>
      <p:bldP spid="1049362" grpId="0" animBg="1"/>
      <p:bldP spid="1049363" grpId="0" animBg="1"/>
      <p:bldP spid="1049373" grpId="0" animBg="1" autoUpdateAnimBg="0"/>
      <p:bldP spid="1049374" grpId="0" animBg="1" autoUpdateAnimBg="0"/>
      <p:bldP spid="1049375" grpId="0" animBg="1"/>
      <p:bldP spid="1049376" grpId="0" animBg="1"/>
      <p:bldP spid="1049377" grpId="0" animBg="1"/>
      <p:bldP spid="1049378" grpId="0" animBg="1" autoUpdateAnimBg="0"/>
      <p:bldP spid="1049379" grpId="0" animBg="1" autoUpdateAnimBg="0"/>
      <p:bldP spid="1049380" grpId="0" animBg="1"/>
      <p:bldP spid="1049381" grpId="0" animBg="1"/>
      <p:bldP spid="1049382" grpId="0" animBg="1"/>
      <p:bldP spid="1049383" grpId="0" animBg="1" autoUpdateAnimBg="0"/>
      <p:bldP spid="1049384" grpId="0" animBg="1"/>
      <p:bldP spid="1049385" grpId="0" animBg="1"/>
      <p:bldP spid="1049386" grpId="0" animBg="1" autoUpdateAnimBg="0"/>
      <p:bldP spid="1049387" grpId="0" animBg="1" autoUpdateAnimBg="0"/>
      <p:bldP spid="1049388" grpId="0" animBg="1"/>
      <p:bldP spid="1049389" grpId="0" animBg="1"/>
      <p:bldP spid="1049390" grpId="0" animBg="1" autoUpdateAnimBg="0"/>
      <p:bldP spid="1049391" grpId="0" animBg="1"/>
      <p:bldP spid="1049392" grpId="0" animBg="1"/>
      <p:bldP spid="1049393" grpId="0" animBg="1" autoUpdateAnimBg="0"/>
      <p:bldP spid="1049394" grpId="0" animBg="1"/>
      <p:bldP spid="1049395" grpId="0" animBg="1" autoUpdateAnimBg="0"/>
      <p:bldP spid="1049396" grpId="0" animBg="1" autoUpdateAnimBg="0"/>
      <p:bldP spid="1049397" grpId="0" animBg="1" autoUpdateAnimBg="0"/>
      <p:bldP spid="1049398" grpId="0" autoUpdateAnimBg="0"/>
      <p:bldP spid="1049399" grpId="0" autoUpdateAnimBg="0"/>
      <p:bldP spid="1049400" grpId="0" autoUpdateAnimBg="0"/>
      <p:bldP spid="1049401" grpId="0" autoUpdateAnimBg="0"/>
      <p:bldP spid="1049402" grpId="0" animBg="1" autoUpdateAnimBg="0"/>
    </p:bld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5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407" name="AutoShape 3" descr="棕色大理石"/>
          <p:cNvSpPr>
            <a:spLocks noChangeArrowheads="1"/>
          </p:cNvSpPr>
          <p:nvPr/>
        </p:nvSpPr>
        <p:spPr bwMode="auto">
          <a:xfrm>
            <a:off x="533400" y="457200"/>
            <a:ext cx="1752600" cy="533400"/>
          </a:xfrm>
          <a:prstGeom prst="bevel">
            <a:avLst>
              <a:gd name="adj" fmla="val 12500"/>
            </a:avLst>
          </a:prstGeom>
          <a:blipFill dpi="0" rotWithShape="0">
            <a:blip r:embed="rId1"/>
            <a:srcRect/>
            <a:tile tx="0" ty="0" sx="100000" sy="100000" flip="none" algn="tl"/>
          </a:blipFill>
          <a:ln>
            <a:noFill/>
          </a:ln>
        </p:spPr>
        <p:txBody>
          <a:bodyPr wrap="none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2000" b="1">
                <a:solidFill>
                  <a:schemeClr val="bg1"/>
                </a:solidFill>
                <a:latin typeface="Arial" panose="020B0604020202020204" pitchFamily="34" charset="0"/>
              </a:rPr>
              <a:t>Algorithm 4</a:t>
            </a:r>
            <a:endParaRPr lang="en-US" altLang="zh-CN" sz="2000" b="1">
              <a:solidFill>
                <a:schemeClr val="bg1"/>
              </a:solidFill>
              <a:latin typeface="Arial" panose="020B0604020202020204" pitchFamily="34" charset="0"/>
            </a:endParaRPr>
          </a:p>
        </p:txBody>
      </p:sp>
      <p:sp>
        <p:nvSpPr>
          <p:cNvPr id="1049408" name="Text Box 4"/>
          <p:cNvSpPr txBox="1">
            <a:spLocks noChangeArrowheads="1"/>
          </p:cNvSpPr>
          <p:nvPr/>
        </p:nvSpPr>
        <p:spPr bwMode="auto">
          <a:xfrm>
            <a:off x="2438400" y="533407"/>
            <a:ext cx="3429000" cy="460375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spcAft>
                <a:spcPts val="0"/>
              </a:spcAft>
            </a:pPr>
            <a:r>
              <a:rPr lang="en-US" altLang="zh-CN" b="1"/>
              <a:t>On-line Algorithm</a:t>
            </a:r>
            <a:endParaRPr lang="en-US" altLang="zh-CN" b="1"/>
          </a:p>
        </p:txBody>
      </p:sp>
      <p:sp>
        <p:nvSpPr>
          <p:cNvPr id="1049409" name="AutoShape 5"/>
          <p:cNvSpPr>
            <a:spLocks noChangeArrowheads="1"/>
          </p:cNvSpPr>
          <p:nvPr/>
        </p:nvSpPr>
        <p:spPr bwMode="auto">
          <a:xfrm>
            <a:off x="533400" y="1066800"/>
            <a:ext cx="8001000" cy="4038600"/>
          </a:xfrm>
          <a:prstGeom prst="foldedCorner">
            <a:avLst>
              <a:gd name="adj" fmla="val 7833"/>
            </a:avLst>
          </a:prstGeom>
          <a:gradFill rotWithShape="0">
            <a:gsLst>
              <a:gs pos="0">
                <a:srgbClr val="FFFFFF"/>
              </a:gs>
              <a:gs pos="100000">
                <a:schemeClr val="bg1"/>
              </a:gs>
            </a:gsLst>
            <a:lin ang="5400000" scaled="1"/>
          </a:gradFill>
          <a:ln w="9525">
            <a:solidFill>
              <a:schemeClr val="tx1"/>
            </a:solidFill>
            <a:round/>
          </a:ln>
        </p:spPr>
        <p:txBody>
          <a:bodyPr bIns="0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1800" b="1">
                <a:solidFill>
                  <a:schemeClr val="hlink"/>
                </a:solidFill>
                <a:latin typeface="Arial" panose="020B0604020202020204" pitchFamily="34" charset="0"/>
              </a:rPr>
              <a:t>int</a:t>
            </a:r>
            <a:r>
              <a:rPr lang="en-US" altLang="zh-CN" sz="1800" b="1">
                <a:latin typeface="Arial" panose="020B0604020202020204" pitchFamily="34" charset="0"/>
              </a:rPr>
              <a:t> MaxSubsequenceSum( </a:t>
            </a:r>
            <a:r>
              <a:rPr lang="en-US" altLang="zh-CN" sz="1800" b="1">
                <a:solidFill>
                  <a:schemeClr val="hlink"/>
                </a:solidFill>
                <a:latin typeface="Arial" panose="020B0604020202020204" pitchFamily="34" charset="0"/>
              </a:rPr>
              <a:t>const int</a:t>
            </a:r>
            <a:r>
              <a:rPr lang="en-US" altLang="zh-CN" sz="1800" b="1">
                <a:latin typeface="Arial" panose="020B0604020202020204" pitchFamily="34" charset="0"/>
              </a:rPr>
              <a:t>  A[ ],  </a:t>
            </a:r>
            <a:r>
              <a:rPr lang="en-US" altLang="zh-CN" sz="1800" b="1">
                <a:solidFill>
                  <a:schemeClr val="hlink"/>
                </a:solidFill>
                <a:latin typeface="Arial" panose="020B0604020202020204" pitchFamily="34" charset="0"/>
              </a:rPr>
              <a:t>int</a:t>
            </a:r>
            <a:r>
              <a:rPr lang="en-US" altLang="zh-CN" sz="1800" b="1">
                <a:latin typeface="Arial" panose="020B0604020202020204" pitchFamily="34" charset="0"/>
              </a:rPr>
              <a:t>  N ) </a:t>
            </a:r>
            <a:endParaRPr lang="en-US" altLang="zh-CN" sz="1800" b="1">
              <a:latin typeface="Arial" panose="020B0604020202020204" pitchFamily="34" charset="0"/>
            </a:endParaRPr>
          </a:p>
          <a:p>
            <a:pPr eaLnBrk="1" hangingPunct="1"/>
            <a:r>
              <a:rPr lang="en-US" altLang="zh-CN" sz="1800" b="1">
                <a:latin typeface="Arial" panose="020B0604020202020204" pitchFamily="34" charset="0"/>
              </a:rPr>
              <a:t>{ </a:t>
            </a:r>
            <a:endParaRPr lang="en-US" altLang="zh-CN" sz="1800" b="1">
              <a:latin typeface="Arial" panose="020B0604020202020204" pitchFamily="34" charset="0"/>
            </a:endParaRPr>
          </a:p>
          <a:p>
            <a:pPr eaLnBrk="1" hangingPunct="1"/>
            <a:r>
              <a:rPr lang="en-US" altLang="zh-CN" sz="1800" b="1">
                <a:solidFill>
                  <a:schemeClr val="hlink"/>
                </a:solidFill>
                <a:latin typeface="Arial" panose="020B0604020202020204" pitchFamily="34" charset="0"/>
              </a:rPr>
              <a:t>	int</a:t>
            </a:r>
            <a:r>
              <a:rPr lang="en-US" altLang="zh-CN" sz="1800" b="1">
                <a:latin typeface="Arial" panose="020B0604020202020204" pitchFamily="34" charset="0"/>
              </a:rPr>
              <a:t>  ThisSum, MaxSum, j; </a:t>
            </a:r>
            <a:endParaRPr lang="en-US" altLang="zh-CN" sz="1800" b="1">
              <a:latin typeface="Arial" panose="020B0604020202020204" pitchFamily="34" charset="0"/>
            </a:endParaRPr>
          </a:p>
          <a:p>
            <a:pPr eaLnBrk="1" hangingPunct="1"/>
            <a:r>
              <a:rPr lang="en-US" altLang="zh-CN" sz="1800" b="1">
                <a:solidFill>
                  <a:srgbClr val="008000"/>
                </a:solidFill>
                <a:latin typeface="Arial" panose="020B0604020202020204" pitchFamily="34" charset="0"/>
              </a:rPr>
              <a:t>/* 1*/</a:t>
            </a:r>
            <a:r>
              <a:rPr lang="en-US" altLang="zh-CN" sz="1800" b="1">
                <a:latin typeface="Arial" panose="020B0604020202020204" pitchFamily="34" charset="0"/>
              </a:rPr>
              <a:t> 	ThisSum = MaxSum = 0; </a:t>
            </a:r>
            <a:endParaRPr lang="en-US" altLang="zh-CN" sz="1800" b="1">
              <a:latin typeface="Arial" panose="020B0604020202020204" pitchFamily="34" charset="0"/>
            </a:endParaRPr>
          </a:p>
          <a:p>
            <a:pPr eaLnBrk="1" hangingPunct="1"/>
            <a:r>
              <a:rPr lang="en-US" altLang="zh-CN" sz="1800" b="1">
                <a:solidFill>
                  <a:srgbClr val="008000"/>
                </a:solidFill>
                <a:latin typeface="Arial" panose="020B0604020202020204" pitchFamily="34" charset="0"/>
              </a:rPr>
              <a:t>/* 2*/</a:t>
            </a:r>
            <a:r>
              <a:rPr lang="en-US" altLang="zh-CN" sz="1800" b="1">
                <a:latin typeface="Arial" panose="020B0604020202020204" pitchFamily="34" charset="0"/>
              </a:rPr>
              <a:t> 	</a:t>
            </a:r>
            <a:r>
              <a:rPr lang="en-US" altLang="zh-CN" sz="1800" b="1">
                <a:solidFill>
                  <a:schemeClr val="hlink"/>
                </a:solidFill>
                <a:latin typeface="Arial" panose="020B0604020202020204" pitchFamily="34" charset="0"/>
              </a:rPr>
              <a:t>for </a:t>
            </a:r>
            <a:r>
              <a:rPr lang="en-US" altLang="zh-CN" sz="1800" b="1">
                <a:latin typeface="Arial" panose="020B0604020202020204" pitchFamily="34" charset="0"/>
              </a:rPr>
              <a:t>( j = 0; j &lt; N; j++ ) { </a:t>
            </a:r>
            <a:endParaRPr lang="en-US" altLang="zh-CN" sz="1800" b="1">
              <a:latin typeface="Arial" panose="020B0604020202020204" pitchFamily="34" charset="0"/>
            </a:endParaRPr>
          </a:p>
          <a:p>
            <a:pPr eaLnBrk="1" hangingPunct="1"/>
            <a:r>
              <a:rPr lang="en-US" altLang="zh-CN" sz="1800" b="1">
                <a:solidFill>
                  <a:srgbClr val="008000"/>
                </a:solidFill>
                <a:latin typeface="Arial" panose="020B0604020202020204" pitchFamily="34" charset="0"/>
              </a:rPr>
              <a:t>/* 3*/</a:t>
            </a:r>
            <a:r>
              <a:rPr lang="en-US" altLang="zh-CN" sz="1800" b="1">
                <a:latin typeface="Arial" panose="020B0604020202020204" pitchFamily="34" charset="0"/>
              </a:rPr>
              <a:t> 	      ThisSum += A[ j ]; </a:t>
            </a:r>
            <a:endParaRPr lang="en-US" altLang="zh-CN" sz="1800" b="1">
              <a:latin typeface="Arial" panose="020B0604020202020204" pitchFamily="34" charset="0"/>
            </a:endParaRPr>
          </a:p>
          <a:p>
            <a:pPr eaLnBrk="1" hangingPunct="1"/>
            <a:r>
              <a:rPr lang="en-US" altLang="zh-CN" sz="1800" b="1">
                <a:solidFill>
                  <a:srgbClr val="008000"/>
                </a:solidFill>
                <a:latin typeface="Arial" panose="020B0604020202020204" pitchFamily="34" charset="0"/>
              </a:rPr>
              <a:t>/* 4*/</a:t>
            </a:r>
            <a:r>
              <a:rPr lang="en-US" altLang="zh-CN" sz="1800" b="1">
                <a:latin typeface="Arial" panose="020B0604020202020204" pitchFamily="34" charset="0"/>
              </a:rPr>
              <a:t> 	      </a:t>
            </a:r>
            <a:r>
              <a:rPr lang="en-US" altLang="zh-CN" sz="1800" b="1">
                <a:solidFill>
                  <a:schemeClr val="hlink"/>
                </a:solidFill>
                <a:latin typeface="Arial" panose="020B0604020202020204" pitchFamily="34" charset="0"/>
              </a:rPr>
              <a:t>if  </a:t>
            </a:r>
            <a:r>
              <a:rPr lang="en-US" altLang="zh-CN" sz="1800" b="1">
                <a:latin typeface="Arial" panose="020B0604020202020204" pitchFamily="34" charset="0"/>
              </a:rPr>
              <a:t>( ThisSum &gt; MaxSum ) </a:t>
            </a:r>
            <a:endParaRPr lang="en-US" altLang="zh-CN" sz="1800" b="1">
              <a:latin typeface="Arial" panose="020B0604020202020204" pitchFamily="34" charset="0"/>
            </a:endParaRPr>
          </a:p>
          <a:p>
            <a:pPr eaLnBrk="1" hangingPunct="1"/>
            <a:r>
              <a:rPr lang="en-US" altLang="zh-CN" sz="1800" b="1">
                <a:solidFill>
                  <a:srgbClr val="008000"/>
                </a:solidFill>
                <a:latin typeface="Arial" panose="020B0604020202020204" pitchFamily="34" charset="0"/>
              </a:rPr>
              <a:t>/* 5*/</a:t>
            </a:r>
            <a:r>
              <a:rPr lang="en-US" altLang="zh-CN" sz="1800" b="1">
                <a:latin typeface="Arial" panose="020B0604020202020204" pitchFamily="34" charset="0"/>
              </a:rPr>
              <a:t> 		MaxSum = ThisSum; </a:t>
            </a:r>
            <a:endParaRPr lang="en-US" altLang="zh-CN" sz="1800" b="1">
              <a:latin typeface="Arial" panose="020B0604020202020204" pitchFamily="34" charset="0"/>
            </a:endParaRPr>
          </a:p>
          <a:p>
            <a:pPr eaLnBrk="1" hangingPunct="1"/>
            <a:r>
              <a:rPr lang="en-US" altLang="zh-CN" sz="1800" b="1">
                <a:solidFill>
                  <a:srgbClr val="008000"/>
                </a:solidFill>
                <a:latin typeface="Arial" panose="020B0604020202020204" pitchFamily="34" charset="0"/>
              </a:rPr>
              <a:t>/* 6*/</a:t>
            </a:r>
            <a:r>
              <a:rPr lang="en-US" altLang="zh-CN" sz="1800" b="1">
                <a:latin typeface="Arial" panose="020B0604020202020204" pitchFamily="34" charset="0"/>
              </a:rPr>
              <a:t> 	      </a:t>
            </a:r>
            <a:r>
              <a:rPr lang="en-US" altLang="zh-CN" sz="1800" b="1">
                <a:solidFill>
                  <a:schemeClr val="hlink"/>
                </a:solidFill>
                <a:latin typeface="Arial" panose="020B0604020202020204" pitchFamily="34" charset="0"/>
              </a:rPr>
              <a:t>else</a:t>
            </a:r>
            <a:r>
              <a:rPr lang="en-US" altLang="zh-CN" sz="1800" b="1">
                <a:latin typeface="Arial" panose="020B0604020202020204" pitchFamily="34" charset="0"/>
              </a:rPr>
              <a:t> </a:t>
            </a:r>
            <a:r>
              <a:rPr lang="en-US" altLang="zh-CN" sz="1800" b="1">
                <a:solidFill>
                  <a:schemeClr val="hlink"/>
                </a:solidFill>
                <a:latin typeface="Arial" panose="020B0604020202020204" pitchFamily="34" charset="0"/>
              </a:rPr>
              <a:t>if </a:t>
            </a:r>
            <a:r>
              <a:rPr lang="en-US" altLang="zh-CN" sz="1800" b="1">
                <a:latin typeface="Arial" panose="020B0604020202020204" pitchFamily="34" charset="0"/>
              </a:rPr>
              <a:t>( ThisSum &lt; 0 ) </a:t>
            </a:r>
            <a:endParaRPr lang="en-US" altLang="zh-CN" sz="1800" b="1">
              <a:latin typeface="Arial" panose="020B0604020202020204" pitchFamily="34" charset="0"/>
            </a:endParaRPr>
          </a:p>
          <a:p>
            <a:pPr eaLnBrk="1" hangingPunct="1"/>
            <a:r>
              <a:rPr lang="en-US" altLang="zh-CN" sz="1800" b="1">
                <a:solidFill>
                  <a:srgbClr val="008000"/>
                </a:solidFill>
                <a:latin typeface="Arial" panose="020B0604020202020204" pitchFamily="34" charset="0"/>
              </a:rPr>
              <a:t>/* 7*/</a:t>
            </a:r>
            <a:r>
              <a:rPr lang="en-US" altLang="zh-CN" sz="1800" b="1">
                <a:latin typeface="Arial" panose="020B0604020202020204" pitchFamily="34" charset="0"/>
              </a:rPr>
              <a:t> 		ThisSum = 0;</a:t>
            </a:r>
            <a:endParaRPr lang="en-US" altLang="zh-CN" sz="1800" b="1">
              <a:latin typeface="Arial" panose="020B0604020202020204" pitchFamily="34" charset="0"/>
            </a:endParaRPr>
          </a:p>
          <a:p>
            <a:pPr eaLnBrk="1" hangingPunct="1"/>
            <a:r>
              <a:rPr lang="en-US" altLang="zh-CN" sz="1800" b="1">
                <a:latin typeface="Arial" panose="020B0604020202020204" pitchFamily="34" charset="0"/>
              </a:rPr>
              <a:t>	}  </a:t>
            </a:r>
            <a:r>
              <a:rPr lang="en-US" altLang="zh-CN" sz="1800" b="1">
                <a:solidFill>
                  <a:srgbClr val="008000"/>
                </a:solidFill>
                <a:latin typeface="Arial" panose="020B0604020202020204" pitchFamily="34" charset="0"/>
              </a:rPr>
              <a:t>/* end for-j */</a:t>
            </a:r>
            <a:endParaRPr lang="en-US" altLang="zh-CN" sz="1800" b="1">
              <a:latin typeface="Arial" panose="020B0604020202020204" pitchFamily="34" charset="0"/>
            </a:endParaRPr>
          </a:p>
          <a:p>
            <a:pPr eaLnBrk="1" hangingPunct="1"/>
            <a:r>
              <a:rPr lang="en-US" altLang="zh-CN" sz="1800" b="1">
                <a:solidFill>
                  <a:srgbClr val="008000"/>
                </a:solidFill>
                <a:latin typeface="Arial" panose="020B0604020202020204" pitchFamily="34" charset="0"/>
              </a:rPr>
              <a:t>/* 8*/</a:t>
            </a:r>
            <a:r>
              <a:rPr lang="en-US" altLang="zh-CN" sz="1800" b="1">
                <a:latin typeface="Arial" panose="020B0604020202020204" pitchFamily="34" charset="0"/>
              </a:rPr>
              <a:t> 	</a:t>
            </a:r>
            <a:r>
              <a:rPr lang="en-US" altLang="zh-CN" sz="1800" b="1">
                <a:solidFill>
                  <a:schemeClr val="hlink"/>
                </a:solidFill>
                <a:latin typeface="Arial" panose="020B0604020202020204" pitchFamily="34" charset="0"/>
              </a:rPr>
              <a:t>return</a:t>
            </a:r>
            <a:r>
              <a:rPr lang="en-US" altLang="zh-CN" sz="1800" b="1">
                <a:latin typeface="Arial" panose="020B0604020202020204" pitchFamily="34" charset="0"/>
              </a:rPr>
              <a:t> MaxSum; </a:t>
            </a:r>
            <a:endParaRPr lang="en-US" altLang="zh-CN" sz="1800" b="1">
              <a:latin typeface="Arial" panose="020B0604020202020204" pitchFamily="34" charset="0"/>
            </a:endParaRPr>
          </a:p>
          <a:p>
            <a:pPr eaLnBrk="1" hangingPunct="1"/>
            <a:r>
              <a:rPr lang="en-US" altLang="zh-CN" sz="1800" b="1">
                <a:latin typeface="Arial" panose="020B0604020202020204" pitchFamily="34" charset="0"/>
              </a:rPr>
              <a:t>} </a:t>
            </a:r>
            <a:endParaRPr lang="en-US" altLang="zh-CN" sz="1800" b="1">
              <a:latin typeface="Arial" panose="020B0604020202020204" pitchFamily="34" charset="0"/>
            </a:endParaRPr>
          </a:p>
        </p:txBody>
      </p:sp>
      <p:sp>
        <p:nvSpPr>
          <p:cNvPr id="1049410" name="Text Box 6"/>
          <p:cNvSpPr txBox="1">
            <a:spLocks noChangeArrowheads="1"/>
          </p:cNvSpPr>
          <p:nvPr/>
        </p:nvSpPr>
        <p:spPr bwMode="auto">
          <a:xfrm>
            <a:off x="609600" y="5318128"/>
            <a:ext cx="2057400" cy="398780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spcAft>
                <a:spcPts val="0"/>
              </a:spcAft>
            </a:pPr>
            <a:r>
              <a:rPr lang="en-US" altLang="zh-CN" sz="2000" b="1" i="1"/>
              <a:t>T</a:t>
            </a:r>
            <a:r>
              <a:rPr lang="en-US" altLang="zh-CN" sz="2000" b="1"/>
              <a:t>( </a:t>
            </a:r>
            <a:r>
              <a:rPr lang="en-US" altLang="zh-CN" sz="2000" b="1" i="1"/>
              <a:t>N</a:t>
            </a:r>
            <a:r>
              <a:rPr lang="en-US" altLang="zh-CN" sz="2000" b="1"/>
              <a:t> ) = O( </a:t>
            </a:r>
            <a:r>
              <a:rPr lang="en-US" altLang="zh-CN" sz="2000" b="1" i="1"/>
              <a:t>N</a:t>
            </a:r>
            <a:r>
              <a:rPr lang="en-US" altLang="zh-CN" sz="2000" b="1" baseline="30000"/>
              <a:t> </a:t>
            </a:r>
            <a:r>
              <a:rPr lang="en-US" altLang="zh-CN" sz="2000" b="1"/>
              <a:t>)</a:t>
            </a:r>
            <a:endParaRPr lang="en-US" altLang="zh-CN" sz="2000" b="1" i="1"/>
          </a:p>
        </p:txBody>
      </p:sp>
      <p:sp>
        <p:nvSpPr>
          <p:cNvPr id="1049411" name="Text Box 7"/>
          <p:cNvSpPr txBox="1">
            <a:spLocks noChangeArrowheads="1"/>
          </p:cNvSpPr>
          <p:nvPr/>
        </p:nvSpPr>
        <p:spPr bwMode="auto">
          <a:xfrm>
            <a:off x="609600" y="5775328"/>
            <a:ext cx="3276600" cy="398780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spcAft>
                <a:spcPts val="0"/>
              </a:spcAft>
            </a:pPr>
            <a:r>
              <a:rPr lang="en-US" altLang="zh-CN" sz="2000" b="1"/>
              <a:t>A[ ] is scanned </a:t>
            </a:r>
            <a:r>
              <a:rPr lang="en-US" altLang="zh-CN" sz="2000" b="1">
                <a:solidFill>
                  <a:schemeClr val="hlink"/>
                </a:solidFill>
              </a:rPr>
              <a:t>once</a:t>
            </a:r>
            <a:r>
              <a:rPr lang="en-US" altLang="zh-CN" sz="2000" b="1"/>
              <a:t> only.</a:t>
            </a:r>
            <a:endParaRPr lang="en-US" altLang="zh-CN" sz="2000" b="1"/>
          </a:p>
        </p:txBody>
      </p:sp>
      <p:grpSp>
        <p:nvGrpSpPr>
          <p:cNvPr id="358" name="Group 24"/>
          <p:cNvGrpSpPr/>
          <p:nvPr/>
        </p:nvGrpSpPr>
        <p:grpSpPr bwMode="auto">
          <a:xfrm>
            <a:off x="4648200" y="2133600"/>
            <a:ext cx="3657600" cy="381000"/>
            <a:chOff x="2928" y="3600"/>
            <a:chExt cx="2304" cy="240"/>
          </a:xfrm>
        </p:grpSpPr>
        <p:sp>
          <p:nvSpPr>
            <p:cNvPr id="1049412" name="Rectangle 8"/>
            <p:cNvSpPr>
              <a:spLocks noChangeArrowheads="1"/>
            </p:cNvSpPr>
            <p:nvPr/>
          </p:nvSpPr>
          <p:spPr bwMode="auto">
            <a:xfrm>
              <a:off x="2928" y="3600"/>
              <a:ext cx="288" cy="24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sz="1800" b="1">
                  <a:sym typeface="Symbol" panose="05050102010706020507" pitchFamily="18" charset="2"/>
                </a:rPr>
                <a:t></a:t>
              </a:r>
              <a:r>
                <a:rPr lang="en-US" altLang="zh-CN" sz="1800" b="1"/>
                <a:t>1</a:t>
              </a:r>
              <a:endParaRPr lang="en-US" altLang="zh-CN" sz="1800" b="1"/>
            </a:p>
          </p:txBody>
        </p:sp>
        <p:sp>
          <p:nvSpPr>
            <p:cNvPr id="1049413" name="Rectangle 16"/>
            <p:cNvSpPr>
              <a:spLocks noChangeArrowheads="1"/>
            </p:cNvSpPr>
            <p:nvPr/>
          </p:nvSpPr>
          <p:spPr bwMode="auto">
            <a:xfrm>
              <a:off x="3216" y="3600"/>
              <a:ext cx="288" cy="24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sz="1800" b="1">
                  <a:sym typeface="Symbol" panose="05050102010706020507" pitchFamily="18" charset="2"/>
                </a:rPr>
                <a:t>3</a:t>
              </a:r>
              <a:endParaRPr lang="en-US" altLang="zh-CN" sz="1800" b="1"/>
            </a:p>
          </p:txBody>
        </p:sp>
        <p:sp>
          <p:nvSpPr>
            <p:cNvPr id="1049414" name="Rectangle 17"/>
            <p:cNvSpPr>
              <a:spLocks noChangeArrowheads="1"/>
            </p:cNvSpPr>
            <p:nvPr/>
          </p:nvSpPr>
          <p:spPr bwMode="auto">
            <a:xfrm>
              <a:off x="3504" y="3600"/>
              <a:ext cx="288" cy="24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sz="1800" b="1">
                  <a:sym typeface="Symbol" panose="05050102010706020507" pitchFamily="18" charset="2"/>
                </a:rPr>
                <a:t></a:t>
              </a:r>
              <a:r>
                <a:rPr lang="en-US" altLang="zh-CN" sz="1800" b="1"/>
                <a:t>2</a:t>
              </a:r>
              <a:endParaRPr lang="en-US" altLang="zh-CN" sz="1800" b="1"/>
            </a:p>
          </p:txBody>
        </p:sp>
        <p:sp>
          <p:nvSpPr>
            <p:cNvPr id="1049415" name="Rectangle 18"/>
            <p:cNvSpPr>
              <a:spLocks noChangeArrowheads="1"/>
            </p:cNvSpPr>
            <p:nvPr/>
          </p:nvSpPr>
          <p:spPr bwMode="auto">
            <a:xfrm>
              <a:off x="3792" y="3600"/>
              <a:ext cx="288" cy="24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sz="1800" b="1">
                  <a:sym typeface="Symbol" panose="05050102010706020507" pitchFamily="18" charset="2"/>
                </a:rPr>
                <a:t>4</a:t>
              </a:r>
              <a:endParaRPr lang="en-US" altLang="zh-CN" sz="1800" b="1"/>
            </a:p>
          </p:txBody>
        </p:sp>
        <p:sp>
          <p:nvSpPr>
            <p:cNvPr id="1049416" name="Rectangle 19"/>
            <p:cNvSpPr>
              <a:spLocks noChangeArrowheads="1"/>
            </p:cNvSpPr>
            <p:nvPr/>
          </p:nvSpPr>
          <p:spPr bwMode="auto">
            <a:xfrm>
              <a:off x="4080" y="3600"/>
              <a:ext cx="288" cy="24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sz="1800" b="1">
                  <a:sym typeface="Symbol" panose="05050102010706020507" pitchFamily="18" charset="2"/>
                </a:rPr>
                <a:t></a:t>
              </a:r>
              <a:r>
                <a:rPr lang="en-US" altLang="zh-CN" sz="1800" b="1"/>
                <a:t>6</a:t>
              </a:r>
              <a:endParaRPr lang="en-US" altLang="zh-CN" sz="1800" b="1"/>
            </a:p>
          </p:txBody>
        </p:sp>
        <p:sp>
          <p:nvSpPr>
            <p:cNvPr id="1049417" name="Rectangle 20"/>
            <p:cNvSpPr>
              <a:spLocks noChangeArrowheads="1"/>
            </p:cNvSpPr>
            <p:nvPr/>
          </p:nvSpPr>
          <p:spPr bwMode="auto">
            <a:xfrm>
              <a:off x="4368" y="3600"/>
              <a:ext cx="288" cy="24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sz="1800" b="1"/>
                <a:t>1</a:t>
              </a:r>
              <a:endParaRPr lang="en-US" altLang="zh-CN" sz="1800" b="1"/>
            </a:p>
          </p:txBody>
        </p:sp>
        <p:sp>
          <p:nvSpPr>
            <p:cNvPr id="1049418" name="Rectangle 21"/>
            <p:cNvSpPr>
              <a:spLocks noChangeArrowheads="1"/>
            </p:cNvSpPr>
            <p:nvPr/>
          </p:nvSpPr>
          <p:spPr bwMode="auto">
            <a:xfrm>
              <a:off x="4656" y="3600"/>
              <a:ext cx="288" cy="24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sz="1800" b="1">
                  <a:sym typeface="Symbol" panose="05050102010706020507" pitchFamily="18" charset="2"/>
                </a:rPr>
                <a:t>6</a:t>
              </a:r>
              <a:endParaRPr lang="en-US" altLang="zh-CN" sz="1800" b="1"/>
            </a:p>
          </p:txBody>
        </p:sp>
        <p:sp>
          <p:nvSpPr>
            <p:cNvPr id="1049419" name="Rectangle 22"/>
            <p:cNvSpPr>
              <a:spLocks noChangeArrowheads="1"/>
            </p:cNvSpPr>
            <p:nvPr/>
          </p:nvSpPr>
          <p:spPr bwMode="auto">
            <a:xfrm>
              <a:off x="4944" y="3600"/>
              <a:ext cx="288" cy="24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sz="1800" b="1">
                  <a:sym typeface="Symbol" panose="05050102010706020507" pitchFamily="18" charset="2"/>
                </a:rPr>
                <a:t></a:t>
              </a:r>
              <a:r>
                <a:rPr lang="en-US" altLang="zh-CN" sz="1800" b="1"/>
                <a:t>1</a:t>
              </a:r>
              <a:endParaRPr lang="en-US" altLang="zh-CN" sz="1800" b="1"/>
            </a:p>
          </p:txBody>
        </p:sp>
        <p:sp>
          <p:nvSpPr>
            <p:cNvPr id="1049420" name="Rectangle 23"/>
            <p:cNvSpPr>
              <a:spLocks noChangeArrowheads="1"/>
            </p:cNvSpPr>
            <p:nvPr/>
          </p:nvSpPr>
          <p:spPr bwMode="auto">
            <a:xfrm>
              <a:off x="2928" y="3600"/>
              <a:ext cx="2304" cy="240"/>
            </a:xfrm>
            <a:prstGeom prst="rect">
              <a:avLst/>
            </a:prstGeom>
            <a:noFill/>
            <a:ln w="38100">
              <a:solidFill>
                <a:schemeClr val="hlink"/>
              </a:solidFill>
              <a:miter lim="800000"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</p:grpSp>
      <p:sp>
        <p:nvSpPr>
          <p:cNvPr id="1049421" name="Rectangle 25"/>
          <p:cNvSpPr>
            <a:spLocks noChangeArrowheads="1"/>
          </p:cNvSpPr>
          <p:nvPr/>
        </p:nvSpPr>
        <p:spPr bwMode="auto">
          <a:xfrm>
            <a:off x="4648200" y="2133600"/>
            <a:ext cx="457200" cy="381000"/>
          </a:xfrm>
          <a:prstGeom prst="rect">
            <a:avLst/>
          </a:prstGeom>
          <a:solidFill>
            <a:srgbClr val="CCFFFF">
              <a:alpha val="50195"/>
            </a:srgbClr>
          </a:solidFill>
          <a:ln>
            <a:noFill/>
          </a:ln>
        </p:spPr>
        <p:txBody>
          <a:bodyPr wrap="none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1049422" name="Rectangle 26"/>
          <p:cNvSpPr>
            <a:spLocks noChangeArrowheads="1"/>
          </p:cNvSpPr>
          <p:nvPr/>
        </p:nvSpPr>
        <p:spPr bwMode="auto">
          <a:xfrm>
            <a:off x="5105400" y="2133600"/>
            <a:ext cx="457200" cy="381000"/>
          </a:xfrm>
          <a:prstGeom prst="rect">
            <a:avLst/>
          </a:prstGeom>
          <a:solidFill>
            <a:srgbClr val="CCFFFF">
              <a:alpha val="50195"/>
            </a:srgbClr>
          </a:solidFill>
          <a:ln>
            <a:noFill/>
          </a:ln>
        </p:spPr>
        <p:txBody>
          <a:bodyPr wrap="none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1049423" name="Rectangle 27"/>
          <p:cNvSpPr>
            <a:spLocks noChangeArrowheads="1"/>
          </p:cNvSpPr>
          <p:nvPr/>
        </p:nvSpPr>
        <p:spPr bwMode="auto">
          <a:xfrm>
            <a:off x="5105400" y="2514600"/>
            <a:ext cx="457200" cy="1524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wrap="none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1049424" name="Rectangle 28"/>
          <p:cNvSpPr>
            <a:spLocks noChangeArrowheads="1"/>
          </p:cNvSpPr>
          <p:nvPr/>
        </p:nvSpPr>
        <p:spPr bwMode="auto">
          <a:xfrm>
            <a:off x="5562600" y="2133600"/>
            <a:ext cx="457200" cy="381000"/>
          </a:xfrm>
          <a:prstGeom prst="rect">
            <a:avLst/>
          </a:prstGeom>
          <a:solidFill>
            <a:srgbClr val="CCFFFF">
              <a:alpha val="50195"/>
            </a:srgbClr>
          </a:solidFill>
          <a:ln>
            <a:noFill/>
          </a:ln>
        </p:spPr>
        <p:txBody>
          <a:bodyPr wrap="none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1049425" name="Rectangle 29"/>
          <p:cNvSpPr>
            <a:spLocks noChangeArrowheads="1"/>
          </p:cNvSpPr>
          <p:nvPr/>
        </p:nvSpPr>
        <p:spPr bwMode="auto">
          <a:xfrm>
            <a:off x="6019800" y="2133600"/>
            <a:ext cx="457200" cy="381000"/>
          </a:xfrm>
          <a:prstGeom prst="rect">
            <a:avLst/>
          </a:prstGeom>
          <a:solidFill>
            <a:srgbClr val="CCFFFF">
              <a:alpha val="50195"/>
            </a:srgbClr>
          </a:solidFill>
          <a:ln>
            <a:noFill/>
          </a:ln>
        </p:spPr>
        <p:txBody>
          <a:bodyPr wrap="none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1049426" name="Rectangle 30"/>
          <p:cNvSpPr>
            <a:spLocks noChangeArrowheads="1"/>
          </p:cNvSpPr>
          <p:nvPr/>
        </p:nvSpPr>
        <p:spPr bwMode="auto">
          <a:xfrm>
            <a:off x="5562600" y="2514600"/>
            <a:ext cx="914400" cy="1524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wrap="none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1049427" name="Rectangle 31"/>
          <p:cNvSpPr>
            <a:spLocks noChangeArrowheads="1"/>
          </p:cNvSpPr>
          <p:nvPr/>
        </p:nvSpPr>
        <p:spPr bwMode="auto">
          <a:xfrm>
            <a:off x="4648200" y="2133600"/>
            <a:ext cx="457200" cy="381000"/>
          </a:xfrm>
          <a:prstGeom prst="rect">
            <a:avLst/>
          </a:prstGeom>
          <a:solidFill>
            <a:schemeClr val="hlink"/>
          </a:solidFill>
          <a:ln>
            <a:noFill/>
          </a:ln>
        </p:spPr>
        <p:txBody>
          <a:bodyPr wrap="none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Aft>
                <a:spcPts val="0"/>
              </a:spcAft>
            </a:pPr>
            <a:r>
              <a:rPr lang="en-US" altLang="zh-CN" sz="1800" b="1">
                <a:solidFill>
                  <a:schemeClr val="bg1"/>
                </a:solidFill>
                <a:sym typeface="Symbol" panose="05050102010706020507" pitchFamily="18" charset="2"/>
              </a:rPr>
              <a:t></a:t>
            </a:r>
            <a:r>
              <a:rPr lang="en-US" altLang="zh-CN" sz="1800" b="1">
                <a:solidFill>
                  <a:schemeClr val="bg1"/>
                </a:solidFill>
              </a:rPr>
              <a:t>1</a:t>
            </a:r>
            <a:endParaRPr lang="en-US" altLang="zh-CN" sz="1800" b="1">
              <a:solidFill>
                <a:schemeClr val="bg1"/>
              </a:solidFill>
            </a:endParaRPr>
          </a:p>
        </p:txBody>
      </p:sp>
      <p:sp>
        <p:nvSpPr>
          <p:cNvPr id="1049428" name="Rectangle 32"/>
          <p:cNvSpPr>
            <a:spLocks noChangeArrowheads="1"/>
          </p:cNvSpPr>
          <p:nvPr/>
        </p:nvSpPr>
        <p:spPr bwMode="auto">
          <a:xfrm>
            <a:off x="6477000" y="2133600"/>
            <a:ext cx="457200" cy="381000"/>
          </a:xfrm>
          <a:prstGeom prst="rect">
            <a:avLst/>
          </a:prstGeom>
          <a:solidFill>
            <a:srgbClr val="CCFFFF">
              <a:alpha val="50195"/>
            </a:srgbClr>
          </a:solidFill>
          <a:ln>
            <a:noFill/>
          </a:ln>
        </p:spPr>
        <p:txBody>
          <a:bodyPr wrap="none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1049429" name="Rectangle 33"/>
          <p:cNvSpPr>
            <a:spLocks noChangeArrowheads="1"/>
          </p:cNvSpPr>
          <p:nvPr/>
        </p:nvSpPr>
        <p:spPr bwMode="auto">
          <a:xfrm>
            <a:off x="5105400" y="2133600"/>
            <a:ext cx="1828800" cy="381000"/>
          </a:xfrm>
          <a:prstGeom prst="rect">
            <a:avLst/>
          </a:prstGeom>
          <a:solidFill>
            <a:schemeClr val="hlink"/>
          </a:solidFill>
          <a:ln>
            <a:noFill/>
          </a:ln>
        </p:spPr>
        <p:txBody>
          <a:bodyPr wrap="none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Aft>
                <a:spcPts val="0"/>
              </a:spcAft>
            </a:pPr>
            <a:r>
              <a:rPr lang="en-US" altLang="zh-CN" sz="1800" b="1">
                <a:solidFill>
                  <a:schemeClr val="bg1"/>
                </a:solidFill>
                <a:sym typeface="Symbol" panose="05050102010706020507" pitchFamily="18" charset="2"/>
              </a:rPr>
              <a:t>3     </a:t>
            </a:r>
            <a:r>
              <a:rPr lang="en-US" altLang="zh-CN" sz="1800" b="1">
                <a:solidFill>
                  <a:schemeClr val="bg1"/>
                </a:solidFill>
              </a:rPr>
              <a:t>2     4     </a:t>
            </a:r>
            <a:r>
              <a:rPr lang="en-US" altLang="zh-CN" sz="1800" b="1">
                <a:solidFill>
                  <a:schemeClr val="bg1"/>
                </a:solidFill>
                <a:sym typeface="Symbol" panose="05050102010706020507" pitchFamily="18" charset="2"/>
              </a:rPr>
              <a:t></a:t>
            </a:r>
            <a:r>
              <a:rPr lang="en-US" altLang="zh-CN" sz="1800" b="1">
                <a:solidFill>
                  <a:schemeClr val="bg1"/>
                </a:solidFill>
              </a:rPr>
              <a:t>6</a:t>
            </a:r>
            <a:endParaRPr lang="en-US" altLang="zh-CN" sz="1800" b="1">
              <a:solidFill>
                <a:schemeClr val="bg1"/>
              </a:solidFill>
            </a:endParaRPr>
          </a:p>
        </p:txBody>
      </p:sp>
      <p:sp>
        <p:nvSpPr>
          <p:cNvPr id="1049430" name="Rectangle 34"/>
          <p:cNvSpPr>
            <a:spLocks noChangeArrowheads="1"/>
          </p:cNvSpPr>
          <p:nvPr/>
        </p:nvSpPr>
        <p:spPr bwMode="auto">
          <a:xfrm>
            <a:off x="6934200" y="2133600"/>
            <a:ext cx="457200" cy="381000"/>
          </a:xfrm>
          <a:prstGeom prst="rect">
            <a:avLst/>
          </a:prstGeom>
          <a:solidFill>
            <a:srgbClr val="CCFFFF">
              <a:alpha val="50195"/>
            </a:srgbClr>
          </a:solidFill>
          <a:ln>
            <a:noFill/>
          </a:ln>
        </p:spPr>
        <p:txBody>
          <a:bodyPr wrap="none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1049431" name="Rectangle 35"/>
          <p:cNvSpPr>
            <a:spLocks noChangeArrowheads="1"/>
          </p:cNvSpPr>
          <p:nvPr/>
        </p:nvSpPr>
        <p:spPr bwMode="auto">
          <a:xfrm>
            <a:off x="7391400" y="2133600"/>
            <a:ext cx="457200" cy="381000"/>
          </a:xfrm>
          <a:prstGeom prst="rect">
            <a:avLst/>
          </a:prstGeom>
          <a:solidFill>
            <a:srgbClr val="CCFFFF">
              <a:alpha val="50195"/>
            </a:srgbClr>
          </a:solidFill>
          <a:ln>
            <a:noFill/>
          </a:ln>
        </p:spPr>
        <p:txBody>
          <a:bodyPr wrap="none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1049432" name="Rectangle 36"/>
          <p:cNvSpPr>
            <a:spLocks noChangeArrowheads="1"/>
          </p:cNvSpPr>
          <p:nvPr/>
        </p:nvSpPr>
        <p:spPr bwMode="auto">
          <a:xfrm>
            <a:off x="5105400" y="2514600"/>
            <a:ext cx="1371600" cy="152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none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1049433" name="Rectangle 37"/>
          <p:cNvSpPr>
            <a:spLocks noChangeArrowheads="1"/>
          </p:cNvSpPr>
          <p:nvPr/>
        </p:nvSpPr>
        <p:spPr bwMode="auto">
          <a:xfrm>
            <a:off x="6934200" y="2514600"/>
            <a:ext cx="914400" cy="1524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wrap="none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1049434" name="Rectangle 38"/>
          <p:cNvSpPr>
            <a:spLocks noChangeArrowheads="1"/>
          </p:cNvSpPr>
          <p:nvPr/>
        </p:nvSpPr>
        <p:spPr bwMode="auto">
          <a:xfrm>
            <a:off x="7848600" y="2133600"/>
            <a:ext cx="457200" cy="381000"/>
          </a:xfrm>
          <a:prstGeom prst="rect">
            <a:avLst/>
          </a:prstGeom>
          <a:solidFill>
            <a:srgbClr val="CCFFFF">
              <a:alpha val="50195"/>
            </a:srgbClr>
          </a:solidFill>
          <a:ln>
            <a:noFill/>
          </a:ln>
        </p:spPr>
        <p:txBody>
          <a:bodyPr wrap="none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1049435" name="AutoShape 39"/>
          <p:cNvSpPr>
            <a:spLocks noChangeArrowheads="1"/>
          </p:cNvSpPr>
          <p:nvPr/>
        </p:nvSpPr>
        <p:spPr bwMode="auto">
          <a:xfrm>
            <a:off x="3048000" y="4343400"/>
            <a:ext cx="5638800" cy="1981200"/>
          </a:xfrm>
          <a:prstGeom prst="wedgeEllipseCallout">
            <a:avLst>
              <a:gd name="adj1" fmla="val 12667"/>
              <a:gd name="adj2" fmla="val -143991"/>
            </a:avLst>
          </a:prstGeom>
          <a:gradFill rotWithShape="0">
            <a:gsLst>
              <a:gs pos="0">
                <a:srgbClr val="C0C0C0"/>
              </a:gs>
              <a:gs pos="100000">
                <a:srgbClr val="FFFFFF"/>
              </a:gs>
            </a:gsLst>
            <a:lin ang="5400000" scaled="1"/>
          </a:gradFill>
          <a:ln w="9525">
            <a:solidFill>
              <a:schemeClr val="tx1"/>
            </a:solidFill>
            <a:miter lim="800000"/>
          </a:ln>
        </p:spPr>
        <p:txBody>
          <a:bodyPr anchor="ctr"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2000" b="1"/>
              <a:t>At any point in time, the algorithm can correctly give an answer to the </a:t>
            </a:r>
            <a:r>
              <a:rPr lang="en-US" altLang="zh-CN" sz="2000" b="1">
                <a:solidFill>
                  <a:schemeClr val="hlink"/>
                </a:solidFill>
              </a:rPr>
              <a:t>subsequence</a:t>
            </a:r>
            <a:r>
              <a:rPr lang="en-US" altLang="zh-CN" sz="2000" b="1"/>
              <a:t> problem for the data it has already read.</a:t>
            </a:r>
            <a:endParaRPr lang="en-US" altLang="zh-CN" sz="2000" b="1"/>
          </a:p>
        </p:txBody>
      </p:sp>
      <p:sp>
        <p:nvSpPr>
          <p:cNvPr id="1049436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rtl="0">
              <a:spcAft>
                <a:spcPts val="0"/>
              </a:spcAft>
            </a:pPr>
            <a:fld id="{71B7BAC7-FE87-40F6-AA24-4F4685D1B022}" type="slidenum">
              <a:rPr lang="en-US" smtClean="0"/>
            </a:fld>
            <a:endParaRPr lang="en-US"/>
          </a:p>
        </p:txBody>
      </p:sp>
    </p:spTree>
    <p:custDataLst>
      <p:tags r:id="rId2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700"/>
    </mc:Choice>
    <mc:Fallback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3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94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049421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0494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94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500"/>
                                        <p:tgtEl>
                                          <p:spTgt spid="10494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94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0494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94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0494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94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0494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94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0494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94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0494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94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0494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94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10494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94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10494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94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10494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94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10494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500"/>
                            </p:stCondLst>
                            <p:childTnLst>
                              <p:par>
                                <p:cTn id="6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94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1" dur="500"/>
                                        <p:tgtEl>
                                          <p:spTgt spid="10494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94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6" dur="500"/>
                                        <p:tgtEl>
                                          <p:spTgt spid="10494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94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1" dur="500"/>
                                        <p:tgtEl>
                                          <p:spTgt spid="10494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49421" grpId="0" animBg="1"/>
      <p:bldP spid="1049422" grpId="0" animBg="1"/>
      <p:bldP spid="1049423" grpId="0" animBg="1"/>
      <p:bldP spid="1049424" grpId="0" animBg="1"/>
      <p:bldP spid="1049425" grpId="0" animBg="1"/>
      <p:bldP spid="1049426" grpId="0" animBg="1"/>
      <p:bldP spid="1049427" grpId="0" animBg="1" autoUpdateAnimBg="0"/>
      <p:bldP spid="1049428" grpId="0" animBg="1"/>
      <p:bldP spid="1049429" grpId="0" animBg="1" autoUpdateAnimBg="0"/>
      <p:bldP spid="1049430" grpId="0" animBg="1"/>
      <p:bldP spid="1049431" grpId="0" animBg="1"/>
      <p:bldP spid="1049432" grpId="0" animBg="1"/>
      <p:bldP spid="1049433" grpId="0" animBg="1"/>
      <p:bldP spid="1049434" grpId="0" animBg="1"/>
      <p:bldP spid="1049435" grpId="0" animBg="1" autoUpdateAnimBg="0"/>
    </p:bldLst>
  </p:timing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6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62" name="Group 447"/>
          <p:cNvGrpSpPr/>
          <p:nvPr/>
        </p:nvGrpSpPr>
        <p:grpSpPr bwMode="auto">
          <a:xfrm>
            <a:off x="457200" y="685800"/>
            <a:ext cx="8153400" cy="3962400"/>
            <a:chOff x="288" y="432"/>
            <a:chExt cx="5136" cy="2496"/>
          </a:xfrm>
        </p:grpSpPr>
        <p:sp>
          <p:nvSpPr>
            <p:cNvPr id="1049440" name="AutoShape 89" descr="深色木质"/>
            <p:cNvSpPr>
              <a:spLocks noChangeArrowheads="1"/>
            </p:cNvSpPr>
            <p:nvPr/>
          </p:nvSpPr>
          <p:spPr bwMode="auto">
            <a:xfrm>
              <a:off x="288" y="1008"/>
              <a:ext cx="5136" cy="1920"/>
            </a:xfrm>
            <a:prstGeom prst="bevel">
              <a:avLst>
                <a:gd name="adj" fmla="val 4583"/>
              </a:avLst>
            </a:prstGeom>
            <a:blipFill dpi="0" rotWithShape="0">
              <a:blip r:embed="rId1"/>
              <a:srcRect/>
              <a:tile tx="0" ty="0" sx="100000" sy="100000" flip="none" algn="tl"/>
            </a:blipFill>
            <a:ln>
              <a:noFill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1049441" name="Rectangle 18"/>
            <p:cNvSpPr>
              <a:spLocks noChangeArrowheads="1"/>
            </p:cNvSpPr>
            <p:nvPr/>
          </p:nvSpPr>
          <p:spPr bwMode="auto">
            <a:xfrm>
              <a:off x="4464" y="1633"/>
              <a:ext cx="864" cy="1199"/>
            </a:xfrm>
            <a:prstGeom prst="rect">
              <a:avLst/>
            </a:prstGeom>
            <a:noFill/>
            <a:ln>
              <a:noFill/>
            </a:ln>
          </p:spPr>
          <p:txBody>
            <a:bodyPr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20000"/>
                </a:spcBef>
              </a:pPr>
              <a:r>
                <a:rPr lang="en-US" altLang="zh-CN" sz="2000" b="1">
                  <a:solidFill>
                    <a:schemeClr val="bg1"/>
                  </a:solidFill>
                </a:rPr>
                <a:t>  0.00034</a:t>
              </a:r>
              <a:endParaRPr lang="en-US" altLang="zh-CN" sz="2000" b="1">
                <a:solidFill>
                  <a:schemeClr val="bg1"/>
                </a:solidFill>
              </a:endParaRPr>
            </a:p>
            <a:p>
              <a:pPr eaLnBrk="1" hangingPunct="1">
                <a:spcBef>
                  <a:spcPct val="20000"/>
                </a:spcBef>
              </a:pPr>
              <a:r>
                <a:rPr lang="en-US" altLang="zh-CN" sz="2000" b="1">
                  <a:solidFill>
                    <a:schemeClr val="bg1"/>
                  </a:solidFill>
                </a:rPr>
                <a:t>  0.00063</a:t>
              </a:r>
              <a:endParaRPr lang="en-US" altLang="zh-CN" sz="2000" b="1">
                <a:solidFill>
                  <a:schemeClr val="bg1"/>
                </a:solidFill>
              </a:endParaRPr>
            </a:p>
            <a:p>
              <a:pPr eaLnBrk="1" hangingPunct="1">
                <a:spcBef>
                  <a:spcPct val="20000"/>
                </a:spcBef>
              </a:pPr>
              <a:r>
                <a:rPr lang="en-US" altLang="zh-CN" sz="2000" b="1">
                  <a:solidFill>
                    <a:schemeClr val="bg1"/>
                  </a:solidFill>
                </a:rPr>
                <a:t>  0.00333</a:t>
              </a:r>
              <a:endParaRPr lang="en-US" altLang="zh-CN" sz="2000" b="1">
                <a:solidFill>
                  <a:schemeClr val="bg1"/>
                </a:solidFill>
              </a:endParaRPr>
            </a:p>
            <a:p>
              <a:pPr eaLnBrk="1" hangingPunct="1">
                <a:spcBef>
                  <a:spcPct val="20000"/>
                </a:spcBef>
              </a:pPr>
              <a:r>
                <a:rPr lang="en-US" altLang="zh-CN" sz="2000" b="1">
                  <a:solidFill>
                    <a:schemeClr val="bg1"/>
                  </a:solidFill>
                </a:rPr>
                <a:t>  0.03042</a:t>
              </a:r>
              <a:endParaRPr lang="en-US" altLang="zh-CN" sz="2000" b="1">
                <a:solidFill>
                  <a:schemeClr val="bg1"/>
                </a:solidFill>
              </a:endParaRPr>
            </a:p>
            <a:p>
              <a:pPr eaLnBrk="1" hangingPunct="1">
                <a:spcBef>
                  <a:spcPct val="20000"/>
                </a:spcBef>
              </a:pPr>
              <a:r>
                <a:rPr lang="en-US" altLang="zh-CN" sz="2000" b="1">
                  <a:solidFill>
                    <a:schemeClr val="bg1"/>
                  </a:solidFill>
                </a:rPr>
                <a:t>  0.29832</a:t>
              </a:r>
              <a:endParaRPr lang="en-US" altLang="zh-CN" sz="2000" b="1">
                <a:solidFill>
                  <a:schemeClr val="bg1"/>
                </a:solidFill>
              </a:endParaRPr>
            </a:p>
          </p:txBody>
        </p:sp>
        <p:sp>
          <p:nvSpPr>
            <p:cNvPr id="1049442" name="Rectangle 17"/>
            <p:cNvSpPr>
              <a:spLocks noChangeArrowheads="1"/>
            </p:cNvSpPr>
            <p:nvPr/>
          </p:nvSpPr>
          <p:spPr bwMode="auto">
            <a:xfrm>
              <a:off x="3552" y="1633"/>
              <a:ext cx="912" cy="1199"/>
            </a:xfrm>
            <a:prstGeom prst="rect">
              <a:avLst/>
            </a:prstGeom>
            <a:noFill/>
            <a:ln>
              <a:noFill/>
            </a:ln>
          </p:spPr>
          <p:txBody>
            <a:bodyPr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20000"/>
                </a:spcBef>
              </a:pPr>
              <a:r>
                <a:rPr lang="en-US" altLang="zh-CN" sz="2000" b="1">
                  <a:solidFill>
                    <a:schemeClr val="bg1"/>
                  </a:solidFill>
                </a:rPr>
                <a:t>  0.00066</a:t>
              </a:r>
              <a:endParaRPr lang="en-US" altLang="zh-CN" sz="2000" b="1">
                <a:solidFill>
                  <a:schemeClr val="bg1"/>
                </a:solidFill>
              </a:endParaRPr>
            </a:p>
            <a:p>
              <a:pPr eaLnBrk="1" hangingPunct="1">
                <a:spcBef>
                  <a:spcPct val="20000"/>
                </a:spcBef>
              </a:pPr>
              <a:r>
                <a:rPr lang="en-US" altLang="zh-CN" sz="2000" b="1">
                  <a:solidFill>
                    <a:schemeClr val="bg1"/>
                  </a:solidFill>
                </a:rPr>
                <a:t>  0.00486</a:t>
              </a:r>
              <a:endParaRPr lang="en-US" altLang="zh-CN" sz="2000" b="1">
                <a:solidFill>
                  <a:schemeClr val="bg1"/>
                </a:solidFill>
              </a:endParaRPr>
            </a:p>
            <a:p>
              <a:pPr eaLnBrk="1" hangingPunct="1">
                <a:spcBef>
                  <a:spcPct val="20000"/>
                </a:spcBef>
              </a:pPr>
              <a:r>
                <a:rPr lang="en-US" altLang="zh-CN" sz="2000" b="1">
                  <a:solidFill>
                    <a:schemeClr val="bg1"/>
                  </a:solidFill>
                </a:rPr>
                <a:t>  0.05843</a:t>
              </a:r>
              <a:endParaRPr lang="en-US" altLang="zh-CN" sz="2000" b="1">
                <a:solidFill>
                  <a:schemeClr val="bg1"/>
                </a:solidFill>
              </a:endParaRPr>
            </a:p>
            <a:p>
              <a:pPr eaLnBrk="1" hangingPunct="1">
                <a:spcBef>
                  <a:spcPct val="20000"/>
                </a:spcBef>
              </a:pPr>
              <a:r>
                <a:rPr lang="en-US" altLang="zh-CN" sz="2000" b="1">
                  <a:solidFill>
                    <a:schemeClr val="bg1"/>
                  </a:solidFill>
                </a:rPr>
                <a:t>  0.68631</a:t>
              </a:r>
              <a:endParaRPr lang="en-US" altLang="zh-CN" sz="2000" b="1">
                <a:solidFill>
                  <a:schemeClr val="bg1"/>
                </a:solidFill>
              </a:endParaRPr>
            </a:p>
            <a:p>
              <a:pPr eaLnBrk="1" hangingPunct="1">
                <a:spcBef>
                  <a:spcPct val="20000"/>
                </a:spcBef>
              </a:pPr>
              <a:r>
                <a:rPr lang="en-US" altLang="zh-CN" sz="2000" b="1">
                  <a:solidFill>
                    <a:schemeClr val="bg1"/>
                  </a:solidFill>
                </a:rPr>
                <a:t>  8.0113</a:t>
              </a:r>
              <a:endParaRPr lang="en-US" altLang="zh-CN" sz="2000" b="1">
                <a:solidFill>
                  <a:schemeClr val="bg1"/>
                </a:solidFill>
              </a:endParaRPr>
            </a:p>
          </p:txBody>
        </p:sp>
        <p:sp>
          <p:nvSpPr>
            <p:cNvPr id="1049443" name="Rectangle 16"/>
            <p:cNvSpPr>
              <a:spLocks noChangeArrowheads="1"/>
            </p:cNvSpPr>
            <p:nvPr/>
          </p:nvSpPr>
          <p:spPr bwMode="auto">
            <a:xfrm>
              <a:off x="2688" y="1633"/>
              <a:ext cx="864" cy="1199"/>
            </a:xfrm>
            <a:prstGeom prst="rect">
              <a:avLst/>
            </a:prstGeom>
            <a:noFill/>
            <a:ln>
              <a:noFill/>
            </a:ln>
          </p:spPr>
          <p:txBody>
            <a:bodyPr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20000"/>
                </a:spcBef>
              </a:pPr>
              <a:r>
                <a:rPr lang="en-US" altLang="zh-CN" sz="2000" b="1">
                  <a:solidFill>
                    <a:schemeClr val="bg1"/>
                  </a:solidFill>
                </a:rPr>
                <a:t>    0.00045</a:t>
              </a:r>
              <a:endParaRPr lang="en-US" altLang="zh-CN" sz="2000" b="1">
                <a:solidFill>
                  <a:schemeClr val="bg1"/>
                </a:solidFill>
              </a:endParaRPr>
            </a:p>
            <a:p>
              <a:pPr eaLnBrk="1" hangingPunct="1">
                <a:spcBef>
                  <a:spcPct val="20000"/>
                </a:spcBef>
              </a:pPr>
              <a:r>
                <a:rPr lang="en-US" altLang="zh-CN" sz="2000" b="1">
                  <a:solidFill>
                    <a:schemeClr val="bg1"/>
                  </a:solidFill>
                </a:rPr>
                <a:t>    0.01112</a:t>
              </a:r>
              <a:endParaRPr lang="en-US" altLang="zh-CN" sz="2000" b="1">
                <a:solidFill>
                  <a:schemeClr val="bg1"/>
                </a:solidFill>
              </a:endParaRPr>
            </a:p>
            <a:p>
              <a:pPr eaLnBrk="1" hangingPunct="1">
                <a:spcBef>
                  <a:spcPct val="20000"/>
                </a:spcBef>
              </a:pPr>
              <a:r>
                <a:rPr lang="en-US" altLang="zh-CN" sz="2000" b="1">
                  <a:solidFill>
                    <a:schemeClr val="bg1"/>
                  </a:solidFill>
                </a:rPr>
                <a:t>    1.1233</a:t>
              </a:r>
              <a:endParaRPr lang="en-US" altLang="zh-CN" sz="2000" b="1">
                <a:solidFill>
                  <a:schemeClr val="bg1"/>
                </a:solidFill>
              </a:endParaRPr>
            </a:p>
            <a:p>
              <a:pPr eaLnBrk="1" hangingPunct="1">
                <a:spcBef>
                  <a:spcPct val="20000"/>
                </a:spcBef>
              </a:pPr>
              <a:r>
                <a:rPr lang="en-US" altLang="zh-CN" sz="2000" b="1">
                  <a:solidFill>
                    <a:schemeClr val="bg1"/>
                  </a:solidFill>
                </a:rPr>
                <a:t>111.13</a:t>
              </a:r>
              <a:endParaRPr lang="en-US" altLang="zh-CN" sz="2000" b="1">
                <a:solidFill>
                  <a:schemeClr val="bg1"/>
                </a:solidFill>
              </a:endParaRPr>
            </a:p>
            <a:p>
              <a:pPr eaLnBrk="1" hangingPunct="1">
                <a:spcBef>
                  <a:spcPct val="20000"/>
                </a:spcBef>
              </a:pPr>
              <a:r>
                <a:rPr lang="en-US" altLang="zh-CN" sz="2000" b="1">
                  <a:solidFill>
                    <a:schemeClr val="bg1"/>
                  </a:solidFill>
                </a:rPr>
                <a:t>     NA</a:t>
              </a:r>
              <a:endParaRPr lang="en-US" altLang="zh-CN" sz="2000" b="1">
                <a:solidFill>
                  <a:schemeClr val="bg1"/>
                </a:solidFill>
              </a:endParaRPr>
            </a:p>
          </p:txBody>
        </p:sp>
        <p:sp>
          <p:nvSpPr>
            <p:cNvPr id="1049444" name="Rectangle 15"/>
            <p:cNvSpPr>
              <a:spLocks noChangeArrowheads="1"/>
            </p:cNvSpPr>
            <p:nvPr/>
          </p:nvSpPr>
          <p:spPr bwMode="auto">
            <a:xfrm>
              <a:off x="1824" y="1633"/>
              <a:ext cx="864" cy="1199"/>
            </a:xfrm>
            <a:prstGeom prst="rect">
              <a:avLst/>
            </a:prstGeom>
            <a:noFill/>
            <a:ln>
              <a:noFill/>
            </a:ln>
          </p:spPr>
          <p:txBody>
            <a:bodyPr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20000"/>
                </a:spcBef>
              </a:pPr>
              <a:r>
                <a:rPr lang="en-US" altLang="zh-CN" sz="2000" b="1">
                  <a:solidFill>
                    <a:schemeClr val="bg1"/>
                  </a:solidFill>
                </a:rPr>
                <a:t>    0.00103</a:t>
              </a:r>
              <a:endParaRPr lang="en-US" altLang="zh-CN" sz="2000" b="1">
                <a:solidFill>
                  <a:schemeClr val="bg1"/>
                </a:solidFill>
              </a:endParaRPr>
            </a:p>
            <a:p>
              <a:pPr eaLnBrk="1" hangingPunct="1">
                <a:spcBef>
                  <a:spcPct val="20000"/>
                </a:spcBef>
              </a:pPr>
              <a:r>
                <a:rPr lang="en-US" altLang="zh-CN" sz="2000" b="1">
                  <a:solidFill>
                    <a:schemeClr val="bg1"/>
                  </a:solidFill>
                </a:rPr>
                <a:t>    0.47015</a:t>
              </a:r>
              <a:endParaRPr lang="en-US" altLang="zh-CN" sz="2000" b="1">
                <a:solidFill>
                  <a:schemeClr val="bg1"/>
                </a:solidFill>
              </a:endParaRPr>
            </a:p>
            <a:p>
              <a:pPr eaLnBrk="1" hangingPunct="1">
                <a:spcBef>
                  <a:spcPct val="20000"/>
                </a:spcBef>
              </a:pPr>
              <a:r>
                <a:rPr lang="en-US" altLang="zh-CN" sz="2000" b="1">
                  <a:solidFill>
                    <a:schemeClr val="bg1"/>
                  </a:solidFill>
                </a:rPr>
                <a:t>448.77</a:t>
              </a:r>
              <a:endParaRPr lang="en-US" altLang="zh-CN" sz="2000" b="1">
                <a:solidFill>
                  <a:schemeClr val="bg1"/>
                </a:solidFill>
              </a:endParaRPr>
            </a:p>
            <a:p>
              <a:pPr eaLnBrk="1" hangingPunct="1">
                <a:spcBef>
                  <a:spcPct val="20000"/>
                </a:spcBef>
              </a:pPr>
              <a:r>
                <a:rPr lang="en-US" altLang="zh-CN" sz="2000" b="1">
                  <a:solidFill>
                    <a:schemeClr val="bg1"/>
                  </a:solidFill>
                </a:rPr>
                <a:t>     NA</a:t>
              </a:r>
              <a:endParaRPr lang="en-US" altLang="zh-CN" sz="2000" b="1">
                <a:solidFill>
                  <a:schemeClr val="bg1"/>
                </a:solidFill>
              </a:endParaRPr>
            </a:p>
            <a:p>
              <a:pPr eaLnBrk="1" hangingPunct="1">
                <a:spcBef>
                  <a:spcPct val="20000"/>
                </a:spcBef>
              </a:pPr>
              <a:r>
                <a:rPr lang="en-US" altLang="zh-CN" sz="2000" b="1">
                  <a:solidFill>
                    <a:schemeClr val="bg1"/>
                  </a:solidFill>
                </a:rPr>
                <a:t>     NA</a:t>
              </a:r>
              <a:endParaRPr lang="en-US" altLang="zh-CN" sz="2000" b="1">
                <a:solidFill>
                  <a:schemeClr val="bg1"/>
                </a:solidFill>
              </a:endParaRPr>
            </a:p>
          </p:txBody>
        </p:sp>
        <p:sp>
          <p:nvSpPr>
            <p:cNvPr id="1049445" name="Rectangle 14"/>
            <p:cNvSpPr>
              <a:spLocks noChangeArrowheads="1"/>
            </p:cNvSpPr>
            <p:nvPr/>
          </p:nvSpPr>
          <p:spPr bwMode="auto">
            <a:xfrm>
              <a:off x="384" y="1633"/>
              <a:ext cx="1440" cy="1199"/>
            </a:xfrm>
            <a:prstGeom prst="rect">
              <a:avLst/>
            </a:prstGeom>
            <a:noFill/>
            <a:ln>
              <a:noFill/>
            </a:ln>
          </p:spPr>
          <p:txBody>
            <a:bodyPr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20000"/>
                </a:spcBef>
              </a:pPr>
              <a:endParaRPr lang="zh-CN" altLang="zh-CN" sz="2000" b="1">
                <a:solidFill>
                  <a:schemeClr val="bg1"/>
                </a:solidFill>
              </a:endParaRPr>
            </a:p>
          </p:txBody>
        </p:sp>
        <p:sp>
          <p:nvSpPr>
            <p:cNvPr id="1049446" name="Rectangle 13"/>
            <p:cNvSpPr>
              <a:spLocks noChangeArrowheads="1"/>
            </p:cNvSpPr>
            <p:nvPr/>
          </p:nvSpPr>
          <p:spPr bwMode="auto">
            <a:xfrm>
              <a:off x="4464" y="1376"/>
              <a:ext cx="864" cy="257"/>
            </a:xfrm>
            <a:prstGeom prst="rect">
              <a:avLst/>
            </a:prstGeom>
            <a:noFill/>
            <a:ln>
              <a:noFill/>
            </a:ln>
          </p:spPr>
          <p:txBody>
            <a:bodyPr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20000"/>
                </a:spcBef>
              </a:pPr>
              <a:r>
                <a:rPr lang="en-US" altLang="zh-CN" sz="1800" b="1">
                  <a:solidFill>
                    <a:schemeClr val="bg1"/>
                  </a:solidFill>
                </a:rPr>
                <a:t>O( </a:t>
              </a:r>
              <a:r>
                <a:rPr lang="en-US" altLang="zh-CN" sz="1800" b="1" i="1">
                  <a:solidFill>
                    <a:schemeClr val="bg1"/>
                  </a:solidFill>
                </a:rPr>
                <a:t>N</a:t>
              </a:r>
              <a:r>
                <a:rPr lang="en-US" altLang="zh-CN" sz="1800" b="1">
                  <a:solidFill>
                    <a:schemeClr val="bg1"/>
                  </a:solidFill>
                </a:rPr>
                <a:t> )</a:t>
              </a:r>
              <a:endParaRPr lang="en-US" altLang="zh-CN" sz="1800" b="1">
                <a:solidFill>
                  <a:schemeClr val="bg1"/>
                </a:solidFill>
              </a:endParaRPr>
            </a:p>
          </p:txBody>
        </p:sp>
        <p:sp>
          <p:nvSpPr>
            <p:cNvPr id="1049447" name="Rectangle 12"/>
            <p:cNvSpPr>
              <a:spLocks noChangeArrowheads="1"/>
            </p:cNvSpPr>
            <p:nvPr/>
          </p:nvSpPr>
          <p:spPr bwMode="auto">
            <a:xfrm>
              <a:off x="3552" y="1376"/>
              <a:ext cx="912" cy="257"/>
            </a:xfrm>
            <a:prstGeom prst="rect">
              <a:avLst/>
            </a:prstGeom>
            <a:noFill/>
            <a:ln>
              <a:noFill/>
            </a:ln>
          </p:spPr>
          <p:txBody>
            <a:bodyPr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20000"/>
                </a:spcBef>
              </a:pPr>
              <a:r>
                <a:rPr lang="en-US" altLang="zh-CN" sz="1800" b="1">
                  <a:solidFill>
                    <a:schemeClr val="bg1"/>
                  </a:solidFill>
                </a:rPr>
                <a:t>O(</a:t>
              </a:r>
              <a:r>
                <a:rPr lang="en-US" altLang="zh-CN" sz="1800" b="1" i="1">
                  <a:solidFill>
                    <a:schemeClr val="bg1"/>
                  </a:solidFill>
                </a:rPr>
                <a:t>N</a:t>
              </a:r>
              <a:r>
                <a:rPr lang="en-US" altLang="zh-CN" sz="1800" b="1" baseline="30000">
                  <a:solidFill>
                    <a:schemeClr val="bg1"/>
                  </a:solidFill>
                </a:rPr>
                <a:t> </a:t>
              </a:r>
              <a:r>
                <a:rPr lang="en-US" altLang="zh-CN" sz="1800" b="1">
                  <a:solidFill>
                    <a:schemeClr val="bg1"/>
                  </a:solidFill>
                </a:rPr>
                <a:t>log </a:t>
              </a:r>
              <a:r>
                <a:rPr lang="en-US" altLang="zh-CN" sz="1800" b="1" i="1">
                  <a:solidFill>
                    <a:schemeClr val="bg1"/>
                  </a:solidFill>
                </a:rPr>
                <a:t>N</a:t>
              </a:r>
              <a:r>
                <a:rPr lang="en-US" altLang="zh-CN" sz="1800" b="1">
                  <a:solidFill>
                    <a:schemeClr val="bg1"/>
                  </a:solidFill>
                </a:rPr>
                <a:t>)</a:t>
              </a:r>
              <a:endParaRPr lang="en-US" altLang="zh-CN" sz="1800" b="1">
                <a:solidFill>
                  <a:schemeClr val="bg1"/>
                </a:solidFill>
              </a:endParaRPr>
            </a:p>
          </p:txBody>
        </p:sp>
        <p:sp>
          <p:nvSpPr>
            <p:cNvPr id="1049448" name="Rectangle 11"/>
            <p:cNvSpPr>
              <a:spLocks noChangeArrowheads="1"/>
            </p:cNvSpPr>
            <p:nvPr/>
          </p:nvSpPr>
          <p:spPr bwMode="auto">
            <a:xfrm>
              <a:off x="2688" y="1376"/>
              <a:ext cx="864" cy="257"/>
            </a:xfrm>
            <a:prstGeom prst="rect">
              <a:avLst/>
            </a:prstGeom>
            <a:noFill/>
            <a:ln>
              <a:noFill/>
            </a:ln>
          </p:spPr>
          <p:txBody>
            <a:bodyPr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20000"/>
                </a:spcBef>
              </a:pPr>
              <a:r>
                <a:rPr lang="en-US" altLang="zh-CN" sz="1800" b="1">
                  <a:solidFill>
                    <a:schemeClr val="bg1"/>
                  </a:solidFill>
                </a:rPr>
                <a:t>O( </a:t>
              </a:r>
              <a:r>
                <a:rPr lang="en-US" altLang="zh-CN" sz="1800" b="1" i="1">
                  <a:solidFill>
                    <a:schemeClr val="bg1"/>
                  </a:solidFill>
                </a:rPr>
                <a:t>N</a:t>
              </a:r>
              <a:r>
                <a:rPr lang="en-US" altLang="zh-CN" sz="1800" b="1" baseline="30000">
                  <a:solidFill>
                    <a:schemeClr val="bg1"/>
                  </a:solidFill>
                </a:rPr>
                <a:t>2</a:t>
              </a:r>
              <a:r>
                <a:rPr lang="en-US" altLang="zh-CN" sz="1800" b="1">
                  <a:solidFill>
                    <a:schemeClr val="bg1"/>
                  </a:solidFill>
                </a:rPr>
                <a:t> )</a:t>
              </a:r>
              <a:endParaRPr lang="en-US" altLang="zh-CN" sz="1800" b="1">
                <a:solidFill>
                  <a:schemeClr val="bg1"/>
                </a:solidFill>
              </a:endParaRPr>
            </a:p>
          </p:txBody>
        </p:sp>
        <p:sp>
          <p:nvSpPr>
            <p:cNvPr id="1049449" name="Rectangle 10"/>
            <p:cNvSpPr>
              <a:spLocks noChangeArrowheads="1"/>
            </p:cNvSpPr>
            <p:nvPr/>
          </p:nvSpPr>
          <p:spPr bwMode="auto">
            <a:xfrm>
              <a:off x="1824" y="1376"/>
              <a:ext cx="864" cy="257"/>
            </a:xfrm>
            <a:prstGeom prst="rect">
              <a:avLst/>
            </a:prstGeom>
            <a:noFill/>
            <a:ln>
              <a:noFill/>
            </a:ln>
          </p:spPr>
          <p:txBody>
            <a:bodyPr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20000"/>
                </a:spcBef>
              </a:pPr>
              <a:r>
                <a:rPr lang="en-US" altLang="zh-CN" sz="1800" b="1">
                  <a:solidFill>
                    <a:schemeClr val="bg1"/>
                  </a:solidFill>
                </a:rPr>
                <a:t>O( </a:t>
              </a:r>
              <a:r>
                <a:rPr lang="en-US" altLang="zh-CN" sz="1800" b="1" i="1">
                  <a:solidFill>
                    <a:schemeClr val="bg1"/>
                  </a:solidFill>
                </a:rPr>
                <a:t>N</a:t>
              </a:r>
              <a:r>
                <a:rPr lang="en-US" altLang="zh-CN" sz="1800" b="1" baseline="30000">
                  <a:solidFill>
                    <a:schemeClr val="bg1"/>
                  </a:solidFill>
                </a:rPr>
                <a:t>3</a:t>
              </a:r>
              <a:r>
                <a:rPr lang="en-US" altLang="zh-CN" sz="1800" b="1">
                  <a:solidFill>
                    <a:schemeClr val="bg1"/>
                  </a:solidFill>
                </a:rPr>
                <a:t> )</a:t>
              </a:r>
              <a:endParaRPr lang="en-US" altLang="zh-CN" sz="1800" b="1">
                <a:solidFill>
                  <a:schemeClr val="bg1"/>
                </a:solidFill>
              </a:endParaRPr>
            </a:p>
          </p:txBody>
        </p:sp>
        <p:sp>
          <p:nvSpPr>
            <p:cNvPr id="1049450" name="Rectangle 9"/>
            <p:cNvSpPr>
              <a:spLocks noChangeArrowheads="1"/>
            </p:cNvSpPr>
            <p:nvPr/>
          </p:nvSpPr>
          <p:spPr bwMode="auto">
            <a:xfrm>
              <a:off x="384" y="1376"/>
              <a:ext cx="1440" cy="257"/>
            </a:xfrm>
            <a:prstGeom prst="rect">
              <a:avLst/>
            </a:prstGeom>
            <a:noFill/>
            <a:ln>
              <a:noFill/>
            </a:ln>
          </p:spPr>
          <p:txBody>
            <a:bodyPr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20000"/>
                </a:spcBef>
              </a:pPr>
              <a:r>
                <a:rPr lang="en-US" altLang="zh-CN" sz="2000" b="1">
                  <a:solidFill>
                    <a:schemeClr val="bg1"/>
                  </a:solidFill>
                </a:rPr>
                <a:t>Time</a:t>
              </a:r>
              <a:endParaRPr lang="en-US" altLang="zh-CN" sz="2000" b="1">
                <a:solidFill>
                  <a:schemeClr val="bg1"/>
                </a:solidFill>
              </a:endParaRPr>
            </a:p>
          </p:txBody>
        </p:sp>
        <p:sp>
          <p:nvSpPr>
            <p:cNvPr id="1049451" name="Rectangle 8"/>
            <p:cNvSpPr>
              <a:spLocks noChangeArrowheads="1"/>
            </p:cNvSpPr>
            <p:nvPr/>
          </p:nvSpPr>
          <p:spPr bwMode="auto">
            <a:xfrm>
              <a:off x="4464" y="1120"/>
              <a:ext cx="864" cy="256"/>
            </a:xfrm>
            <a:prstGeom prst="rect">
              <a:avLst/>
            </a:prstGeom>
            <a:noFill/>
            <a:ln>
              <a:noFill/>
            </a:ln>
          </p:spPr>
          <p:txBody>
            <a:bodyPr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20000"/>
                </a:spcBef>
              </a:pPr>
              <a:r>
                <a:rPr lang="en-US" altLang="zh-CN" sz="2000" b="1">
                  <a:solidFill>
                    <a:schemeClr val="bg1"/>
                  </a:solidFill>
                </a:rPr>
                <a:t>4</a:t>
              </a:r>
              <a:endParaRPr lang="en-US" altLang="zh-CN" sz="2000" b="1">
                <a:solidFill>
                  <a:schemeClr val="bg1"/>
                </a:solidFill>
              </a:endParaRPr>
            </a:p>
          </p:txBody>
        </p:sp>
        <p:sp>
          <p:nvSpPr>
            <p:cNvPr id="1049452" name="Rectangle 7"/>
            <p:cNvSpPr>
              <a:spLocks noChangeArrowheads="1"/>
            </p:cNvSpPr>
            <p:nvPr/>
          </p:nvSpPr>
          <p:spPr bwMode="auto">
            <a:xfrm>
              <a:off x="3552" y="1120"/>
              <a:ext cx="912" cy="256"/>
            </a:xfrm>
            <a:prstGeom prst="rect">
              <a:avLst/>
            </a:prstGeom>
            <a:noFill/>
            <a:ln>
              <a:noFill/>
            </a:ln>
          </p:spPr>
          <p:txBody>
            <a:bodyPr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20000"/>
                </a:spcBef>
              </a:pPr>
              <a:r>
                <a:rPr lang="en-US" altLang="zh-CN" sz="2000" b="1">
                  <a:solidFill>
                    <a:schemeClr val="bg1"/>
                  </a:solidFill>
                </a:rPr>
                <a:t>3</a:t>
              </a:r>
              <a:endParaRPr lang="en-US" altLang="zh-CN" sz="2000" b="1">
                <a:solidFill>
                  <a:schemeClr val="bg1"/>
                </a:solidFill>
              </a:endParaRPr>
            </a:p>
          </p:txBody>
        </p:sp>
        <p:sp>
          <p:nvSpPr>
            <p:cNvPr id="1049453" name="Rectangle 6"/>
            <p:cNvSpPr>
              <a:spLocks noChangeArrowheads="1"/>
            </p:cNvSpPr>
            <p:nvPr/>
          </p:nvSpPr>
          <p:spPr bwMode="auto">
            <a:xfrm>
              <a:off x="2688" y="1120"/>
              <a:ext cx="864" cy="256"/>
            </a:xfrm>
            <a:prstGeom prst="rect">
              <a:avLst/>
            </a:prstGeom>
            <a:noFill/>
            <a:ln>
              <a:noFill/>
            </a:ln>
          </p:spPr>
          <p:txBody>
            <a:bodyPr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20000"/>
                </a:spcBef>
              </a:pPr>
              <a:r>
                <a:rPr lang="en-US" altLang="zh-CN" sz="2000" b="1">
                  <a:solidFill>
                    <a:schemeClr val="bg1"/>
                  </a:solidFill>
                </a:rPr>
                <a:t>2</a:t>
              </a:r>
              <a:endParaRPr lang="en-US" altLang="zh-CN" sz="2000" b="1">
                <a:solidFill>
                  <a:schemeClr val="bg1"/>
                </a:solidFill>
              </a:endParaRPr>
            </a:p>
          </p:txBody>
        </p:sp>
        <p:sp>
          <p:nvSpPr>
            <p:cNvPr id="1049454" name="Rectangle 5"/>
            <p:cNvSpPr>
              <a:spLocks noChangeArrowheads="1"/>
            </p:cNvSpPr>
            <p:nvPr/>
          </p:nvSpPr>
          <p:spPr bwMode="auto">
            <a:xfrm>
              <a:off x="1824" y="1120"/>
              <a:ext cx="864" cy="256"/>
            </a:xfrm>
            <a:prstGeom prst="rect">
              <a:avLst/>
            </a:prstGeom>
            <a:noFill/>
            <a:ln>
              <a:noFill/>
            </a:ln>
          </p:spPr>
          <p:txBody>
            <a:bodyPr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20000"/>
                </a:spcBef>
              </a:pPr>
              <a:r>
                <a:rPr lang="en-US" altLang="zh-CN" sz="2000" b="1">
                  <a:solidFill>
                    <a:schemeClr val="bg1"/>
                  </a:solidFill>
                </a:rPr>
                <a:t>1</a:t>
              </a:r>
              <a:endParaRPr lang="en-US" altLang="zh-CN" sz="2000" b="1">
                <a:solidFill>
                  <a:schemeClr val="bg1"/>
                </a:solidFill>
              </a:endParaRPr>
            </a:p>
          </p:txBody>
        </p:sp>
        <p:sp>
          <p:nvSpPr>
            <p:cNvPr id="1049455" name="Rectangle 4"/>
            <p:cNvSpPr>
              <a:spLocks noChangeArrowheads="1"/>
            </p:cNvSpPr>
            <p:nvPr/>
          </p:nvSpPr>
          <p:spPr bwMode="auto">
            <a:xfrm>
              <a:off x="384" y="1120"/>
              <a:ext cx="1440" cy="256"/>
            </a:xfrm>
            <a:prstGeom prst="rect">
              <a:avLst/>
            </a:prstGeom>
            <a:noFill/>
            <a:ln>
              <a:noFill/>
            </a:ln>
          </p:spPr>
          <p:txBody>
            <a:bodyPr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20000"/>
                </a:spcBef>
              </a:pPr>
              <a:r>
                <a:rPr lang="en-US" altLang="zh-CN" sz="2000" b="1">
                  <a:solidFill>
                    <a:schemeClr val="bg1"/>
                  </a:solidFill>
                </a:rPr>
                <a:t>Algorithm</a:t>
              </a:r>
              <a:endParaRPr lang="en-US" altLang="zh-CN" sz="2000" b="1">
                <a:solidFill>
                  <a:schemeClr val="bg1"/>
                </a:solidFill>
              </a:endParaRPr>
            </a:p>
          </p:txBody>
        </p:sp>
        <p:sp>
          <p:nvSpPr>
            <p:cNvPr id="1049456" name="Line 20"/>
            <p:cNvSpPr>
              <a:spLocks noChangeShapeType="1"/>
            </p:cNvSpPr>
            <p:nvPr/>
          </p:nvSpPr>
          <p:spPr bwMode="auto">
            <a:xfrm>
              <a:off x="384" y="1376"/>
              <a:ext cx="4944" cy="0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049457" name="Line 21"/>
            <p:cNvSpPr>
              <a:spLocks noChangeShapeType="1"/>
            </p:cNvSpPr>
            <p:nvPr/>
          </p:nvSpPr>
          <p:spPr bwMode="auto">
            <a:xfrm>
              <a:off x="384" y="1633"/>
              <a:ext cx="4944" cy="0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049458" name="Line 24"/>
            <p:cNvSpPr>
              <a:spLocks noChangeShapeType="1"/>
            </p:cNvSpPr>
            <p:nvPr/>
          </p:nvSpPr>
          <p:spPr bwMode="auto">
            <a:xfrm>
              <a:off x="1824" y="1120"/>
              <a:ext cx="0" cy="1712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049459" name="Line 25"/>
            <p:cNvSpPr>
              <a:spLocks noChangeShapeType="1"/>
            </p:cNvSpPr>
            <p:nvPr/>
          </p:nvSpPr>
          <p:spPr bwMode="auto">
            <a:xfrm>
              <a:off x="2688" y="1120"/>
              <a:ext cx="0" cy="1712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049460" name="Line 26"/>
            <p:cNvSpPr>
              <a:spLocks noChangeShapeType="1"/>
            </p:cNvSpPr>
            <p:nvPr/>
          </p:nvSpPr>
          <p:spPr bwMode="auto">
            <a:xfrm>
              <a:off x="3552" y="1120"/>
              <a:ext cx="0" cy="1712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049461" name="Line 27"/>
            <p:cNvSpPr>
              <a:spLocks noChangeShapeType="1"/>
            </p:cNvSpPr>
            <p:nvPr/>
          </p:nvSpPr>
          <p:spPr bwMode="auto">
            <a:xfrm>
              <a:off x="4464" y="1120"/>
              <a:ext cx="0" cy="1712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049462" name="Line 19"/>
            <p:cNvSpPr>
              <a:spLocks noChangeShapeType="1"/>
            </p:cNvSpPr>
            <p:nvPr/>
          </p:nvSpPr>
          <p:spPr bwMode="auto">
            <a:xfrm>
              <a:off x="384" y="1120"/>
              <a:ext cx="4944" cy="0"/>
            </a:xfrm>
            <a:prstGeom prst="line">
              <a:avLst/>
            </a:prstGeom>
            <a:noFill/>
            <a:ln w="28575" cap="sq">
              <a:solidFill>
                <a:schemeClr val="bg1"/>
              </a:solidFill>
              <a:round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049463" name="Line 23"/>
            <p:cNvSpPr>
              <a:spLocks noChangeShapeType="1"/>
            </p:cNvSpPr>
            <p:nvPr/>
          </p:nvSpPr>
          <p:spPr bwMode="auto">
            <a:xfrm>
              <a:off x="384" y="1120"/>
              <a:ext cx="0" cy="1712"/>
            </a:xfrm>
            <a:prstGeom prst="line">
              <a:avLst/>
            </a:prstGeom>
            <a:noFill/>
            <a:ln w="28575" cap="sq">
              <a:solidFill>
                <a:schemeClr val="bg1"/>
              </a:solidFill>
              <a:round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049464" name="Line 28"/>
            <p:cNvSpPr>
              <a:spLocks noChangeShapeType="1"/>
            </p:cNvSpPr>
            <p:nvPr/>
          </p:nvSpPr>
          <p:spPr bwMode="auto">
            <a:xfrm>
              <a:off x="5328" y="1120"/>
              <a:ext cx="0" cy="1712"/>
            </a:xfrm>
            <a:prstGeom prst="line">
              <a:avLst/>
            </a:prstGeom>
            <a:noFill/>
            <a:ln w="28575" cap="sq">
              <a:solidFill>
                <a:schemeClr val="bg1"/>
              </a:solidFill>
              <a:round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049465" name="Line 22"/>
            <p:cNvSpPr>
              <a:spLocks noChangeShapeType="1"/>
            </p:cNvSpPr>
            <p:nvPr/>
          </p:nvSpPr>
          <p:spPr bwMode="auto">
            <a:xfrm>
              <a:off x="384" y="2832"/>
              <a:ext cx="4944" cy="0"/>
            </a:xfrm>
            <a:prstGeom prst="line">
              <a:avLst/>
            </a:prstGeom>
            <a:noFill/>
            <a:ln w="28575" cap="sq">
              <a:solidFill>
                <a:schemeClr val="bg1"/>
              </a:solidFill>
              <a:round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049466" name="Rectangle 53"/>
            <p:cNvSpPr>
              <a:spLocks noChangeArrowheads="1"/>
            </p:cNvSpPr>
            <p:nvPr/>
          </p:nvSpPr>
          <p:spPr bwMode="auto">
            <a:xfrm>
              <a:off x="912" y="1632"/>
              <a:ext cx="912" cy="1200"/>
            </a:xfrm>
            <a:prstGeom prst="rect">
              <a:avLst/>
            </a:prstGeom>
            <a:noFill/>
            <a:ln>
              <a:noFill/>
            </a:ln>
          </p:spPr>
          <p:txBody>
            <a:bodyPr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20000"/>
                </a:spcBef>
              </a:pPr>
              <a:r>
                <a:rPr lang="en-US" altLang="zh-CN" sz="2000" b="1" i="1">
                  <a:solidFill>
                    <a:schemeClr val="bg1"/>
                  </a:solidFill>
                </a:rPr>
                <a:t>N </a:t>
              </a:r>
              <a:r>
                <a:rPr lang="en-US" altLang="zh-CN" sz="2000" b="1">
                  <a:solidFill>
                    <a:schemeClr val="bg1"/>
                  </a:solidFill>
                </a:rPr>
                <a:t>=10</a:t>
              </a:r>
              <a:endParaRPr lang="en-US" altLang="zh-CN" sz="2000" b="1">
                <a:solidFill>
                  <a:schemeClr val="bg1"/>
                </a:solidFill>
              </a:endParaRPr>
            </a:p>
            <a:p>
              <a:pPr eaLnBrk="1" hangingPunct="1">
                <a:spcBef>
                  <a:spcPct val="20000"/>
                </a:spcBef>
              </a:pPr>
              <a:r>
                <a:rPr lang="en-US" altLang="zh-CN" sz="2000" b="1" i="1">
                  <a:solidFill>
                    <a:schemeClr val="bg1"/>
                  </a:solidFill>
                </a:rPr>
                <a:t>N </a:t>
              </a:r>
              <a:r>
                <a:rPr lang="en-US" altLang="zh-CN" sz="2000" b="1">
                  <a:solidFill>
                    <a:schemeClr val="bg1"/>
                  </a:solidFill>
                </a:rPr>
                <a:t>=100</a:t>
              </a:r>
              <a:endParaRPr lang="en-US" altLang="zh-CN" sz="2000" b="1">
                <a:solidFill>
                  <a:schemeClr val="bg1"/>
                </a:solidFill>
              </a:endParaRPr>
            </a:p>
            <a:p>
              <a:pPr eaLnBrk="1" hangingPunct="1">
                <a:spcBef>
                  <a:spcPct val="20000"/>
                </a:spcBef>
              </a:pPr>
              <a:r>
                <a:rPr lang="en-US" altLang="zh-CN" sz="2000" b="1" i="1">
                  <a:solidFill>
                    <a:schemeClr val="bg1"/>
                  </a:solidFill>
                </a:rPr>
                <a:t>N </a:t>
              </a:r>
              <a:r>
                <a:rPr lang="en-US" altLang="zh-CN" sz="2000" b="1">
                  <a:solidFill>
                    <a:schemeClr val="bg1"/>
                  </a:solidFill>
                </a:rPr>
                <a:t>=1,000</a:t>
              </a:r>
              <a:endParaRPr lang="en-US" altLang="zh-CN" sz="2000" b="1">
                <a:solidFill>
                  <a:schemeClr val="bg1"/>
                </a:solidFill>
              </a:endParaRPr>
            </a:p>
            <a:p>
              <a:pPr eaLnBrk="1" hangingPunct="1">
                <a:spcBef>
                  <a:spcPct val="20000"/>
                </a:spcBef>
              </a:pPr>
              <a:r>
                <a:rPr lang="en-US" altLang="zh-CN" sz="2000" b="1" i="1">
                  <a:solidFill>
                    <a:schemeClr val="bg1"/>
                  </a:solidFill>
                </a:rPr>
                <a:t>N </a:t>
              </a:r>
              <a:r>
                <a:rPr lang="en-US" altLang="zh-CN" sz="2000" b="1">
                  <a:solidFill>
                    <a:schemeClr val="bg1"/>
                  </a:solidFill>
                </a:rPr>
                <a:t>=10,000</a:t>
              </a:r>
              <a:endParaRPr lang="en-US" altLang="zh-CN" sz="2000" b="1">
                <a:solidFill>
                  <a:schemeClr val="bg1"/>
                </a:solidFill>
              </a:endParaRPr>
            </a:p>
            <a:p>
              <a:pPr eaLnBrk="1" hangingPunct="1">
                <a:spcBef>
                  <a:spcPct val="20000"/>
                </a:spcBef>
              </a:pPr>
              <a:r>
                <a:rPr lang="en-US" altLang="zh-CN" sz="2000" b="1" i="1">
                  <a:solidFill>
                    <a:schemeClr val="bg1"/>
                  </a:solidFill>
                </a:rPr>
                <a:t>N </a:t>
              </a:r>
              <a:r>
                <a:rPr lang="en-US" altLang="zh-CN" sz="2000" b="1">
                  <a:solidFill>
                    <a:schemeClr val="bg1"/>
                  </a:solidFill>
                </a:rPr>
                <a:t>=100,000</a:t>
              </a:r>
              <a:endParaRPr lang="en-US" altLang="zh-CN" sz="2000" b="1">
                <a:solidFill>
                  <a:schemeClr val="bg1"/>
                </a:solidFill>
              </a:endParaRPr>
            </a:p>
          </p:txBody>
        </p:sp>
        <p:sp>
          <p:nvSpPr>
            <p:cNvPr id="1049467" name="Rectangle 52"/>
            <p:cNvSpPr>
              <a:spLocks noChangeArrowheads="1"/>
            </p:cNvSpPr>
            <p:nvPr/>
          </p:nvSpPr>
          <p:spPr bwMode="auto">
            <a:xfrm>
              <a:off x="384" y="1632"/>
              <a:ext cx="528" cy="1200"/>
            </a:xfrm>
            <a:prstGeom prst="rect">
              <a:avLst/>
            </a:prstGeom>
            <a:noFill/>
            <a:ln>
              <a:noFill/>
            </a:ln>
          </p:spPr>
          <p:txBody>
            <a:bodyPr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lnSpc>
                  <a:spcPct val="150000"/>
                </a:lnSpc>
                <a:spcBef>
                  <a:spcPct val="20000"/>
                </a:spcBef>
              </a:pPr>
              <a:r>
                <a:rPr lang="en-US" altLang="zh-CN" sz="2000" b="1">
                  <a:solidFill>
                    <a:schemeClr val="bg1"/>
                  </a:solidFill>
                </a:rPr>
                <a:t>Input Size</a:t>
              </a:r>
              <a:endParaRPr lang="en-US" altLang="zh-CN" sz="2000" b="1">
                <a:solidFill>
                  <a:schemeClr val="bg1"/>
                </a:solidFill>
              </a:endParaRPr>
            </a:p>
          </p:txBody>
        </p:sp>
        <p:sp>
          <p:nvSpPr>
            <p:cNvPr id="1049468" name="Line 54"/>
            <p:cNvSpPr>
              <a:spLocks noChangeShapeType="1"/>
            </p:cNvSpPr>
            <p:nvPr/>
          </p:nvSpPr>
          <p:spPr bwMode="auto">
            <a:xfrm>
              <a:off x="384" y="1632"/>
              <a:ext cx="528" cy="0"/>
            </a:xfrm>
            <a:prstGeom prst="line">
              <a:avLst/>
            </a:prstGeom>
            <a:noFill/>
            <a:ln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049469" name="Line 55"/>
            <p:cNvSpPr>
              <a:spLocks noChangeShapeType="1"/>
            </p:cNvSpPr>
            <p:nvPr/>
          </p:nvSpPr>
          <p:spPr bwMode="auto">
            <a:xfrm>
              <a:off x="384" y="2832"/>
              <a:ext cx="528" cy="0"/>
            </a:xfrm>
            <a:prstGeom prst="line">
              <a:avLst/>
            </a:prstGeom>
            <a:noFill/>
            <a:ln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049470" name="Line 56"/>
            <p:cNvSpPr>
              <a:spLocks noChangeShapeType="1"/>
            </p:cNvSpPr>
            <p:nvPr/>
          </p:nvSpPr>
          <p:spPr bwMode="auto">
            <a:xfrm>
              <a:off x="384" y="1632"/>
              <a:ext cx="0" cy="1200"/>
            </a:xfrm>
            <a:prstGeom prst="line">
              <a:avLst/>
            </a:prstGeom>
            <a:noFill/>
            <a:ln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049471" name="Line 57"/>
            <p:cNvSpPr>
              <a:spLocks noChangeShapeType="1"/>
            </p:cNvSpPr>
            <p:nvPr/>
          </p:nvSpPr>
          <p:spPr bwMode="auto">
            <a:xfrm>
              <a:off x="912" y="1632"/>
              <a:ext cx="0" cy="1200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049472" name="Line 58"/>
            <p:cNvSpPr>
              <a:spLocks noChangeShapeType="1"/>
            </p:cNvSpPr>
            <p:nvPr/>
          </p:nvSpPr>
          <p:spPr bwMode="auto">
            <a:xfrm>
              <a:off x="1824" y="1632"/>
              <a:ext cx="0" cy="1200"/>
            </a:xfrm>
            <a:prstGeom prst="line">
              <a:avLst/>
            </a:prstGeom>
            <a:noFill/>
            <a:ln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049473" name="Line 328"/>
            <p:cNvSpPr>
              <a:spLocks noChangeShapeType="1"/>
            </p:cNvSpPr>
            <p:nvPr/>
          </p:nvSpPr>
          <p:spPr bwMode="auto">
            <a:xfrm>
              <a:off x="912" y="1632"/>
              <a:ext cx="912" cy="0"/>
            </a:xfrm>
            <a:prstGeom prst="line">
              <a:avLst/>
            </a:prstGeom>
            <a:noFill/>
            <a:ln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049474" name="Line 329"/>
            <p:cNvSpPr>
              <a:spLocks noChangeShapeType="1"/>
            </p:cNvSpPr>
            <p:nvPr/>
          </p:nvSpPr>
          <p:spPr bwMode="auto">
            <a:xfrm>
              <a:off x="912" y="2832"/>
              <a:ext cx="912" cy="0"/>
            </a:xfrm>
            <a:prstGeom prst="line">
              <a:avLst/>
            </a:prstGeom>
            <a:noFill/>
            <a:ln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049475" name="Text Box 446"/>
            <p:cNvSpPr txBox="1">
              <a:spLocks noChangeArrowheads="1"/>
            </p:cNvSpPr>
            <p:nvPr/>
          </p:nvSpPr>
          <p:spPr bwMode="auto">
            <a:xfrm>
              <a:off x="384" y="432"/>
              <a:ext cx="4896" cy="506"/>
            </a:xfrm>
            <a:prstGeom prst="rect">
              <a:avLst/>
            </a:prstGeom>
            <a:noFill/>
            <a:ln>
              <a:noFill/>
            </a:ln>
          </p:spPr>
          <p:txBody>
            <a:bodyPr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US" altLang="zh-CN" b="1"/>
                <a:t>Running times of several algorithms for maximum subsequence sum (in seconds)</a:t>
              </a:r>
              <a:endParaRPr lang="en-US" altLang="zh-CN" b="1"/>
            </a:p>
          </p:txBody>
        </p:sp>
      </p:grpSp>
      <p:sp>
        <p:nvSpPr>
          <p:cNvPr id="1049476" name="AutoShape 448" descr="再生纸"/>
          <p:cNvSpPr>
            <a:spLocks noChangeArrowheads="1"/>
          </p:cNvSpPr>
          <p:nvPr/>
        </p:nvSpPr>
        <p:spPr bwMode="auto">
          <a:xfrm>
            <a:off x="1066800" y="5105400"/>
            <a:ext cx="6781800" cy="914400"/>
          </a:xfrm>
          <a:prstGeom prst="roundRect">
            <a:avLst>
              <a:gd name="adj" fmla="val 16667"/>
            </a:avLst>
          </a:prstGeom>
          <a:blipFill dpi="0" rotWithShape="0">
            <a:blip r:embed="rId2"/>
            <a:srcRect/>
            <a:tile tx="0" ty="0" sx="100000" sy="100000" flip="none" algn="tl"/>
          </a:blipFill>
          <a:ln w="9525">
            <a:noFill/>
            <a:round/>
          </a:ln>
          <a:effectLst>
            <a:outerShdw dist="107763" dir="2700000" algn="ctr" rotWithShape="0">
              <a:schemeClr val="bg2"/>
            </a:outerShdw>
          </a:effectLst>
        </p:spPr>
        <p:txBody>
          <a:bodyPr anchor="ctr"/>
          <a:p>
            <a:pPr algn="ctr"/>
            <a:r>
              <a:rPr lang="en-US" altLang="zh-CN" sz="2000" b="1"/>
              <a:t>Note: The time required to read the input is not included.</a:t>
            </a:r>
            <a:endParaRPr lang="en-US" altLang="zh-CN" sz="2000" b="1"/>
          </a:p>
        </p:txBody>
      </p:sp>
      <p:sp>
        <p:nvSpPr>
          <p:cNvPr id="1049477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rtl="0">
              <a:spcAft>
                <a:spcPts val="0"/>
              </a:spcAft>
            </a:pPr>
            <a:fld id="{71B7BAC7-FE87-40F6-AA24-4F4685D1B022}" type="slidenum">
              <a:rPr lang="en-US" smtClean="0"/>
            </a:fld>
            <a:endParaRPr lang="en-US"/>
          </a:p>
        </p:txBody>
      </p:sp>
    </p:spTree>
    <p:custDataLst>
      <p:tags r:id="rId3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700"/>
    </mc:Choice>
    <mc:Fallback>
      <p:transition/>
    </mc:Fallback>
  </mc:AlternateContent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36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481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pPr>
              <a:spcAft>
                <a:spcPts val="0"/>
              </a:spcAft>
            </a:pPr>
            <a:r>
              <a:rPr lang="zh-CN" altLang="en-US" dirty="0" smtClean="0"/>
              <a:t>性能测量方法</a:t>
            </a:r>
            <a:endParaRPr lang="zh-CN" altLang="en-US" dirty="0"/>
          </a:p>
        </p:txBody>
      </p:sp>
      <p:sp>
        <p:nvSpPr>
          <p:cNvPr id="1049482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p>
            <a:pPr>
              <a:spcAft>
                <a:spcPts val="0"/>
              </a:spcAft>
            </a:pPr>
            <a:r>
              <a:rPr lang="en-US" altLang="zh-CN" dirty="0" smtClean="0"/>
              <a:t>Performance measurement</a:t>
            </a:r>
            <a:endParaRPr lang="zh-CN" altLang="en-US" dirty="0"/>
          </a:p>
        </p:txBody>
      </p:sp>
      <p:sp>
        <p:nvSpPr>
          <p:cNvPr id="1049483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rtl="0">
              <a:spcAft>
                <a:spcPts val="0"/>
              </a:spcAft>
            </a:pPr>
            <a:fld id="{71B7BAC7-FE87-40F6-AA24-4F4685D1B022}" type="slidenum">
              <a:rPr lang="en-US" altLang="zh-CN" noProof="0" smtClean="0"/>
            </a:fld>
            <a:endParaRPr lang="zh-CN" altLang="en-US" noProof="0" dirty="0"/>
          </a:p>
        </p:txBody>
      </p:sp>
    </p:spTree>
    <p:custDataLst>
      <p:tags r:id="rId1"/>
    </p:custData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p14:dur="700"/>
    </mc:Choice>
    <mc:Fallback>
      <p:transition/>
    </mc:Fallback>
  </mc:AlternateContent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6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48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p>
            <a:pPr eaLnBrk="1" hangingPunct="1">
              <a:spcAft>
                <a:spcPts val="0"/>
              </a:spcAft>
            </a:pPr>
            <a:r>
              <a:rPr lang="zh-CN" altLang="en-US" smtClean="0"/>
              <a:t>实际复杂性</a:t>
            </a:r>
            <a:endParaRPr lang="zh-CN" altLang="en-US" smtClean="0"/>
          </a:p>
        </p:txBody>
      </p:sp>
      <p:sp>
        <p:nvSpPr>
          <p:cNvPr id="1049488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p>
            <a:pPr eaLnBrk="1" hangingPunct="1">
              <a:spcAft>
                <a:spcPts val="0"/>
              </a:spcAft>
            </a:pPr>
            <a:r>
              <a:rPr lang="zh-CN" altLang="en-US" dirty="0" smtClean="0"/>
              <a:t>利用渐进复杂性</a:t>
            </a:r>
            <a:endParaRPr lang="zh-CN" altLang="en-US" dirty="0" smtClean="0"/>
          </a:p>
          <a:p>
            <a:pPr lvl="1" eaLnBrk="1" hangingPunct="1">
              <a:spcBef>
                <a:spcPts val="0"/>
              </a:spcBef>
              <a:spcAft>
                <a:spcPts val="0"/>
              </a:spcAft>
            </a:pPr>
            <a:r>
              <a:rPr lang="zh-CN" altLang="en-US" dirty="0" smtClean="0"/>
              <a:t>比较：两个解决相同问题的程序，其时间随问题规模变化而变化情况</a:t>
            </a:r>
            <a:endParaRPr lang="zh-CN" altLang="en-US" dirty="0" smtClean="0"/>
          </a:p>
          <a:p>
            <a:pPr eaLnBrk="1" hangingPunct="1"/>
            <a:r>
              <a:rPr lang="en-US" altLang="zh-CN" dirty="0" smtClean="0"/>
              <a:t>P</a:t>
            </a:r>
            <a:r>
              <a:rPr lang="zh-CN" altLang="en-US" dirty="0" smtClean="0"/>
              <a:t>：</a:t>
            </a:r>
            <a:r>
              <a:rPr lang="en-US" altLang="zh-CN" dirty="0" smtClean="0">
                <a:cs typeface="Times New Roman" panose="02020603050405020304" pitchFamily="18" charset="0"/>
              </a:rPr>
              <a:t>Θ</a:t>
            </a:r>
            <a:r>
              <a:rPr lang="en-US" altLang="zh-CN" dirty="0" smtClean="0"/>
              <a:t>(n)</a:t>
            </a:r>
            <a:r>
              <a:rPr lang="zh-CN" altLang="en-US" dirty="0" smtClean="0"/>
              <a:t>，</a:t>
            </a:r>
            <a:r>
              <a:rPr lang="en-US" altLang="zh-CN" dirty="0" smtClean="0"/>
              <a:t>Q</a:t>
            </a:r>
            <a:r>
              <a:rPr lang="zh-CN" altLang="en-US" dirty="0" smtClean="0"/>
              <a:t>：</a:t>
            </a:r>
            <a:r>
              <a:rPr lang="en-US" altLang="zh-CN" dirty="0" smtClean="0">
                <a:cs typeface="Times New Roman" panose="02020603050405020304" pitchFamily="18" charset="0"/>
              </a:rPr>
              <a:t>Θ</a:t>
            </a:r>
            <a:r>
              <a:rPr lang="en-US" altLang="zh-CN" dirty="0" smtClean="0"/>
              <a:t>(n</a:t>
            </a:r>
            <a:r>
              <a:rPr lang="en-US" altLang="zh-CN" baseline="30000" dirty="0" smtClean="0"/>
              <a:t>2</a:t>
            </a:r>
            <a:r>
              <a:rPr lang="en-US" altLang="zh-CN" dirty="0" smtClean="0"/>
              <a:t>)</a:t>
            </a:r>
            <a:r>
              <a:rPr lang="en-US" altLang="zh-CN" dirty="0" smtClean="0">
                <a:sym typeface="Wingdings" panose="05000000000000000000" pitchFamily="2" charset="2"/>
              </a:rPr>
              <a:t></a:t>
            </a:r>
            <a:r>
              <a:rPr lang="en-US" altLang="zh-CN" dirty="0" smtClean="0"/>
              <a:t>n</a:t>
            </a:r>
            <a:r>
              <a:rPr lang="zh-CN" altLang="en-US" dirty="0" smtClean="0"/>
              <a:t>足够大，</a:t>
            </a:r>
            <a:r>
              <a:rPr lang="en-US" altLang="zh-CN" dirty="0" smtClean="0"/>
              <a:t>P</a:t>
            </a:r>
            <a:r>
              <a:rPr lang="zh-CN" altLang="en-US" dirty="0" smtClean="0"/>
              <a:t>快</a:t>
            </a:r>
            <a:endParaRPr lang="zh-CN" altLang="en-US" dirty="0" smtClean="0"/>
          </a:p>
          <a:p>
            <a:pPr eaLnBrk="1" hangingPunct="1"/>
            <a:r>
              <a:rPr lang="zh-CN" altLang="en-US" dirty="0" smtClean="0"/>
              <a:t>“足够大”</a:t>
            </a:r>
            <a:r>
              <a:rPr lang="en-US" altLang="zh-CN" dirty="0" smtClean="0"/>
              <a:t>——</a:t>
            </a:r>
            <a:r>
              <a:rPr lang="zh-CN" altLang="en-US" dirty="0" smtClean="0"/>
              <a:t>应考虑问题实际规模，</a:t>
            </a:r>
            <a:br>
              <a:rPr lang="zh-CN" altLang="en-US" dirty="0" smtClean="0"/>
            </a:br>
            <a:r>
              <a:rPr lang="en-US" altLang="zh-CN" dirty="0" smtClean="0"/>
              <a:t>10</a:t>
            </a:r>
            <a:r>
              <a:rPr lang="en-US" altLang="zh-CN" baseline="30000" dirty="0" smtClean="0"/>
              <a:t>6</a:t>
            </a:r>
            <a:r>
              <a:rPr lang="en-US" altLang="zh-CN" dirty="0" smtClean="0"/>
              <a:t>n</a:t>
            </a:r>
            <a:r>
              <a:rPr lang="zh-CN" altLang="en-US" dirty="0" smtClean="0"/>
              <a:t>实际中几乎总是比</a:t>
            </a:r>
            <a:r>
              <a:rPr lang="en-US" altLang="zh-CN" dirty="0" smtClean="0"/>
              <a:t>n</a:t>
            </a:r>
            <a:r>
              <a:rPr lang="en-US" altLang="zh-CN" baseline="30000" dirty="0" smtClean="0"/>
              <a:t>2</a:t>
            </a:r>
            <a:r>
              <a:rPr lang="zh-CN" altLang="en-US" dirty="0" smtClean="0"/>
              <a:t>慢</a:t>
            </a:r>
            <a:endParaRPr lang="zh-CN" altLang="en-US" dirty="0" smtClean="0"/>
          </a:p>
        </p:txBody>
      </p:sp>
      <p:sp>
        <p:nvSpPr>
          <p:cNvPr id="1049489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rtl="0">
              <a:spcAft>
                <a:spcPts val="0"/>
              </a:spcAft>
            </a:pPr>
            <a:fld id="{71B7BAC7-FE87-40F6-AA24-4F4685D1B022}" type="slidenum">
              <a:rPr lang="en-US" altLang="zh-CN" noProof="0" smtClean="0"/>
            </a:fld>
            <a:endParaRPr lang="zh-CN" altLang="en-US" noProof="0" dirty="0"/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700"/>
    </mc:Choice>
    <mc:Fallback>
      <p:transition/>
    </mc:Fallback>
  </mc:AlternateContent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7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49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p>
            <a:pPr eaLnBrk="1" hangingPunct="1">
              <a:spcAft>
                <a:spcPts val="0"/>
              </a:spcAft>
            </a:pPr>
            <a:r>
              <a:rPr lang="zh-CN" altLang="en-US" smtClean="0"/>
              <a:t>各种函数的渐进变化表</a:t>
            </a:r>
            <a:endParaRPr lang="zh-CN" altLang="en-US" smtClean="0"/>
          </a:p>
        </p:txBody>
      </p:sp>
      <p:sp>
        <p:nvSpPr>
          <p:cNvPr id="1049494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rtl="0">
              <a:spcAft>
                <a:spcPts val="0"/>
              </a:spcAft>
            </a:pPr>
            <a:fld id="{71B7BAC7-FE87-40F6-AA24-4F4685D1B022}" type="slidenum">
              <a:rPr lang="en-US" altLang="zh-CN" noProof="0" smtClean="0"/>
            </a:fld>
            <a:endParaRPr lang="zh-CN" altLang="en-US" noProof="0" dirty="0"/>
          </a:p>
        </p:txBody>
      </p:sp>
      <p:pic>
        <p:nvPicPr>
          <p:cNvPr id="2097172" name="Picture 4" descr="asymptotic"/>
          <p:cNvPicPr>
            <a:picLocks noChangeAspect="1" noChangeArrowheads="1"/>
          </p:cNvPicPr>
          <p:nvPr/>
        </p:nvPicPr>
        <p:blipFill>
          <a:blip r:embed="rId1"/>
          <a:srcRect/>
          <a:stretch>
            <a:fillRect/>
          </a:stretch>
        </p:blipFill>
        <p:spPr bwMode="auto">
          <a:xfrm>
            <a:off x="152407" y="1828802"/>
            <a:ext cx="8820151" cy="2882900"/>
          </a:xfrm>
          <a:prstGeom prst="rect">
            <a:avLst/>
          </a:prstGeom>
          <a:noFill/>
          <a:ln>
            <a:noFill/>
          </a:ln>
        </p:spPr>
      </p:pic>
    </p:spTree>
    <p:custDataLst>
      <p:tags r:id="rId2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700"/>
    </mc:Choice>
    <mc:Fallback>
      <p:transition/>
    </mc:Fallback>
  </mc:AlternateContent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7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4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p>
            <a:pPr eaLnBrk="1" hangingPunct="1">
              <a:spcAft>
                <a:spcPts val="0"/>
              </a:spcAft>
            </a:pPr>
            <a:r>
              <a:rPr lang="zh-CN" altLang="en-US" smtClean="0"/>
              <a:t>各种函数的渐进曲线图</a:t>
            </a:r>
            <a:endParaRPr lang="zh-CN" altLang="en-US" smtClean="0"/>
          </a:p>
        </p:txBody>
      </p:sp>
      <p:sp>
        <p:nvSpPr>
          <p:cNvPr id="1049499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rtl="0">
              <a:spcAft>
                <a:spcPts val="0"/>
              </a:spcAft>
            </a:pPr>
            <a:fld id="{71B7BAC7-FE87-40F6-AA24-4F4685D1B022}" type="slidenum">
              <a:rPr lang="en-US" altLang="zh-CN" noProof="0" smtClean="0"/>
            </a:fld>
            <a:endParaRPr lang="zh-CN" altLang="en-US" noProof="0" dirty="0"/>
          </a:p>
        </p:txBody>
      </p:sp>
      <p:pic>
        <p:nvPicPr>
          <p:cNvPr id="2097173" name="Picture 4" descr="asymptotic2"/>
          <p:cNvPicPr>
            <a:picLocks noChangeAspect="1" noChangeArrowheads="1"/>
          </p:cNvPicPr>
          <p:nvPr/>
        </p:nvPicPr>
        <p:blipFill>
          <a:blip r:embed="rId1"/>
          <a:srcRect/>
          <a:stretch>
            <a:fillRect/>
          </a:stretch>
        </p:blipFill>
        <p:spPr bwMode="auto">
          <a:xfrm>
            <a:off x="1828800" y="1295411"/>
            <a:ext cx="5805488" cy="5503863"/>
          </a:xfrm>
          <a:prstGeom prst="rect">
            <a:avLst/>
          </a:prstGeom>
          <a:noFill/>
          <a:ln>
            <a:noFill/>
          </a:ln>
        </p:spPr>
      </p:pic>
    </p:spTree>
    <p:custDataLst>
      <p:tags r:id="rId2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700"/>
    </mc:Choice>
    <mc:Fallback>
      <p:transition/>
    </mc:Fallback>
  </mc:AlternateContent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7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503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pPr>
              <a:spcAft>
                <a:spcPts val="0"/>
              </a:spcAft>
            </a:pPr>
            <a:r>
              <a:rPr lang="zh-CN" altLang="en-US" dirty="0" smtClean="0"/>
              <a:t>实际性能测量</a:t>
            </a:r>
            <a:endParaRPr lang="zh-CN" altLang="en-US" sz="3600" dirty="0">
              <a:solidFill>
                <a:srgbClr val="FF0000"/>
              </a:solidFill>
            </a:endParaRPr>
          </a:p>
        </p:txBody>
      </p:sp>
      <p:sp>
        <p:nvSpPr>
          <p:cNvPr id="1049504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pPr>
              <a:spcAft>
                <a:spcPts val="0"/>
              </a:spcAft>
            </a:pPr>
            <a:r>
              <a:rPr lang="en-US" altLang="zh-CN" dirty="0" smtClean="0"/>
              <a:t>C</a:t>
            </a:r>
            <a:r>
              <a:rPr lang="zh-CN" altLang="en-US" dirty="0" smtClean="0"/>
              <a:t>和</a:t>
            </a:r>
            <a:r>
              <a:rPr lang="en-US" altLang="zh-CN" dirty="0" smtClean="0"/>
              <a:t>C++</a:t>
            </a:r>
            <a:r>
              <a:rPr lang="zh-CN" altLang="en-US" dirty="0" smtClean="0"/>
              <a:t>计时函数</a:t>
            </a:r>
            <a:endParaRPr lang="en-US" altLang="zh-CN" dirty="0" smtClean="0"/>
          </a:p>
          <a:p>
            <a:pPr lvl="1">
              <a:spcBef>
                <a:spcPts val="375"/>
              </a:spcBef>
            </a:pPr>
            <a:r>
              <a:rPr lang="zh-CN" altLang="en-US" dirty="0" smtClean="0"/>
              <a:t>示例如下：</a:t>
            </a:r>
            <a:endParaRPr lang="en-US" altLang="zh-CN" dirty="0" smtClean="0"/>
          </a:p>
          <a:p>
            <a:endParaRPr lang="zh-CN" altLang="en-US" dirty="0" smtClean="0"/>
          </a:p>
        </p:txBody>
      </p:sp>
      <p:sp>
        <p:nvSpPr>
          <p:cNvPr id="1049505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rtl="0">
              <a:spcAft>
                <a:spcPts val="0"/>
              </a:spcAft>
            </a:pPr>
            <a:fld id="{71B7BAC7-FE87-40F6-AA24-4F4685D1B022}" type="slidenum">
              <a:rPr lang="en-US" altLang="zh-CN" noProof="0" smtClean="0"/>
            </a:fld>
            <a:endParaRPr lang="zh-CN" altLang="en-US" noProof="0" dirty="0"/>
          </a:p>
        </p:txBody>
      </p:sp>
      <p:sp>
        <p:nvSpPr>
          <p:cNvPr id="1049506" name="矩形 2"/>
          <p:cNvSpPr/>
          <p:nvPr/>
        </p:nvSpPr>
        <p:spPr>
          <a:xfrm>
            <a:off x="76200" y="3185986"/>
            <a:ext cx="6096000" cy="2353310"/>
          </a:xfrm>
          <a:prstGeom prst="rect">
            <a:avLst/>
          </a:prstGeom>
        </p:spPr>
        <p:txBody>
          <a:bodyPr>
            <a:spAutoFit/>
          </a:bodyPr>
          <a:p>
            <a:pPr>
              <a:lnSpc>
                <a:spcPct val="90000"/>
              </a:lnSpc>
              <a:spcBef>
                <a:spcPct val="30000"/>
              </a:spcBef>
              <a:spcAft>
                <a:spcPts val="0"/>
              </a:spcAft>
              <a:buClr>
                <a:schemeClr val="accent3"/>
              </a:buClr>
            </a:pPr>
            <a:r>
              <a:rPr lang="en-US" altLang="zh-CN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Microsoft Himalaya" panose="01010100010101010101" pitchFamily="2" charset="0"/>
              </a:rPr>
              <a:t>  //</a:t>
            </a:r>
            <a:r>
              <a:rPr lang="en-US" altLang="zh-CN" dirty="0"/>
              <a:t>#include &lt;</a:t>
            </a:r>
            <a:r>
              <a:rPr lang="en-US" altLang="zh-CN" dirty="0" err="1"/>
              <a:t>windows.h</a:t>
            </a:r>
            <a:r>
              <a:rPr lang="en-US" altLang="zh-CN" dirty="0"/>
              <a:t>&gt;</a:t>
            </a:r>
            <a:r>
              <a:rPr lang="en-US" altLang="zh-CN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Microsoft Himalaya" panose="01010100010101010101" pitchFamily="2" charset="0"/>
              </a:rPr>
              <a:t>  </a:t>
            </a:r>
            <a:endParaRPr lang="en-US" altLang="zh-CN" dirty="0">
              <a:latin typeface="Microsoft YaHei UI" panose="020B0503020204020204" pitchFamily="34" charset="-122"/>
              <a:ea typeface="Microsoft YaHei UI" panose="020B0503020204020204" pitchFamily="34" charset="-122"/>
              <a:cs typeface="Microsoft Himalaya" panose="01010100010101010101" pitchFamily="2" charset="0"/>
            </a:endParaRPr>
          </a:p>
          <a:p>
            <a:pPr>
              <a:lnSpc>
                <a:spcPct val="90000"/>
              </a:lnSpc>
              <a:spcBef>
                <a:spcPts val="30"/>
              </a:spcBef>
              <a:spcAft>
                <a:spcPts val="0"/>
              </a:spcAft>
              <a:buClr>
                <a:schemeClr val="accent3"/>
              </a:buClr>
            </a:pPr>
            <a:r>
              <a:rPr lang="en-US" altLang="zh-CN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Microsoft Himalaya" panose="01010100010101010101" pitchFamily="2" charset="0"/>
              </a:rPr>
              <a:t> LARGE_INTEGER t1, t2, </a:t>
            </a:r>
            <a:r>
              <a:rPr lang="en-US" altLang="zh-CN" dirty="0" err="1">
                <a:latin typeface="Microsoft YaHei UI" panose="020B0503020204020204" pitchFamily="34" charset="-122"/>
                <a:ea typeface="Microsoft YaHei UI" panose="020B0503020204020204" pitchFamily="34" charset="-122"/>
                <a:cs typeface="Microsoft Himalaya" panose="01010100010101010101" pitchFamily="2" charset="0"/>
              </a:rPr>
              <a:t>tc</a:t>
            </a:r>
            <a:r>
              <a:rPr lang="en-US" altLang="zh-CN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Microsoft Himalaya" panose="01010100010101010101" pitchFamily="2" charset="0"/>
              </a:rPr>
              <a:t>;</a:t>
            </a:r>
            <a:endParaRPr lang="en-US" altLang="zh-CN" dirty="0">
              <a:latin typeface="Microsoft YaHei UI" panose="020B0503020204020204" pitchFamily="34" charset="-122"/>
              <a:ea typeface="Microsoft YaHei UI" panose="020B0503020204020204" pitchFamily="34" charset="-122"/>
              <a:cs typeface="Microsoft Himalaya" panose="01010100010101010101" pitchFamily="2" charset="0"/>
            </a:endParaRPr>
          </a:p>
          <a:p>
            <a:pPr>
              <a:lnSpc>
                <a:spcPct val="90000"/>
              </a:lnSpc>
              <a:spcBef>
                <a:spcPts val="30"/>
              </a:spcBef>
              <a:spcAft>
                <a:spcPts val="0"/>
              </a:spcAft>
              <a:buClr>
                <a:schemeClr val="accent3"/>
              </a:buClr>
            </a:pPr>
            <a:r>
              <a:rPr lang="en-US" altLang="zh-CN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Microsoft Himalaya" panose="01010100010101010101" pitchFamily="2" charset="0"/>
              </a:rPr>
              <a:t>   </a:t>
            </a:r>
            <a:r>
              <a:rPr lang="en-US" altLang="zh-CN" dirty="0" err="1">
                <a:solidFill>
                  <a:schemeClr val="accent1">
                    <a:lumMod val="75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Microsoft Himalaya" panose="01010100010101010101" pitchFamily="2" charset="0"/>
              </a:rPr>
              <a:t>QueryPerformanceFrequency</a:t>
            </a:r>
            <a:r>
              <a:rPr lang="en-US" altLang="zh-CN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Microsoft Himalaya" panose="01010100010101010101" pitchFamily="2" charset="0"/>
              </a:rPr>
              <a:t>(&amp;</a:t>
            </a:r>
            <a:r>
              <a:rPr lang="en-US" altLang="zh-CN" dirty="0" err="1">
                <a:latin typeface="Microsoft YaHei UI" panose="020B0503020204020204" pitchFamily="34" charset="-122"/>
                <a:ea typeface="Microsoft YaHei UI" panose="020B0503020204020204" pitchFamily="34" charset="-122"/>
                <a:cs typeface="Microsoft Himalaya" panose="01010100010101010101" pitchFamily="2" charset="0"/>
              </a:rPr>
              <a:t>tc</a:t>
            </a:r>
            <a:r>
              <a:rPr lang="en-US" altLang="zh-CN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Microsoft Himalaya" panose="01010100010101010101" pitchFamily="2" charset="0"/>
              </a:rPr>
              <a:t>);</a:t>
            </a:r>
            <a:endParaRPr lang="en-US" altLang="zh-CN" dirty="0">
              <a:latin typeface="Microsoft YaHei UI" panose="020B0503020204020204" pitchFamily="34" charset="-122"/>
              <a:ea typeface="Microsoft YaHei UI" panose="020B0503020204020204" pitchFamily="34" charset="-122"/>
              <a:cs typeface="Microsoft Himalaya" panose="01010100010101010101" pitchFamily="2" charset="0"/>
            </a:endParaRPr>
          </a:p>
          <a:p>
            <a:pPr>
              <a:lnSpc>
                <a:spcPct val="90000"/>
              </a:lnSpc>
              <a:spcBef>
                <a:spcPts val="30"/>
              </a:spcBef>
              <a:spcAft>
                <a:spcPts val="0"/>
              </a:spcAft>
              <a:buClr>
                <a:schemeClr val="accent3"/>
              </a:buClr>
            </a:pPr>
            <a:r>
              <a:rPr lang="en-US" altLang="zh-CN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Microsoft Himalaya" panose="01010100010101010101" pitchFamily="2" charset="0"/>
              </a:rPr>
              <a:t>   </a:t>
            </a:r>
            <a:r>
              <a:rPr lang="en-US" altLang="zh-CN" dirty="0" err="1">
                <a:solidFill>
                  <a:schemeClr val="accent1">
                    <a:lumMod val="75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Microsoft Himalaya" panose="01010100010101010101" pitchFamily="2" charset="0"/>
              </a:rPr>
              <a:t>QueryPerformanceCounter</a:t>
            </a:r>
            <a:r>
              <a:rPr lang="en-US" altLang="zh-CN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Microsoft Himalaya" panose="01010100010101010101" pitchFamily="2" charset="0"/>
              </a:rPr>
              <a:t>(&amp;t1);</a:t>
            </a:r>
            <a:endParaRPr lang="en-US" altLang="zh-CN" dirty="0">
              <a:latin typeface="Microsoft YaHei UI" panose="020B0503020204020204" pitchFamily="34" charset="-122"/>
              <a:ea typeface="Microsoft YaHei UI" panose="020B0503020204020204" pitchFamily="34" charset="-122"/>
              <a:cs typeface="Microsoft Himalaya" panose="01010100010101010101" pitchFamily="2" charset="0"/>
            </a:endParaRPr>
          </a:p>
          <a:p>
            <a:pPr>
              <a:lnSpc>
                <a:spcPct val="90000"/>
              </a:lnSpc>
              <a:spcBef>
                <a:spcPts val="30"/>
              </a:spcBef>
              <a:spcAft>
                <a:spcPts val="0"/>
              </a:spcAft>
              <a:buClr>
                <a:schemeClr val="accent3"/>
              </a:buClr>
            </a:pPr>
            <a:r>
              <a:rPr lang="en-US" altLang="zh-CN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Microsoft Himalaya" panose="01010100010101010101" pitchFamily="2" charset="0"/>
              </a:rPr>
              <a:t>   </a:t>
            </a:r>
            <a:r>
              <a:rPr lang="en-US" altLang="zh-CN" dirty="0" err="1">
                <a:latin typeface="Microsoft YaHei UI" panose="020B0503020204020204" pitchFamily="34" charset="-122"/>
                <a:ea typeface="Microsoft YaHei UI" panose="020B0503020204020204" pitchFamily="34" charset="-122"/>
                <a:cs typeface="Microsoft Himalaya" panose="01010100010101010101" pitchFamily="2" charset="0"/>
              </a:rPr>
              <a:t>fastSquareMatrixMultiply</a:t>
            </a:r>
            <a:r>
              <a:rPr lang="en-US" altLang="zh-CN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Microsoft Himalaya" panose="01010100010101010101" pitchFamily="2" charset="0"/>
              </a:rPr>
              <a:t>(a,b,c,5000);</a:t>
            </a:r>
            <a:endParaRPr lang="en-US" altLang="zh-CN" dirty="0">
              <a:latin typeface="Microsoft YaHei UI" panose="020B0503020204020204" pitchFamily="34" charset="-122"/>
              <a:ea typeface="Microsoft YaHei UI" panose="020B0503020204020204" pitchFamily="34" charset="-122"/>
              <a:cs typeface="Microsoft Himalaya" panose="01010100010101010101" pitchFamily="2" charset="0"/>
            </a:endParaRPr>
          </a:p>
          <a:p>
            <a:pPr>
              <a:lnSpc>
                <a:spcPct val="90000"/>
              </a:lnSpc>
              <a:spcBef>
                <a:spcPts val="30"/>
              </a:spcBef>
              <a:spcAft>
                <a:spcPts val="0"/>
              </a:spcAft>
              <a:buClr>
                <a:schemeClr val="accent3"/>
              </a:buClr>
            </a:pPr>
            <a:r>
              <a:rPr lang="en-US" altLang="zh-CN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Microsoft Himalaya" panose="01010100010101010101" pitchFamily="2" charset="0"/>
              </a:rPr>
              <a:t>   </a:t>
            </a:r>
            <a:r>
              <a:rPr lang="en-US" altLang="zh-CN" dirty="0" err="1">
                <a:solidFill>
                  <a:schemeClr val="accent1">
                    <a:lumMod val="75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Microsoft Himalaya" panose="01010100010101010101" pitchFamily="2" charset="0"/>
              </a:rPr>
              <a:t>QueryPerformanceCounter</a:t>
            </a:r>
            <a:r>
              <a:rPr lang="en-US" altLang="zh-CN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Microsoft Himalaya" panose="01010100010101010101" pitchFamily="2" charset="0"/>
              </a:rPr>
              <a:t>(&amp;t2);</a:t>
            </a:r>
            <a:endParaRPr lang="en-US" altLang="zh-CN" dirty="0">
              <a:latin typeface="Microsoft YaHei UI" panose="020B0503020204020204" pitchFamily="34" charset="-122"/>
              <a:ea typeface="Microsoft YaHei UI" panose="020B0503020204020204" pitchFamily="34" charset="-122"/>
              <a:cs typeface="Microsoft Himalaya" panose="01010100010101010101" pitchFamily="2" charset="0"/>
            </a:endParaRPr>
          </a:p>
          <a:p>
            <a:pPr>
              <a:lnSpc>
                <a:spcPct val="90000"/>
              </a:lnSpc>
              <a:spcBef>
                <a:spcPts val="30"/>
              </a:spcBef>
              <a:buClr>
                <a:schemeClr val="accent3"/>
              </a:buClr>
            </a:pPr>
            <a:r>
              <a:rPr lang="fr-FR" altLang="zh-CN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Microsoft Himalaya" panose="01010100010101010101" pitchFamily="2" charset="0"/>
              </a:rPr>
              <a:t>   cout &lt;&lt; " time5000:" &lt;&lt;</a:t>
            </a:r>
            <a:br>
              <a:rPr lang="fr-FR" altLang="zh-CN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Microsoft Himalaya" panose="01010100010101010101" pitchFamily="2" charset="0"/>
              </a:rPr>
            </a:br>
            <a:r>
              <a:rPr lang="fr-FR" altLang="zh-CN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Microsoft Himalaya" panose="01010100010101010101" pitchFamily="2" charset="0"/>
              </a:rPr>
              <a:t>  </a:t>
            </a:r>
            <a:r>
              <a:rPr lang="fr-FR" altLang="zh-CN" dirty="0">
                <a:solidFill>
                  <a:schemeClr val="accent1">
                    <a:lumMod val="75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Microsoft Himalaya" panose="01010100010101010101" pitchFamily="2" charset="0"/>
              </a:rPr>
              <a:t>(t2.QuadPart - t1.QuadPart)*1.0 / tc.QuadPart</a:t>
            </a:r>
            <a:br>
              <a:rPr lang="fr-FR" altLang="zh-CN" dirty="0">
                <a:solidFill>
                  <a:schemeClr val="accent1">
                    <a:lumMod val="75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Microsoft Himalaya" panose="01010100010101010101" pitchFamily="2" charset="0"/>
              </a:rPr>
            </a:br>
            <a:r>
              <a:rPr lang="fr-FR" altLang="zh-CN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Microsoft Himalaya" panose="01010100010101010101" pitchFamily="2" charset="0"/>
              </a:rPr>
              <a:t>  &lt;&lt; endl;</a:t>
            </a:r>
            <a:endParaRPr lang="zh-CN" altLang="en-US" dirty="0">
              <a:latin typeface="Microsoft YaHei UI" panose="020B0503020204020204" pitchFamily="34" charset="-122"/>
              <a:ea typeface="Microsoft YaHei UI" panose="020B0503020204020204" pitchFamily="34" charset="-122"/>
              <a:cs typeface="Microsoft Himalaya" panose="01010100010101010101" pitchFamily="2" charset="0"/>
            </a:endParaRPr>
          </a:p>
        </p:txBody>
      </p:sp>
      <p:graphicFrame>
        <p:nvGraphicFramePr>
          <p:cNvPr id="4194317" name="表格 1"/>
          <p:cNvGraphicFramePr>
            <a:graphicFrameLocks noGrp="1"/>
          </p:cNvGraphicFramePr>
          <p:nvPr/>
        </p:nvGraphicFramePr>
        <p:xfrm>
          <a:off x="4246179" y="740871"/>
          <a:ext cx="4897821" cy="2743208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515007"/>
                <a:gridCol w="1439918"/>
                <a:gridCol w="1250731"/>
                <a:gridCol w="998482"/>
                <a:gridCol w="693683"/>
              </a:tblGrid>
              <a:tr h="285751"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500" kern="0" dirty="0">
                          <a:effectLst/>
                        </a:rPr>
                        <a:t>序号</a:t>
                      </a:r>
                      <a:endParaRPr lang="zh-CN" sz="11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28575" marR="28575" marT="28575" marB="28575" anchor="ctr"/>
                </a:tc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500" kern="0" dirty="0">
                          <a:effectLst/>
                        </a:rPr>
                        <a:t>函数</a:t>
                      </a:r>
                      <a:endParaRPr lang="zh-CN" sz="11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28575" marR="28575" marT="28575" marB="28575" anchor="ctr"/>
                </a:tc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500" kern="0" dirty="0">
                          <a:effectLst/>
                        </a:rPr>
                        <a:t>类型</a:t>
                      </a:r>
                      <a:endParaRPr lang="zh-CN" sz="11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28575" marR="28575" marT="28575" marB="28575" anchor="ctr"/>
                </a:tc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500" kern="0" dirty="0">
                          <a:effectLst/>
                        </a:rPr>
                        <a:t>精度级别</a:t>
                      </a:r>
                      <a:endParaRPr lang="zh-CN" sz="11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28575" marR="28575" marT="28575" marB="28575" anchor="ctr"/>
                </a:tc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500" kern="0" dirty="0">
                          <a:effectLst/>
                        </a:rPr>
                        <a:t>时间</a:t>
                      </a:r>
                      <a:endParaRPr lang="zh-CN" sz="11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28575" marR="28575" marT="28575" marB="28575" anchor="ctr"/>
                </a:tc>
              </a:tr>
              <a:tr h="285751"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500" kern="0">
                          <a:effectLst/>
                        </a:rPr>
                        <a:t>1</a:t>
                      </a:r>
                      <a:endParaRPr lang="zh-CN" sz="11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28575" marR="28575" marT="28575" marB="28575" anchor="ctr"/>
                </a:tc>
                <a:tc>
                  <a:txBody>
                    <a:bodyPr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500" kern="0">
                          <a:effectLst/>
                        </a:rPr>
                        <a:t>time</a:t>
                      </a:r>
                      <a:endParaRPr lang="zh-CN" sz="11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28575" marR="28575" marT="28575" marB="28575" anchor="ctr"/>
                </a:tc>
                <a:tc>
                  <a:txBody>
                    <a:bodyPr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500" kern="0">
                          <a:effectLst/>
                        </a:rPr>
                        <a:t>C</a:t>
                      </a:r>
                      <a:r>
                        <a:rPr lang="zh-CN" sz="1500" kern="0">
                          <a:effectLst/>
                        </a:rPr>
                        <a:t>系统调用</a:t>
                      </a:r>
                      <a:endParaRPr lang="zh-CN" sz="11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28575" marR="28575" marT="28575" marB="28575" anchor="ctr"/>
                </a:tc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500" kern="0" dirty="0">
                          <a:effectLst/>
                        </a:rPr>
                        <a:t>低</a:t>
                      </a:r>
                      <a:endParaRPr lang="zh-CN" sz="11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28575" marR="28575" marT="28575" marB="28575" anchor="ctr"/>
                </a:tc>
                <a:tc>
                  <a:txBody>
                    <a:bodyPr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500" kern="0">
                          <a:effectLst/>
                        </a:rPr>
                        <a:t>&lt;1s</a:t>
                      </a:r>
                      <a:endParaRPr lang="zh-CN" sz="11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28575" marR="28575" marT="28575" marB="28575" anchor="ctr"/>
                </a:tc>
              </a:tr>
              <a:tr h="285751"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500" kern="0">
                          <a:effectLst/>
                        </a:rPr>
                        <a:t>2</a:t>
                      </a:r>
                      <a:endParaRPr lang="zh-CN" sz="11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28575" marR="28575" marT="28575" marB="28575" anchor="ctr"/>
                </a:tc>
                <a:tc>
                  <a:txBody>
                    <a:bodyPr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500" kern="0" dirty="0" smtClean="0">
                          <a:effectLst/>
                        </a:rPr>
                        <a:t>clock</a:t>
                      </a:r>
                      <a:endParaRPr lang="zh-CN" sz="11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28575" marR="28575" marT="28575" marB="28575" anchor="ctr"/>
                </a:tc>
                <a:tc>
                  <a:txBody>
                    <a:bodyPr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500" kern="0">
                          <a:effectLst/>
                        </a:rPr>
                        <a:t>C</a:t>
                      </a:r>
                      <a:r>
                        <a:rPr lang="zh-CN" sz="1500" kern="0">
                          <a:effectLst/>
                        </a:rPr>
                        <a:t>系统调用</a:t>
                      </a:r>
                      <a:endParaRPr lang="zh-CN" sz="11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28575" marR="28575" marT="28575" marB="28575" anchor="ctr"/>
                </a:tc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500" kern="0" dirty="0">
                          <a:effectLst/>
                        </a:rPr>
                        <a:t>低</a:t>
                      </a:r>
                      <a:endParaRPr lang="zh-CN" sz="11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28575" marR="28575" marT="28575" marB="28575" anchor="ctr"/>
                </a:tc>
                <a:tc>
                  <a:txBody>
                    <a:bodyPr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500" kern="0">
                          <a:effectLst/>
                        </a:rPr>
                        <a:t>&lt;10ms</a:t>
                      </a:r>
                      <a:endParaRPr lang="zh-CN" sz="11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28575" marR="28575" marT="28575" marB="28575" anchor="ctr"/>
                </a:tc>
              </a:tr>
              <a:tr h="285751"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500" kern="0">
                          <a:effectLst/>
                        </a:rPr>
                        <a:t>3</a:t>
                      </a:r>
                      <a:endParaRPr lang="zh-CN" sz="11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28575" marR="28575" marT="28575" marB="28575" anchor="ctr"/>
                </a:tc>
                <a:tc>
                  <a:txBody>
                    <a:bodyPr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500" kern="0">
                          <a:effectLst/>
                        </a:rPr>
                        <a:t>timeGetTime</a:t>
                      </a:r>
                      <a:endParaRPr lang="zh-CN" sz="11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28575" marR="28575" marT="28575" marB="28575" anchor="ctr"/>
                </a:tc>
                <a:tc>
                  <a:txBody>
                    <a:bodyPr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500" kern="0">
                          <a:effectLst/>
                        </a:rPr>
                        <a:t>Windows API</a:t>
                      </a:r>
                      <a:endParaRPr lang="zh-CN" sz="11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28575" marR="28575" marT="28575" marB="28575" anchor="ctr"/>
                </a:tc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500" kern="0" dirty="0">
                          <a:effectLst/>
                        </a:rPr>
                        <a:t>中</a:t>
                      </a:r>
                      <a:endParaRPr lang="zh-CN" sz="11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28575" marR="28575" marT="28575" marB="28575" anchor="ctr"/>
                </a:tc>
                <a:tc>
                  <a:txBody>
                    <a:bodyPr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500" kern="0">
                          <a:effectLst/>
                        </a:rPr>
                        <a:t>&lt;1ms</a:t>
                      </a:r>
                      <a:endParaRPr lang="zh-CN" sz="11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28575" marR="28575" marT="28575" marB="28575" anchor="ctr"/>
                </a:tc>
              </a:tr>
              <a:tr h="514351"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500" kern="0">
                          <a:effectLst/>
                        </a:rPr>
                        <a:t>4</a:t>
                      </a:r>
                      <a:endParaRPr lang="zh-CN" sz="11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28575" marR="28575" marT="28575" marB="28575" anchor="ctr"/>
                </a:tc>
                <a:tc>
                  <a:txBody>
                    <a:bodyPr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500" kern="0">
                          <a:effectLst/>
                        </a:rPr>
                        <a:t>QueryPerformanceCounter</a:t>
                      </a:r>
                      <a:endParaRPr lang="zh-CN" sz="11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28575" marR="28575" marT="28575" marB="28575" anchor="ctr"/>
                </a:tc>
                <a:tc>
                  <a:txBody>
                    <a:bodyPr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500" kern="0">
                          <a:effectLst/>
                        </a:rPr>
                        <a:t>Windows API</a:t>
                      </a:r>
                      <a:endParaRPr lang="zh-CN" sz="11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28575" marR="28575" marT="28575" marB="28575" anchor="ctr"/>
                </a:tc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500" kern="0" dirty="0">
                          <a:effectLst/>
                        </a:rPr>
                        <a:t>高</a:t>
                      </a:r>
                      <a:endParaRPr lang="zh-CN" sz="11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28575" marR="28575" marT="28575" marB="28575" anchor="ctr"/>
                </a:tc>
                <a:tc>
                  <a:txBody>
                    <a:bodyPr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500" kern="0">
                          <a:effectLst/>
                        </a:rPr>
                        <a:t>&lt;0.1ms</a:t>
                      </a:r>
                      <a:endParaRPr lang="zh-CN" sz="11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28575" marR="28575" marT="28575" marB="28575" anchor="ctr"/>
                </a:tc>
              </a:tr>
              <a:tr h="285751"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500" kern="0">
                          <a:effectLst/>
                        </a:rPr>
                        <a:t>5</a:t>
                      </a:r>
                      <a:endParaRPr lang="zh-CN" sz="11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28575" marR="28575" marT="28575" marB="28575" anchor="ctr"/>
                </a:tc>
                <a:tc>
                  <a:txBody>
                    <a:bodyPr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500" kern="0">
                          <a:effectLst/>
                        </a:rPr>
                        <a:t>GetTickCount</a:t>
                      </a:r>
                      <a:endParaRPr lang="zh-CN" sz="11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28575" marR="28575" marT="28575" marB="28575" anchor="ctr"/>
                </a:tc>
                <a:tc>
                  <a:txBody>
                    <a:bodyPr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500" kern="0">
                          <a:effectLst/>
                        </a:rPr>
                        <a:t>Windows API</a:t>
                      </a:r>
                      <a:endParaRPr lang="zh-CN" sz="11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28575" marR="28575" marT="28575" marB="28575" anchor="ctr"/>
                </a:tc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500" kern="0" dirty="0">
                          <a:effectLst/>
                        </a:rPr>
                        <a:t>中</a:t>
                      </a:r>
                      <a:endParaRPr lang="zh-CN" sz="11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28575" marR="28575" marT="28575" marB="28575" anchor="ctr"/>
                </a:tc>
                <a:tc>
                  <a:txBody>
                    <a:bodyPr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500" kern="0">
                          <a:effectLst/>
                        </a:rPr>
                        <a:t>&lt;1ms</a:t>
                      </a:r>
                      <a:endParaRPr lang="zh-CN" sz="11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28575" marR="28575" marT="28575" marB="28575" anchor="ctr"/>
                </a:tc>
              </a:tr>
              <a:tr h="285751"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500" kern="0">
                          <a:effectLst/>
                        </a:rPr>
                        <a:t>6</a:t>
                      </a:r>
                      <a:endParaRPr lang="zh-CN" sz="11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28575" marR="28575" marT="28575" marB="28575" anchor="ctr"/>
                </a:tc>
                <a:tc>
                  <a:txBody>
                    <a:bodyPr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500" kern="0">
                          <a:effectLst/>
                        </a:rPr>
                        <a:t>RDTSC</a:t>
                      </a:r>
                      <a:endParaRPr lang="zh-CN" sz="11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28575" marR="28575" marT="28575" marB="28575" anchor="ctr"/>
                </a:tc>
                <a:tc>
                  <a:txBody>
                    <a:bodyPr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zh-CN" sz="1500" kern="0">
                          <a:effectLst/>
                        </a:rPr>
                        <a:t>指令</a:t>
                      </a:r>
                      <a:endParaRPr lang="zh-CN" sz="11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28575" marR="28575" marT="28575" marB="28575" anchor="ctr"/>
                </a:tc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500" kern="0" dirty="0">
                          <a:effectLst/>
                        </a:rPr>
                        <a:t>高</a:t>
                      </a:r>
                      <a:endParaRPr lang="zh-CN" sz="11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28575" marR="28575" marT="28575" marB="28575" anchor="ctr"/>
                </a:tc>
                <a:tc>
                  <a:txBody>
                    <a:bodyPr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500" kern="0">
                          <a:effectLst/>
                        </a:rPr>
                        <a:t>&lt;0.1ms</a:t>
                      </a:r>
                      <a:endParaRPr lang="zh-CN" sz="11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28575" marR="28575" marT="28575" marB="28575" anchor="ctr"/>
                </a:tc>
              </a:tr>
              <a:tr h="514351"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500" kern="0" dirty="0">
                          <a:effectLst/>
                        </a:rPr>
                        <a:t>7</a:t>
                      </a:r>
                      <a:endParaRPr lang="zh-CN" sz="11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28575" marR="28575" marT="28575" marB="28575" anchor="ctr"/>
                </a:tc>
                <a:tc>
                  <a:txBody>
                    <a:bodyPr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500" kern="0">
                          <a:effectLst/>
                        </a:rPr>
                        <a:t>gettimeofday </a:t>
                      </a:r>
                      <a:endParaRPr lang="zh-CN" sz="11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28575" marR="28575" marT="28575" marB="28575" anchor="ctr"/>
                </a:tc>
                <a:tc>
                  <a:txBody>
                    <a:bodyPr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500" kern="0">
                          <a:effectLst/>
                        </a:rPr>
                        <a:t>linux</a:t>
                      </a:r>
                      <a:r>
                        <a:rPr lang="zh-CN" sz="1500" kern="0">
                          <a:effectLst/>
                        </a:rPr>
                        <a:t>环境下</a:t>
                      </a:r>
                      <a:r>
                        <a:rPr lang="en-US" sz="1500" kern="0">
                          <a:effectLst/>
                        </a:rPr>
                        <a:t>C</a:t>
                      </a:r>
                      <a:r>
                        <a:rPr lang="zh-CN" sz="1500" kern="0">
                          <a:effectLst/>
                        </a:rPr>
                        <a:t>系统调用</a:t>
                      </a:r>
                      <a:endParaRPr lang="zh-CN" sz="11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28575" marR="28575" marT="28575" marB="28575" anchor="ctr"/>
                </a:tc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500" kern="0" dirty="0">
                          <a:effectLst/>
                        </a:rPr>
                        <a:t>高</a:t>
                      </a:r>
                      <a:endParaRPr lang="zh-CN" sz="11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28575" marR="28575" marT="28575" marB="28575" anchor="ctr"/>
                </a:tc>
                <a:tc>
                  <a:txBody>
                    <a:bodyPr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500" kern="0" dirty="0">
                          <a:effectLst/>
                        </a:rPr>
                        <a:t>&lt;0.1ms</a:t>
                      </a:r>
                      <a:endParaRPr lang="zh-CN" sz="11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28575" marR="28575" marT="28575" marB="28575" anchor="ctr"/>
                </a:tc>
              </a:tr>
            </a:tbl>
          </a:graphicData>
        </a:graphic>
      </p:graphicFrame>
    </p:spTree>
    <p:custDataLst>
      <p:tags r:id="rId1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700"/>
    </mc:Choice>
    <mc:Fallback>
      <p:transition/>
    </mc:Fallback>
  </mc:AlternateContent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8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510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pPr>
              <a:spcAft>
                <a:spcPts val="0"/>
              </a:spcAft>
            </a:pPr>
            <a:r>
              <a:rPr lang="zh-CN" altLang="en-US" dirty="0" smtClean="0"/>
              <a:t>缓存对算法性能的影响</a:t>
            </a:r>
            <a:endParaRPr lang="zh-CN" altLang="en-US" dirty="0"/>
          </a:p>
        </p:txBody>
      </p:sp>
      <p:sp>
        <p:nvSpPr>
          <p:cNvPr id="1049511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fontScale="67778" lnSpcReduction="20000"/>
          </a:bodyPr>
          <a:p>
            <a:pPr>
              <a:spcAft>
                <a:spcPts val="0"/>
              </a:spcAft>
            </a:pPr>
            <a:r>
              <a:rPr lang="zh-CN" altLang="en-US" dirty="0" smtClean="0"/>
              <a:t>通常算法分析针对内存足够大的理想情况</a:t>
            </a:r>
            <a:endParaRPr lang="en-US" altLang="zh-CN" dirty="0" smtClean="0"/>
          </a:p>
          <a:p>
            <a:pPr>
              <a:spcBef>
                <a:spcPts val="750"/>
              </a:spcBef>
              <a:spcAft>
                <a:spcPts val="0"/>
              </a:spcAft>
            </a:pPr>
            <a:r>
              <a:rPr lang="zh-CN" altLang="en-US" dirty="0" smtClean="0"/>
              <a:t>如果内存有限则需要对不同级别缓存进行读取，性能影响较大</a:t>
            </a:r>
            <a:endParaRPr lang="en-US" altLang="zh-CN" dirty="0" smtClean="0"/>
          </a:p>
          <a:p>
            <a:pPr>
              <a:spcBef>
                <a:spcPts val="750"/>
              </a:spcBef>
              <a:spcAft>
                <a:spcPts val="0"/>
              </a:spcAft>
            </a:pPr>
            <a:r>
              <a:rPr lang="zh-CN" altLang="en-US" dirty="0" smtClean="0"/>
              <a:t>示例：矩阵乘法</a:t>
            </a:r>
            <a:endParaRPr lang="en-US" altLang="zh-CN" dirty="0" smtClean="0"/>
          </a:p>
          <a:p>
            <a:pPr marL="0" indent="0">
              <a:spcBef>
                <a:spcPts val="750"/>
              </a:spcBef>
              <a:spcAft>
                <a:spcPts val="0"/>
              </a:spcAft>
              <a:buNone/>
            </a:pPr>
            <a:r>
              <a:rPr lang="en-US" altLang="zh-CN" sz="1800" dirty="0"/>
              <a:t>void </a:t>
            </a:r>
            <a:r>
              <a:rPr lang="en-US" altLang="zh-CN" sz="1800" dirty="0" err="1"/>
              <a:t>fastSquareMatrixMultiply</a:t>
            </a:r>
            <a:r>
              <a:rPr lang="en-US" altLang="zh-CN" sz="1800" dirty="0"/>
              <a:t>(</a:t>
            </a:r>
            <a:r>
              <a:rPr lang="en-US" altLang="zh-CN" sz="1800" dirty="0" err="1"/>
              <a:t>int</a:t>
            </a:r>
            <a:r>
              <a:rPr lang="en-US" altLang="zh-CN" sz="1800" dirty="0"/>
              <a:t> ** a, </a:t>
            </a:r>
            <a:r>
              <a:rPr lang="en-US" altLang="zh-CN" sz="1800" dirty="0" err="1"/>
              <a:t>int</a:t>
            </a:r>
            <a:r>
              <a:rPr lang="en-US" altLang="zh-CN" sz="1800" dirty="0"/>
              <a:t> ** b, </a:t>
            </a:r>
            <a:r>
              <a:rPr lang="en-US" altLang="zh-CN" sz="1800" dirty="0" err="1"/>
              <a:t>int</a:t>
            </a:r>
            <a:r>
              <a:rPr lang="en-US" altLang="zh-CN" sz="1800" dirty="0"/>
              <a:t> ** c, </a:t>
            </a:r>
            <a:r>
              <a:rPr lang="en-US" altLang="zh-CN" sz="1800" dirty="0" err="1"/>
              <a:t>int</a:t>
            </a:r>
            <a:r>
              <a:rPr lang="en-US" altLang="zh-CN" sz="1800" dirty="0"/>
              <a:t> n)</a:t>
            </a:r>
            <a:endParaRPr lang="en-US" altLang="zh-CN" sz="1800" dirty="0"/>
          </a:p>
          <a:p>
            <a:pPr marL="0" indent="0">
              <a:spcBef>
                <a:spcPts val="750"/>
              </a:spcBef>
              <a:spcAft>
                <a:spcPts val="0"/>
              </a:spcAft>
              <a:buNone/>
            </a:pPr>
            <a:r>
              <a:rPr lang="en-US" altLang="zh-CN" sz="1800" dirty="0"/>
              <a:t>{</a:t>
            </a:r>
            <a:endParaRPr lang="en-US" altLang="zh-CN" sz="1800" dirty="0"/>
          </a:p>
          <a:p>
            <a:pPr marL="0" indent="0">
              <a:spcBef>
                <a:spcPts val="750"/>
              </a:spcBef>
              <a:spcAft>
                <a:spcPts val="0"/>
              </a:spcAft>
              <a:buNone/>
            </a:pPr>
            <a:r>
              <a:rPr lang="nn-NO" altLang="zh-CN" sz="1800" dirty="0"/>
              <a:t>   for (int i = 0; i &lt; n; i++)</a:t>
            </a:r>
            <a:endParaRPr lang="nn-NO" altLang="zh-CN" sz="1800" dirty="0"/>
          </a:p>
          <a:p>
            <a:pPr marL="0" indent="0">
              <a:spcBef>
                <a:spcPts val="750"/>
              </a:spcBef>
              <a:spcAft>
                <a:spcPts val="0"/>
              </a:spcAft>
              <a:buNone/>
            </a:pPr>
            <a:r>
              <a:rPr lang="en-US" altLang="zh-CN" sz="1800" dirty="0"/>
              <a:t>      for (</a:t>
            </a:r>
            <a:r>
              <a:rPr lang="en-US" altLang="zh-CN" sz="1800" dirty="0" err="1"/>
              <a:t>int</a:t>
            </a:r>
            <a:r>
              <a:rPr lang="en-US" altLang="zh-CN" sz="1800" dirty="0"/>
              <a:t> j = 0; j &lt; n; j++)</a:t>
            </a:r>
            <a:endParaRPr lang="en-US" altLang="zh-CN" sz="1800" dirty="0"/>
          </a:p>
          <a:p>
            <a:pPr marL="0" indent="0">
              <a:spcBef>
                <a:spcPts val="750"/>
              </a:spcBef>
              <a:spcAft>
                <a:spcPts val="0"/>
              </a:spcAft>
              <a:buNone/>
            </a:pPr>
            <a:r>
              <a:rPr lang="en-US" altLang="zh-CN" sz="1800" dirty="0"/>
              <a:t>         c[</a:t>
            </a:r>
            <a:r>
              <a:rPr lang="en-US" altLang="zh-CN" sz="1800" dirty="0" err="1"/>
              <a:t>i</a:t>
            </a:r>
            <a:r>
              <a:rPr lang="en-US" altLang="zh-CN" sz="1800" dirty="0"/>
              <a:t>][j] = 0;</a:t>
            </a:r>
            <a:endParaRPr lang="en-US" altLang="zh-CN" sz="1800" dirty="0"/>
          </a:p>
          <a:p>
            <a:pPr marL="0" indent="0">
              <a:buNone/>
            </a:pPr>
            <a:endParaRPr lang="zh-CN" altLang="en-US" sz="1800" dirty="0"/>
          </a:p>
          <a:p>
            <a:pPr marL="0" indent="0">
              <a:spcBef>
                <a:spcPts val="750"/>
              </a:spcBef>
              <a:spcAft>
                <a:spcPts val="0"/>
              </a:spcAft>
              <a:buNone/>
            </a:pPr>
            <a:r>
              <a:rPr lang="nn-NO" altLang="zh-CN" sz="1800" dirty="0"/>
              <a:t>   for (int i = 0; i &lt; n; i++)</a:t>
            </a:r>
            <a:endParaRPr lang="nn-NO" altLang="zh-CN" sz="1800" dirty="0"/>
          </a:p>
          <a:p>
            <a:pPr marL="0" indent="0">
              <a:spcBef>
                <a:spcPts val="750"/>
              </a:spcBef>
              <a:spcAft>
                <a:spcPts val="0"/>
              </a:spcAft>
              <a:buNone/>
            </a:pPr>
            <a:r>
              <a:rPr lang="en-US" altLang="zh-CN" sz="1800" dirty="0"/>
              <a:t>     for (</a:t>
            </a:r>
            <a:r>
              <a:rPr lang="en-US" altLang="zh-CN" sz="1800" dirty="0" err="1"/>
              <a:t>int</a:t>
            </a:r>
            <a:r>
              <a:rPr lang="en-US" altLang="zh-CN" sz="1800" dirty="0"/>
              <a:t> j = 0; j &lt; n; j++)</a:t>
            </a:r>
            <a:endParaRPr lang="en-US" altLang="zh-CN" sz="1800" dirty="0"/>
          </a:p>
          <a:p>
            <a:pPr marL="0" indent="0">
              <a:spcBef>
                <a:spcPts val="750"/>
              </a:spcBef>
              <a:spcAft>
                <a:spcPts val="0"/>
              </a:spcAft>
              <a:buNone/>
            </a:pPr>
            <a:r>
              <a:rPr lang="en-US" altLang="zh-CN" sz="1800" dirty="0"/>
              <a:t>         for (</a:t>
            </a:r>
            <a:r>
              <a:rPr lang="en-US" altLang="zh-CN" sz="1800" dirty="0" err="1"/>
              <a:t>int</a:t>
            </a:r>
            <a:r>
              <a:rPr lang="en-US" altLang="zh-CN" sz="1800" dirty="0"/>
              <a:t> k = 0; k &lt; n; k++)</a:t>
            </a:r>
            <a:endParaRPr lang="en-US" altLang="zh-CN" sz="1800" dirty="0"/>
          </a:p>
          <a:p>
            <a:pPr marL="0" indent="0">
              <a:spcBef>
                <a:spcPts val="750"/>
              </a:spcBef>
              <a:spcAft>
                <a:spcPts val="0"/>
              </a:spcAft>
              <a:buNone/>
            </a:pPr>
            <a:r>
              <a:rPr lang="zh-CN" altLang="en-US" sz="1800" dirty="0"/>
              <a:t> </a:t>
            </a:r>
            <a:endParaRPr lang="zh-CN" altLang="en-US" sz="1800" dirty="0"/>
          </a:p>
          <a:p>
            <a:pPr marL="0" indent="0">
              <a:spcBef>
                <a:spcPts val="750"/>
              </a:spcBef>
              <a:spcAft>
                <a:spcPts val="0"/>
              </a:spcAft>
              <a:buNone/>
            </a:pPr>
            <a:r>
              <a:rPr lang="pl-PL" altLang="zh-CN" sz="1800" dirty="0"/>
              <a:t>            c[i][j] += a[i][k] * b[k][j];</a:t>
            </a:r>
            <a:endParaRPr lang="pl-PL" altLang="zh-CN" sz="1800" dirty="0"/>
          </a:p>
          <a:p>
            <a:pPr marL="0" indent="0">
              <a:spcBef>
                <a:spcPts val="750"/>
              </a:spcBef>
              <a:buNone/>
            </a:pPr>
            <a:r>
              <a:rPr lang="en-US" altLang="zh-CN" sz="1800" dirty="0"/>
              <a:t>}</a:t>
            </a:r>
            <a:endParaRPr lang="zh-CN" altLang="en-US" sz="1800" dirty="0"/>
          </a:p>
        </p:txBody>
      </p:sp>
      <p:sp>
        <p:nvSpPr>
          <p:cNvPr id="1049512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rtl="0">
              <a:spcAft>
                <a:spcPts val="0"/>
              </a:spcAft>
            </a:pPr>
            <a:fld id="{71B7BAC7-FE87-40F6-AA24-4F4685D1B022}" type="slidenum">
              <a:rPr lang="en-US" altLang="zh-CN" noProof="0" smtClean="0"/>
            </a:fld>
            <a:endParaRPr lang="zh-CN" altLang="en-US" noProof="0" dirty="0"/>
          </a:p>
        </p:txBody>
      </p:sp>
      <p:graphicFrame>
        <p:nvGraphicFramePr>
          <p:cNvPr id="4194318" name="表格 5"/>
          <p:cNvGraphicFramePr>
            <a:graphicFrameLocks noGrp="1"/>
          </p:cNvGraphicFramePr>
          <p:nvPr/>
        </p:nvGraphicFramePr>
        <p:xfrm>
          <a:off x="4950375" y="3137046"/>
          <a:ext cx="4035972" cy="1905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45324"/>
                <a:gridCol w="1345324"/>
                <a:gridCol w="1345324"/>
              </a:tblGrid>
              <a:tr h="381000">
                <a:tc>
                  <a:txBody>
                    <a:bodyPr/>
                    <a:p>
                      <a:r>
                        <a:rPr lang="en-US" altLang="zh-CN" sz="1900" dirty="0" smtClean="0"/>
                        <a:t>n</a:t>
                      </a:r>
                      <a:endParaRPr lang="zh-CN" altLang="en-US" sz="1900" dirty="0"/>
                    </a:p>
                  </a:txBody>
                  <a:tcPr/>
                </a:tc>
                <a:tc>
                  <a:txBody>
                    <a:bodyPr/>
                    <a:p>
                      <a:r>
                        <a:rPr lang="en-US" altLang="zh-CN" sz="1900" smtClean="0"/>
                        <a:t>ijk</a:t>
                      </a:r>
                      <a:r>
                        <a:rPr lang="zh-CN" altLang="en-US" sz="1900" smtClean="0"/>
                        <a:t>顺序</a:t>
                      </a:r>
                      <a:endParaRPr lang="zh-CN" altLang="en-US" sz="1900" dirty="0"/>
                    </a:p>
                  </a:txBody>
                  <a:tcPr/>
                </a:tc>
                <a:tc>
                  <a:txBody>
                    <a:bodyPr/>
                    <a:p>
                      <a:r>
                        <a:rPr lang="en-US" altLang="zh-CN" sz="1900" dirty="0" err="1" smtClean="0"/>
                        <a:t>ikj</a:t>
                      </a:r>
                      <a:r>
                        <a:rPr lang="zh-CN" altLang="en-US" sz="1900" dirty="0" smtClean="0"/>
                        <a:t>顺序</a:t>
                      </a:r>
                      <a:endParaRPr lang="zh-CN" altLang="en-US" sz="1900" dirty="0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r>
                        <a:rPr lang="en-US" altLang="zh-CN" sz="1900" dirty="0" smtClean="0"/>
                        <a:t>500</a:t>
                      </a:r>
                      <a:endParaRPr lang="zh-CN" altLang="en-US" sz="1900" dirty="0"/>
                    </a:p>
                  </a:txBody>
                  <a:tcPr/>
                </a:tc>
                <a:tc>
                  <a:txBody>
                    <a:bodyPr/>
                    <a:p>
                      <a:r>
                        <a:rPr lang="en-US" altLang="zh-CN" sz="1900" dirty="0" smtClean="0"/>
                        <a:t>0.859844</a:t>
                      </a:r>
                      <a:endParaRPr lang="zh-CN" altLang="en-US" sz="1900" dirty="0"/>
                    </a:p>
                  </a:txBody>
                  <a:tcPr/>
                </a:tc>
                <a:tc>
                  <a:txBody>
                    <a:bodyPr/>
                    <a:p>
                      <a:r>
                        <a:rPr lang="en-US" altLang="zh-CN" sz="1900" dirty="0" smtClean="0"/>
                        <a:t>0.500231</a:t>
                      </a:r>
                      <a:endParaRPr lang="zh-CN" altLang="en-US" sz="1900" dirty="0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r>
                        <a:rPr lang="en-US" altLang="zh-CN" sz="1900" dirty="0" smtClean="0"/>
                        <a:t>1000</a:t>
                      </a:r>
                      <a:endParaRPr lang="zh-CN" altLang="en-US" sz="1900" dirty="0"/>
                    </a:p>
                  </a:txBody>
                  <a:tcPr/>
                </a:tc>
                <a:tc>
                  <a:txBody>
                    <a:bodyPr/>
                    <a:p>
                      <a:r>
                        <a:rPr lang="en-US" altLang="zh-CN" sz="1900" dirty="0" smtClean="0"/>
                        <a:t>6.89394</a:t>
                      </a:r>
                      <a:endParaRPr lang="zh-CN" altLang="en-US" sz="1900" dirty="0"/>
                    </a:p>
                  </a:txBody>
                  <a:tcPr/>
                </a:tc>
                <a:tc>
                  <a:txBody>
                    <a:bodyPr/>
                    <a:p>
                      <a:r>
                        <a:rPr lang="en-US" altLang="zh-CN" sz="1900" dirty="0" smtClean="0"/>
                        <a:t>4.04951</a:t>
                      </a:r>
                      <a:endParaRPr lang="zh-CN" altLang="en-US" sz="1900" dirty="0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r>
                        <a:rPr lang="en-US" altLang="zh-CN" sz="1900" dirty="0" smtClean="0"/>
                        <a:t>2000</a:t>
                      </a:r>
                      <a:endParaRPr lang="zh-CN" altLang="en-US" sz="1900" dirty="0"/>
                    </a:p>
                  </a:txBody>
                  <a:tcPr/>
                </a:tc>
                <a:tc>
                  <a:txBody>
                    <a:bodyPr/>
                    <a:p>
                      <a:r>
                        <a:rPr lang="en-US" altLang="zh-CN" sz="1900" dirty="0" smtClean="0"/>
                        <a:t>77.4072</a:t>
                      </a:r>
                      <a:endParaRPr lang="zh-CN" altLang="en-US" sz="1900" dirty="0"/>
                    </a:p>
                  </a:txBody>
                  <a:tcPr/>
                </a:tc>
                <a:tc>
                  <a:txBody>
                    <a:bodyPr/>
                    <a:p>
                      <a:r>
                        <a:rPr lang="en-US" altLang="zh-CN" sz="1900" dirty="0" smtClean="0"/>
                        <a:t>33.5267</a:t>
                      </a:r>
                      <a:endParaRPr lang="zh-CN" altLang="en-US" sz="1900" dirty="0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r>
                        <a:rPr lang="en-US" altLang="zh-CN" sz="1900" dirty="0" smtClean="0"/>
                        <a:t>5000</a:t>
                      </a:r>
                      <a:endParaRPr lang="zh-CN" altLang="en-US" sz="1900" dirty="0"/>
                    </a:p>
                  </a:txBody>
                  <a:tcPr/>
                </a:tc>
                <a:tc>
                  <a:txBody>
                    <a:bodyPr/>
                    <a:p>
                      <a:endParaRPr lang="zh-CN" altLang="en-US" sz="1900" dirty="0"/>
                    </a:p>
                  </a:txBody>
                  <a:tcPr/>
                </a:tc>
                <a:tc>
                  <a:txBody>
                    <a:bodyPr/>
                    <a:p>
                      <a:r>
                        <a:rPr lang="en-US" altLang="zh-CN" sz="1900" dirty="0" smtClean="0"/>
                        <a:t>487</a:t>
                      </a:r>
                      <a:endParaRPr lang="zh-CN" altLang="en-US" sz="1900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1049513" name="文本框 7"/>
          <p:cNvSpPr txBox="1"/>
          <p:nvPr/>
        </p:nvSpPr>
        <p:spPr>
          <a:xfrm>
            <a:off x="4372304" y="5156746"/>
            <a:ext cx="4771696" cy="1198880"/>
          </a:xfrm>
          <a:prstGeom prst="rect">
            <a:avLst/>
          </a:prstGeom>
          <a:noFill/>
          <a:ln>
            <a:solidFill>
              <a:schemeClr val="bg2"/>
            </a:solidFill>
          </a:ln>
        </p:spPr>
        <p:txBody>
          <a:bodyPr wrap="square" rtlCol="0" anchor="ctr" anchorCtr="1">
            <a:spAutoFit/>
          </a:bodyPr>
          <a:p>
            <a:pPr>
              <a:spcAft>
                <a:spcPts val="0"/>
              </a:spcAft>
            </a:pPr>
            <a:r>
              <a:rPr lang="zh-CN" altLang="en-US" dirty="0"/>
              <a:t>运行环境：</a:t>
            </a:r>
            <a:br>
              <a:rPr lang="en-US" altLang="zh-CN" dirty="0"/>
            </a:br>
            <a:r>
              <a:rPr lang="en-US" altLang="zh-CN" dirty="0"/>
              <a:t>64</a:t>
            </a:r>
            <a:r>
              <a:rPr lang="zh-CN" altLang="en-US" dirty="0"/>
              <a:t>位</a:t>
            </a:r>
            <a:r>
              <a:rPr lang="en-US" altLang="zh-CN" dirty="0"/>
              <a:t>win10</a:t>
            </a:r>
            <a:br>
              <a:rPr lang="en-US" altLang="zh-CN" dirty="0"/>
            </a:br>
            <a:r>
              <a:rPr lang="en-US" altLang="zh-CN" dirty="0" err="1"/>
              <a:t>cpu</a:t>
            </a:r>
            <a:r>
              <a:rPr lang="en-US" altLang="zh-CN" dirty="0"/>
              <a:t> i7 6600u(2.6GHz),</a:t>
            </a:r>
            <a:br>
              <a:rPr lang="en-US" altLang="zh-CN" dirty="0"/>
            </a:br>
            <a:r>
              <a:rPr lang="en-US" altLang="zh-CN" dirty="0"/>
              <a:t> RAM 8G,l1 128K,l2 512K,l3 4.0M</a:t>
            </a:r>
            <a:endParaRPr lang="zh-CN" altLang="en-US" dirty="0"/>
          </a:p>
        </p:txBody>
      </p:sp>
      <p:sp>
        <p:nvSpPr>
          <p:cNvPr id="1049514" name="文本框 6"/>
          <p:cNvSpPr txBox="1"/>
          <p:nvPr/>
        </p:nvSpPr>
        <p:spPr>
          <a:xfrm>
            <a:off x="315312" y="6329258"/>
            <a:ext cx="5495925" cy="368300"/>
          </a:xfrm>
          <a:prstGeom prst="rect">
            <a:avLst/>
          </a:prstGeom>
          <a:noFill/>
          <a:ln>
            <a:solidFill>
              <a:schemeClr val="bg2"/>
            </a:solidFill>
          </a:ln>
        </p:spPr>
        <p:txBody>
          <a:bodyPr wrap="none" rtlCol="0" anchor="ctr" anchorCtr="1">
            <a:spAutoFit/>
          </a:bodyPr>
          <a:p>
            <a:pPr>
              <a:spcAft>
                <a:spcPts val="0"/>
              </a:spcAft>
            </a:pPr>
            <a:r>
              <a:rPr lang="zh-CN" altLang="en-US" dirty="0">
                <a:solidFill>
                  <a:srgbClr val="FF0000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备注</a:t>
            </a:r>
            <a:r>
              <a:rPr lang="zh-CN" altLang="en-US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：示例引自</a:t>
            </a:r>
            <a:r>
              <a:rPr lang="en-US" altLang="zh-CN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《</a:t>
            </a:r>
            <a:r>
              <a:rPr lang="zh-CN" altLang="en-US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数据结构、算法与应用</a:t>
            </a:r>
            <a:r>
              <a:rPr lang="en-US" altLang="zh-CN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》</a:t>
            </a:r>
            <a:r>
              <a:rPr lang="zh-CN" altLang="en-US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第</a:t>
            </a:r>
            <a:r>
              <a:rPr lang="en-US" altLang="zh-CN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4.5.3</a:t>
            </a:r>
            <a:r>
              <a:rPr lang="zh-CN" altLang="en-US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节</a:t>
            </a:r>
            <a:endParaRPr lang="zh-CN" altLang="en-US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700"/>
    </mc:Choice>
    <mc:Fallback>
      <p:transition/>
    </mc:Fallback>
  </mc:AlternateContent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8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518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pPr>
              <a:spcAft>
                <a:spcPts val="0"/>
              </a:spcAft>
            </a:pPr>
            <a:r>
              <a:rPr lang="zh-CN" altLang="en-US" dirty="0" smtClean="0"/>
              <a:t>总结</a:t>
            </a:r>
            <a:endParaRPr lang="zh-CN" altLang="en-US" dirty="0" smtClean="0"/>
          </a:p>
        </p:txBody>
      </p:sp>
      <p:sp>
        <p:nvSpPr>
          <p:cNvPr id="1049519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pPr>
              <a:spcAft>
                <a:spcPts val="0"/>
              </a:spcAft>
            </a:pPr>
            <a:r>
              <a:rPr lang="zh-CN" altLang="en-US" dirty="0" smtClean="0"/>
              <a:t>评判程序性能的两个标准</a:t>
            </a:r>
            <a:endParaRPr lang="en-US" altLang="zh-CN" dirty="0" smtClean="0"/>
          </a:p>
          <a:p>
            <a:pPr lvl="1">
              <a:spcBef>
                <a:spcPts val="375"/>
              </a:spcBef>
              <a:spcAft>
                <a:spcPts val="0"/>
              </a:spcAft>
            </a:pPr>
            <a:r>
              <a:rPr lang="zh-CN" altLang="en-US" dirty="0" smtClean="0"/>
              <a:t>空间复杂性</a:t>
            </a:r>
            <a:endParaRPr lang="en-US" altLang="zh-CN" dirty="0" smtClean="0"/>
          </a:p>
          <a:p>
            <a:pPr lvl="1">
              <a:spcBef>
                <a:spcPts val="375"/>
              </a:spcBef>
              <a:spcAft>
                <a:spcPts val="0"/>
              </a:spcAft>
            </a:pPr>
            <a:r>
              <a:rPr lang="zh-CN" altLang="en-US" dirty="0" smtClean="0"/>
              <a:t>时间复杂性</a:t>
            </a:r>
            <a:endParaRPr lang="en-US" altLang="zh-CN" dirty="0" smtClean="0"/>
          </a:p>
          <a:p>
            <a:pPr lvl="2">
              <a:spcBef>
                <a:spcPts val="375"/>
              </a:spcBef>
              <a:spcAft>
                <a:spcPts val="0"/>
              </a:spcAft>
            </a:pPr>
            <a:r>
              <a:rPr lang="zh-CN" altLang="en-US" dirty="0" smtClean="0"/>
              <a:t>分析法</a:t>
            </a:r>
            <a:endParaRPr lang="en-US" altLang="zh-CN" dirty="0" smtClean="0"/>
          </a:p>
          <a:p>
            <a:pPr lvl="2">
              <a:spcBef>
                <a:spcPts val="375"/>
              </a:spcBef>
              <a:spcAft>
                <a:spcPts val="0"/>
              </a:spcAft>
            </a:pPr>
            <a:r>
              <a:rPr lang="zh-CN" altLang="en-US" dirty="0" smtClean="0"/>
              <a:t>实验法</a:t>
            </a:r>
            <a:endParaRPr lang="en-US" altLang="zh-CN" dirty="0" smtClean="0"/>
          </a:p>
          <a:p>
            <a:pPr>
              <a:spcBef>
                <a:spcPts val="750"/>
              </a:spcBef>
              <a:spcAft>
                <a:spcPts val="0"/>
              </a:spcAft>
            </a:pPr>
            <a:r>
              <a:rPr lang="zh-CN" altLang="en-US" dirty="0" smtClean="0"/>
              <a:t>思考</a:t>
            </a:r>
            <a:endParaRPr lang="en-US" altLang="zh-CN" dirty="0" smtClean="0"/>
          </a:p>
          <a:p>
            <a:pPr lvl="1">
              <a:spcBef>
                <a:spcPts val="375"/>
              </a:spcBef>
            </a:pPr>
            <a:r>
              <a:rPr lang="zh-CN" altLang="en-US" dirty="0" smtClean="0"/>
              <a:t>如果在</a:t>
            </a:r>
            <a:r>
              <a:rPr lang="zh-CN" altLang="en-US" dirty="0"/>
              <a:t>写完某个程序后发现运行特别慢，必须加以改进，该如何做？</a:t>
            </a:r>
            <a:endParaRPr lang="zh-CN" altLang="en-US" dirty="0"/>
          </a:p>
          <a:p>
            <a:pPr lvl="1"/>
            <a:endParaRPr lang="en-US" altLang="zh-CN" dirty="0" smtClean="0"/>
          </a:p>
        </p:txBody>
      </p:sp>
      <p:sp>
        <p:nvSpPr>
          <p:cNvPr id="1049520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rtl="0">
              <a:spcAft>
                <a:spcPts val="0"/>
              </a:spcAft>
            </a:pPr>
            <a:fld id="{71B7BAC7-FE87-40F6-AA24-4F4685D1B022}" type="slidenum">
              <a:rPr lang="en-US" altLang="zh-CN" noProof="0" smtClean="0"/>
            </a:fld>
            <a:endParaRPr lang="zh-CN" altLang="en-US" noProof="0" dirty="0"/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700"/>
    </mc:Choice>
    <mc:Fallback>
      <p:transition/>
    </mc:Fallback>
  </mc:AlternateContent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8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524" name="矩形 4"/>
          <p:cNvSpPr/>
          <p:nvPr/>
        </p:nvSpPr>
        <p:spPr>
          <a:xfrm>
            <a:off x="3162425" y="2173284"/>
            <a:ext cx="2394585" cy="922020"/>
          </a:xfrm>
          <a:prstGeom prst="rect">
            <a:avLst/>
          </a:prstGeom>
          <a:noFill/>
        </p:spPr>
        <p:txBody>
          <a:bodyPr wrap="none">
            <a:spAutoFit/>
          </a:bodyPr>
          <a:p>
            <a:pPr algn="ctr">
              <a:spcAft>
                <a:spcPts val="0"/>
              </a:spcAft>
            </a:pPr>
            <a:r>
              <a:rPr lang="en-US" altLang="zh-CN" sz="5400" b="1" dirty="0">
                <a:ln w="1905"/>
                <a:solidFill>
                  <a:schemeClr val="accent1">
                    <a:lumMod val="60000"/>
                    <a:lumOff val="40000"/>
                  </a:schemeClr>
                </a:soli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  <a:latin typeface="Arial" panose="020B0604020202020204" pitchFamily="34" charset="0"/>
              </a:rPr>
              <a:t>thanks</a:t>
            </a:r>
            <a:endParaRPr lang="zh-CN" altLang="en-US" sz="5400" b="1" dirty="0">
              <a:ln w="1905"/>
              <a:solidFill>
                <a:schemeClr val="accent1">
                  <a:lumMod val="60000"/>
                  <a:lumOff val="40000"/>
                </a:schemeClr>
              </a:solidFill>
              <a:effectLst>
                <a:innerShdw blurRad="69850" dist="43180" dir="5400000">
                  <a:srgbClr val="000000">
                    <a:alpha val="65000"/>
                  </a:srgbClr>
                </a:innerShdw>
              </a:effectLst>
              <a:latin typeface="Arial" panose="020B0604020202020204" pitchFamily="34" charset="0"/>
            </a:endParaRPr>
          </a:p>
        </p:txBody>
      </p:sp>
      <p:sp>
        <p:nvSpPr>
          <p:cNvPr id="1049525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rtl="0">
              <a:spcAft>
                <a:spcPts val="0"/>
              </a:spcAft>
            </a:pPr>
            <a:fld id="{71B7BAC7-FE87-40F6-AA24-4F4685D1B022}" type="slidenum">
              <a:rPr lang="en-US" smtClean="0"/>
            </a:fld>
            <a:endParaRPr lang="en-US"/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700"/>
    </mc:Choice>
    <mc:Fallback>
      <p:transition/>
    </mc:Fallback>
  </mc:AlternateContent>
</p:sld>
</file>

<file path=ppt/tags/tag1.xml><?xml version="1.0" encoding="utf-8"?>
<p:tagLst xmlns:p="http://schemas.openxmlformats.org/presentationml/2006/main">
  <p:tag name="KSO_WM_TAG_VERSION" val="1.0"/>
  <p:tag name="KSO_WM_BEAUTIFY_FLAG" val="#wm#"/>
  <p:tag name="KSO_WM_UNIT_TYPE" val="i"/>
  <p:tag name="KSO_WM_UNIT_ID" val="special20163155_1*i*0"/>
  <p:tag name="KSO_WM_TEMPLATE_CATEGORY" val="special"/>
  <p:tag name="KSO_WM_TEMPLATE_INDEX" val="20163155"/>
  <p:tag name="KSO_WM_UNIT_INDEX" val="0"/>
</p:tagLst>
</file>

<file path=ppt/tags/tag2.xml><?xml version="1.0" encoding="utf-8"?>
<p:tagLst xmlns:p="http://schemas.openxmlformats.org/presentationml/2006/main">
  <p:tag name="KSO_WM_TAG_VERSION" val="1.0"/>
  <p:tag name="KSO_WM_BEAUTIFY_FLAG" val="#wm#"/>
  <p:tag name="KSO_WM_UNIT_TYPE" val="i"/>
  <p:tag name="KSO_WM_UNIT_ID" val="special20163155_1*i*1"/>
  <p:tag name="KSO_WM_TEMPLATE_CATEGORY" val="special"/>
  <p:tag name="KSO_WM_TEMPLATE_INDEX" val="20163155"/>
  <p:tag name="KSO_WM_UNIT_INDEX" val="1"/>
</p:tagLst>
</file>

<file path=ppt/tags/tag3.xml><?xml version="1.0" encoding="utf-8"?>
<p:tagLst xmlns:p="http://schemas.openxmlformats.org/presentationml/2006/main">
  <p:tag name="KSO_WM_TAG_VERSION" val="1.0"/>
  <p:tag name="KSO_WM_BEAUTIFY_FLAG" val="#wm#"/>
  <p:tag name="KSO_WM_UNIT_TYPE" val="i"/>
  <p:tag name="KSO_WM_UNIT_ID" val="special20163155_1*i*2"/>
  <p:tag name="KSO_WM_TEMPLATE_CATEGORY" val="special"/>
  <p:tag name="KSO_WM_TEMPLATE_INDEX" val="20163155"/>
  <p:tag name="KSO_WM_UNIT_INDEX" val="2"/>
</p:tagLst>
</file>

<file path=ppt/tags/tag4.xml><?xml version="1.0" encoding="utf-8"?>
<p:tagLst xmlns:p="http://schemas.openxmlformats.org/presentationml/2006/main">
  <p:tag name="KSO_WM_TAG_VERSION" val="1.0"/>
  <p:tag name="KSO_WM_BEAUTIFY_FLAG" val="#wm#"/>
  <p:tag name="KSO_WM_UNIT_TYPE" val="i"/>
  <p:tag name="KSO_WM_UNIT_ID" val="special20163155_1*i*3"/>
  <p:tag name="KSO_WM_TEMPLATE_CATEGORY" val="special"/>
  <p:tag name="KSO_WM_TEMPLATE_INDEX" val="20163155"/>
  <p:tag name="KSO_WM_UNIT_INDEX" val="3"/>
</p:tagLst>
</file>

<file path=ppt/tags/tag5.xml><?xml version="1.0" encoding="utf-8"?>
<p:tagLst xmlns:p="http://schemas.openxmlformats.org/presentationml/2006/main">
  <p:tag name="KSO_WM_TAG_VERSION" val="1.0"/>
  <p:tag name="KSO_WM_BEAUTIFY_FLAG" val="#wm#"/>
  <p:tag name="KSO_WM_UNIT_TYPE" val="i"/>
  <p:tag name="KSO_WM_UNIT_ID" val="special20163155_1*i*4"/>
  <p:tag name="KSO_WM_TEMPLATE_CATEGORY" val="special"/>
  <p:tag name="KSO_WM_TEMPLATE_INDEX" val="20163155"/>
  <p:tag name="KSO_WM_UNIT_INDEX" val="4"/>
</p:tagLst>
</file>

<file path=ppt/tags/tag6.xml><?xml version="1.0" encoding="utf-8"?>
<p:tagLst xmlns:p="http://schemas.openxmlformats.org/presentationml/2006/main">
  <p:tag name="KSO_WM_TAG_VERSION" val="1.0"/>
  <p:tag name="KSO_WM_BEAUTIFY_FLAG" val="#wm#"/>
  <p:tag name="KSO_WM_UNIT_TYPE" val="i"/>
  <p:tag name="KSO_WM_UNIT_ID" val="special20163155_1*i*5"/>
  <p:tag name="KSO_WM_TEMPLATE_CATEGORY" val="special"/>
  <p:tag name="KSO_WM_TEMPLATE_INDEX" val="20163155"/>
  <p:tag name="KSO_WM_UNIT_INDEX" val="5"/>
</p:tagLst>
</file>

<file path=ppt/tags/tag7.xml><?xml version="1.0" encoding="utf-8"?>
<p:tagLst xmlns:p="http://schemas.openxmlformats.org/presentationml/2006/main">
  <p:tag name="KSO_WM_TAG_VERSION" val="1.0"/>
  <p:tag name="KSO_WM_BEAUTIFY_FLAG" val="#wm#"/>
  <p:tag name="KSO_WM_UNIT_TYPE" val="i"/>
  <p:tag name="KSO_WM_UNIT_ID" val="special20163155_1*i*6"/>
  <p:tag name="KSO_WM_TEMPLATE_CATEGORY" val="special"/>
  <p:tag name="KSO_WM_TEMPLATE_INDEX" val="20163155"/>
  <p:tag name="KSO_WM_UNIT_INDEX" val="6"/>
</p:tagLst>
</file>

<file path=ppt/tags/tag8.xml><?xml version="1.0" encoding="utf-8"?>
<p:tagLst xmlns:p="http://schemas.openxmlformats.org/presentationml/2006/main">
  <p:tag name="KSO_WM_TAG_VERSION" val="1.0"/>
  <p:tag name="KSO_WM_BEAUTIFY_FLAG" val="#wm#"/>
  <p:tag name="KSO_WM_UNIT_TYPE" val="i"/>
  <p:tag name="KSO_WM_UNIT_ID" val="special20163155_1*i*7"/>
  <p:tag name="KSO_WM_TEMPLATE_CATEGORY" val="special"/>
  <p:tag name="KSO_WM_TEMPLATE_INDEX" val="20163155"/>
  <p:tag name="KSO_WM_UNIT_INDEX" val="7"/>
</p:tagLst>
</file>

<file path=ppt/tags/tag9.xml><?xml version="1.0" encoding="utf-8"?>
<p:tagLst xmlns:p="http://schemas.openxmlformats.org/presentationml/2006/main">
  <p:tag name="KSO_WM_TAG_VERSION" val="1.0"/>
  <p:tag name="KSO_WM_BEAUTIFY_FLAG" val="#wm#"/>
  <p:tag name="KSO_WM_UNIT_TYPE" val="i"/>
  <p:tag name="KSO_WM_UNIT_ID" val="special20163155_1*i*8"/>
  <p:tag name="KSO_WM_TEMPLATE_CATEGORY" val="special"/>
  <p:tag name="KSO_WM_TEMPLATE_INDEX" val="20163155"/>
  <p:tag name="KSO_WM_UNIT_INDEX" val="8"/>
</p:tagLst>
</file>

<file path=ppt/tags/tag10.xml><?xml version="1.0" encoding="utf-8"?>
<p:tagLst xmlns:p="http://schemas.openxmlformats.org/presentationml/2006/main">
  <p:tag name="KSO_WM_TAG_VERSION" val="1.0"/>
  <p:tag name="KSO_WM_BEAUTIFY_FLAG" val="#wm#"/>
  <p:tag name="KSO_WM_UNIT_TYPE" val="i"/>
  <p:tag name="KSO_WM_UNIT_ID" val="special20163155_1*i*9"/>
  <p:tag name="KSO_WM_TEMPLATE_CATEGORY" val="special"/>
  <p:tag name="KSO_WM_TEMPLATE_INDEX" val="20163155"/>
  <p:tag name="KSO_WM_UNIT_INDEX" val="9"/>
</p:tagLst>
</file>

<file path=ppt/tags/tag11.xml><?xml version="1.0" encoding="utf-8"?>
<p:tagLst xmlns:p="http://schemas.openxmlformats.org/presentationml/2006/main">
  <p:tag name="KSO_WM_TAG_VERSION" val="1.0"/>
  <p:tag name="KSO_WM_BEAUTIFY_FLAG" val="#wm#"/>
  <p:tag name="KSO_WM_UNIT_TYPE" val="i"/>
  <p:tag name="KSO_WM_UNIT_ID" val="special20163155_1*i*10"/>
  <p:tag name="KSO_WM_TEMPLATE_CATEGORY" val="special"/>
  <p:tag name="KSO_WM_TEMPLATE_INDEX" val="20163155"/>
  <p:tag name="KSO_WM_UNIT_INDEX" val="10"/>
</p:tagLst>
</file>

<file path=ppt/tags/tag12.xml><?xml version="1.0" encoding="utf-8"?>
<p:tagLst xmlns:p="http://schemas.openxmlformats.org/presentationml/2006/main">
  <p:tag name="KSO_WM_TAG_VERSION" val="1.0"/>
  <p:tag name="KSO_WM_BEAUTIFY_FLAG" val="#wm#"/>
  <p:tag name="KSO_WM_UNIT_TYPE" val="i"/>
  <p:tag name="KSO_WM_UNIT_ID" val="special20163155_1*i*11"/>
  <p:tag name="KSO_WM_TEMPLATE_CATEGORY" val="special"/>
  <p:tag name="KSO_WM_TEMPLATE_INDEX" val="20163155"/>
  <p:tag name="KSO_WM_UNIT_INDEX" val="11"/>
</p:tagLst>
</file>

<file path=ppt/tags/tag13.xml><?xml version="1.0" encoding="utf-8"?>
<p:tagLst xmlns:p="http://schemas.openxmlformats.org/presentationml/2006/main">
  <p:tag name="KSO_WM_TAG_VERSION" val="1.0"/>
  <p:tag name="KSO_WM_BEAUTIFY_FLAG" val="#wm#"/>
  <p:tag name="KSO_WM_UNIT_TYPE" val="i"/>
  <p:tag name="KSO_WM_UNIT_ID" val="special20163155_1*i*12"/>
  <p:tag name="KSO_WM_TEMPLATE_CATEGORY" val="special"/>
  <p:tag name="KSO_WM_TEMPLATE_INDEX" val="20163155"/>
  <p:tag name="KSO_WM_UNIT_INDEX" val="12"/>
</p:tagLst>
</file>

<file path=ppt/tags/tag14.xml><?xml version="1.0" encoding="utf-8"?>
<p:tagLst xmlns:p="http://schemas.openxmlformats.org/presentationml/2006/main">
  <p:tag name="KSO_WM_TAG_VERSION" val="1.0"/>
  <p:tag name="KSO_WM_BEAUTIFY_FLAG" val="#wm#"/>
  <p:tag name="KSO_WM_UNIT_TYPE" val="i"/>
  <p:tag name="KSO_WM_UNIT_ID" val="special20163155_1*i*13"/>
  <p:tag name="KSO_WM_TEMPLATE_CATEGORY" val="special"/>
  <p:tag name="KSO_WM_TEMPLATE_INDEX" val="20163155"/>
  <p:tag name="KSO_WM_UNIT_INDEX" val="13"/>
</p:tagLst>
</file>

<file path=ppt/tags/tag15.xml><?xml version="1.0" encoding="utf-8"?>
<p:tagLst xmlns:p="http://schemas.openxmlformats.org/presentationml/2006/main">
  <p:tag name="KSO_WM_TAG_VERSION" val="1.0"/>
  <p:tag name="KSO_WM_BEAUTIFY_FLAG" val="#wm#"/>
  <p:tag name="KSO_WM_UNIT_TYPE" val="i"/>
  <p:tag name="KSO_WM_UNIT_ID" val="special20163155_3*i*2"/>
  <p:tag name="KSO_WM_TEMPLATE_CATEGORY" val="special"/>
  <p:tag name="KSO_WM_TEMPLATE_INDEX" val="20163155"/>
  <p:tag name="KSO_WM_UNIT_INDEX" val="2"/>
</p:tagLst>
</file>

<file path=ppt/tags/tag16.xml><?xml version="1.0" encoding="utf-8"?>
<p:tagLst xmlns:p="http://schemas.openxmlformats.org/presentationml/2006/main">
  <p:tag name="KSO_WM_TAG_VERSION" val="1.0"/>
  <p:tag name="KSO_WM_BEAUTIFY_FLAG" val="#wm#"/>
  <p:tag name="KSO_WM_UNIT_TYPE" val="i"/>
  <p:tag name="KSO_WM_UNIT_ID" val="special20163155_3*i*3"/>
  <p:tag name="KSO_WM_TEMPLATE_CATEGORY" val="special"/>
  <p:tag name="KSO_WM_TEMPLATE_INDEX" val="20163155"/>
  <p:tag name="KSO_WM_UNIT_INDEX" val="3"/>
</p:tagLst>
</file>

<file path=ppt/tags/tag17.xml><?xml version="1.0" encoding="utf-8"?>
<p:tagLst xmlns:p="http://schemas.openxmlformats.org/presentationml/2006/main">
  <p:tag name="KSO_WM_TAG_VERSION" val="1.0"/>
  <p:tag name="KSO_WM_BEAUTIFY_FLAG" val="#wm#"/>
  <p:tag name="KSO_WM_UNIT_TYPE" val="i"/>
  <p:tag name="KSO_WM_UNIT_ID" val="special20163155_3*i*4"/>
  <p:tag name="KSO_WM_TEMPLATE_CATEGORY" val="special"/>
  <p:tag name="KSO_WM_TEMPLATE_INDEX" val="20163155"/>
  <p:tag name="KSO_WM_UNIT_INDEX" val="4"/>
</p:tagLst>
</file>

<file path=ppt/tags/tag18.xml><?xml version="1.0" encoding="utf-8"?>
<p:tagLst xmlns:p="http://schemas.openxmlformats.org/presentationml/2006/main">
  <p:tag name="KSO_WM_TAG_VERSION" val="1.0"/>
  <p:tag name="KSO_WM_BEAUTIFY_FLAG" val="#wm#"/>
  <p:tag name="KSO_WM_UNIT_TYPE" val="i"/>
  <p:tag name="KSO_WM_UNIT_ID" val="special20163155_3*i*5"/>
  <p:tag name="KSO_WM_TEMPLATE_CATEGORY" val="special"/>
  <p:tag name="KSO_WM_TEMPLATE_INDEX" val="20163155"/>
  <p:tag name="KSO_WM_UNIT_INDEX" val="5"/>
</p:tagLst>
</file>

<file path=ppt/tags/tag19.xml><?xml version="1.0" encoding="utf-8"?>
<p:tagLst xmlns:p="http://schemas.openxmlformats.org/presentationml/2006/main">
  <p:tag name="KSO_WM_TAG_VERSION" val="1.0"/>
  <p:tag name="KSO_WM_BEAUTIFY_FLAG" val="#wm#"/>
  <p:tag name="KSO_WM_UNIT_TYPE" val="i"/>
  <p:tag name="KSO_WM_UNIT_ID" val="special20163155_3*i*7"/>
  <p:tag name="KSO_WM_TEMPLATE_CATEGORY" val="special"/>
  <p:tag name="KSO_WM_TEMPLATE_INDEX" val="20163155"/>
  <p:tag name="KSO_WM_UNIT_INDEX" val="7"/>
</p:tagLst>
</file>

<file path=ppt/tags/tag20.xml><?xml version="1.0" encoding="utf-8"?>
<p:tagLst xmlns:p="http://schemas.openxmlformats.org/presentationml/2006/main">
  <p:tag name="KSO_WM_TAG_VERSION" val="1.0"/>
  <p:tag name="KSO_WM_BEAUTIFY_FLAG" val="#wm#"/>
  <p:tag name="KSO_WM_UNIT_TYPE" val="i"/>
  <p:tag name="KSO_WM_UNIT_ID" val="special20163155_3*i*8"/>
  <p:tag name="KSO_WM_TEMPLATE_CATEGORY" val="special"/>
  <p:tag name="KSO_WM_TEMPLATE_INDEX" val="20163155"/>
  <p:tag name="KSO_WM_UNIT_INDEX" val="8"/>
</p:tagLst>
</file>

<file path=ppt/tags/tag21.xml><?xml version="1.0" encoding="utf-8"?>
<p:tagLst xmlns:p="http://schemas.openxmlformats.org/presentationml/2006/main">
  <p:tag name="KSO_WM_TAG_VERSION" val="1.0"/>
  <p:tag name="KSO_WM_BEAUTIFY_FLAG" val="#wm#"/>
  <p:tag name="KSO_WM_UNIT_TYPE" val="i"/>
  <p:tag name="KSO_WM_UNIT_ID" val="special20163155_3*i*10"/>
  <p:tag name="KSO_WM_TEMPLATE_CATEGORY" val="special"/>
  <p:tag name="KSO_WM_TEMPLATE_INDEX" val="20163155"/>
  <p:tag name="KSO_WM_UNIT_INDEX" val="10"/>
</p:tagLst>
</file>

<file path=ppt/tags/tag22.xml><?xml version="1.0" encoding="utf-8"?>
<p:tagLst xmlns:p="http://schemas.openxmlformats.org/presentationml/2006/main">
  <p:tag name="KSO_WM_TAG_VERSION" val="1.0"/>
  <p:tag name="KSO_WM_BEAUTIFY_FLAG" val="#wm#"/>
  <p:tag name="KSO_WM_UNIT_TYPE" val="i"/>
  <p:tag name="KSO_WM_UNIT_ID" val="special20163155_3*i*11"/>
  <p:tag name="KSO_WM_TEMPLATE_CATEGORY" val="special"/>
  <p:tag name="KSO_WM_TEMPLATE_INDEX" val="20163155"/>
  <p:tag name="KSO_WM_UNIT_INDEX" val="11"/>
</p:tagLst>
</file>

<file path=ppt/tags/tag23.xml><?xml version="1.0" encoding="utf-8"?>
<p:tagLst xmlns:p="http://schemas.openxmlformats.org/presentationml/2006/main">
  <p:tag name="KSO_WM_TAG_VERSION" val="1.0"/>
  <p:tag name="KSO_WM_BEAUTIFY_FLAG" val="#wm#"/>
  <p:tag name="KSO_WM_UNIT_TYPE" val="i"/>
  <p:tag name="KSO_WM_UNIT_ID" val="special20163155_3*i*13"/>
  <p:tag name="KSO_WM_TEMPLATE_CATEGORY" val="special"/>
  <p:tag name="KSO_WM_TEMPLATE_INDEX" val="20163155"/>
  <p:tag name="KSO_WM_UNIT_INDEX" val="13"/>
</p:tagLst>
</file>

<file path=ppt/tags/tag24.xml><?xml version="1.0" encoding="utf-8"?>
<p:tagLst xmlns:p="http://schemas.openxmlformats.org/presentationml/2006/main">
  <p:tag name="KSO_WM_TAG_VERSION" val="1.0"/>
  <p:tag name="KSO_WM_BEAUTIFY_FLAG" val="#wm#"/>
  <p:tag name="KSO_WM_UNIT_TYPE" val="i"/>
  <p:tag name="KSO_WM_UNIT_ID" val="special20163155_3*i*14"/>
  <p:tag name="KSO_WM_TEMPLATE_CATEGORY" val="special"/>
  <p:tag name="KSO_WM_TEMPLATE_INDEX" val="20163155"/>
  <p:tag name="KSO_WM_UNIT_INDEX" val="14"/>
</p:tagLst>
</file>

<file path=ppt/tags/tag25.xml><?xml version="1.0" encoding="utf-8"?>
<p:tagLst xmlns:p="http://schemas.openxmlformats.org/presentationml/2006/main">
  <p:tag name="KSO_WM_TAG_VERSION" val="1.0"/>
  <p:tag name="KSO_WM_BEAUTIFY_FLAG" val="#wm#"/>
  <p:tag name="KSO_WM_UNIT_TYPE" val="i"/>
  <p:tag name="KSO_WM_UNIT_ID" val="special20163155_3*i*3"/>
  <p:tag name="KSO_WM_TEMPLATE_CATEGORY" val="special"/>
  <p:tag name="KSO_WM_TEMPLATE_INDEX" val="20163155"/>
  <p:tag name="KSO_WM_UNIT_INDEX" val="3"/>
</p:tagLst>
</file>

<file path=ppt/tags/tag26.xml><?xml version="1.0" encoding="utf-8"?>
<p:tagLst xmlns:p="http://schemas.openxmlformats.org/presentationml/2006/main">
  <p:tag name="KSO_WM_TAG_VERSION" val="1.0"/>
  <p:tag name="KSO_WM_BEAUTIFY_FLAG" val="#wm#"/>
  <p:tag name="KSO_WM_UNIT_TYPE" val="i"/>
  <p:tag name="KSO_WM_UNIT_ID" val="special20163155_3*i*8"/>
  <p:tag name="KSO_WM_TEMPLATE_CATEGORY" val="special"/>
  <p:tag name="KSO_WM_TEMPLATE_INDEX" val="20163155"/>
  <p:tag name="KSO_WM_UNIT_INDEX" val="8"/>
</p:tagLst>
</file>

<file path=ppt/tags/tag27.xml><?xml version="1.0" encoding="utf-8"?>
<p:tagLst xmlns:p="http://schemas.openxmlformats.org/presentationml/2006/main">
  <p:tag name="KSO_WM_TAG_VERSION" val="1.0"/>
  <p:tag name="KSO_WM_BEAUTIFY_FLAG" val="#wm#"/>
  <p:tag name="KSO_WM_UNIT_TYPE" val="i"/>
  <p:tag name="KSO_WM_UNIT_ID" val="special20163155_3*i*11"/>
  <p:tag name="KSO_WM_TEMPLATE_CATEGORY" val="special"/>
  <p:tag name="KSO_WM_TEMPLATE_INDEX" val="20163155"/>
  <p:tag name="KSO_WM_UNIT_INDEX" val="11"/>
</p:tagLst>
</file>

<file path=ppt/tags/tag28.xml><?xml version="1.0" encoding="utf-8"?>
<p:tagLst xmlns:p="http://schemas.openxmlformats.org/presentationml/2006/main">
  <p:tag name="KSO_WM_TAG_VERSION" val="1.0"/>
  <p:tag name="KSO_WM_BEAUTIFY_FLAG" val="#wm#"/>
  <p:tag name="KSO_WM_UNIT_TYPE" val="i"/>
  <p:tag name="KSO_WM_UNIT_ID" val="special20163155_3*i*14"/>
  <p:tag name="KSO_WM_TEMPLATE_CATEGORY" val="special"/>
  <p:tag name="KSO_WM_TEMPLATE_INDEX" val="20163155"/>
  <p:tag name="KSO_WM_UNIT_INDEX" val="14"/>
</p:tagLst>
</file>

<file path=ppt/tags/tag29.xml><?xml version="1.0" encoding="utf-8"?>
<p:tagLst xmlns:p="http://schemas.openxmlformats.org/presentationml/2006/main">
  <p:tag name="KSO_WM_TAG_VERSION" val="1.0"/>
  <p:tag name="KSO_WM_BEAUTIFY_FLAG" val="#wm#"/>
  <p:tag name="KSO_WM_UNIT_TYPE" val="i"/>
  <p:tag name="KSO_WM_UNIT_ID" val="special20163155_3*i*0"/>
  <p:tag name="KSO_WM_TEMPLATE_CATEGORY" val="special"/>
  <p:tag name="KSO_WM_TEMPLATE_INDEX" val="20163155"/>
  <p:tag name="KSO_WM_UNIT_INDEX" val="0"/>
</p:tagLst>
</file>

<file path=ppt/tags/tag30.xml><?xml version="1.0" encoding="utf-8"?>
<p:tagLst xmlns:p="http://schemas.openxmlformats.org/presentationml/2006/main">
  <p:tag name="KSO_WM_TAG_VERSION" val="1.0"/>
  <p:tag name="KSO_WM_BEAUTIFY_FLAG" val="#wm#"/>
  <p:tag name="KSO_WM_UNIT_TYPE" val="i"/>
  <p:tag name="KSO_WM_UNIT_ID" val="special20163155_1*i*0"/>
  <p:tag name="KSO_WM_TEMPLATE_CATEGORY" val="special"/>
  <p:tag name="KSO_WM_TEMPLATE_INDEX" val="20163155"/>
  <p:tag name="KSO_WM_UNIT_INDEX" val="0"/>
</p:tagLst>
</file>

<file path=ppt/tags/tag31.xml><?xml version="1.0" encoding="utf-8"?>
<p:tagLst xmlns:p="http://schemas.openxmlformats.org/presentationml/2006/main">
  <p:tag name="KSO_WM_TAG_VERSION" val="1.0"/>
  <p:tag name="KSO_WM_BEAUTIFY_FLAG" val="#wm#"/>
  <p:tag name="KSO_WM_UNIT_TYPE" val="i"/>
  <p:tag name="KSO_WM_UNIT_ID" val="special20163155_1*i*1"/>
  <p:tag name="KSO_WM_TEMPLATE_CATEGORY" val="special"/>
  <p:tag name="KSO_WM_TEMPLATE_INDEX" val="20163155"/>
  <p:tag name="KSO_WM_UNIT_INDEX" val="1"/>
</p:tagLst>
</file>

<file path=ppt/tags/tag32.xml><?xml version="1.0" encoding="utf-8"?>
<p:tagLst xmlns:p="http://schemas.openxmlformats.org/presentationml/2006/main">
  <p:tag name="KSO_WM_TAG_VERSION" val="1.0"/>
  <p:tag name="KSO_WM_BEAUTIFY_FLAG" val="#wm#"/>
  <p:tag name="KSO_WM_UNIT_TYPE" val="i"/>
  <p:tag name="KSO_WM_UNIT_ID" val="special20163155_1*i*2"/>
  <p:tag name="KSO_WM_TEMPLATE_CATEGORY" val="special"/>
  <p:tag name="KSO_WM_TEMPLATE_INDEX" val="20163155"/>
  <p:tag name="KSO_WM_UNIT_INDEX" val="2"/>
</p:tagLst>
</file>

<file path=ppt/tags/tag33.xml><?xml version="1.0" encoding="utf-8"?>
<p:tagLst xmlns:p="http://schemas.openxmlformats.org/presentationml/2006/main">
  <p:tag name="KSO_WM_TAG_VERSION" val="1.0"/>
  <p:tag name="KSO_WM_BEAUTIFY_FLAG" val="#wm#"/>
  <p:tag name="KSO_WM_UNIT_TYPE" val="i"/>
  <p:tag name="KSO_WM_UNIT_ID" val="special20163155_1*i*4"/>
  <p:tag name="KSO_WM_TEMPLATE_CATEGORY" val="special"/>
  <p:tag name="KSO_WM_TEMPLATE_INDEX" val="20163155"/>
  <p:tag name="KSO_WM_UNIT_INDEX" val="4"/>
</p:tagLst>
</file>

<file path=ppt/tags/tag34.xml><?xml version="1.0" encoding="utf-8"?>
<p:tagLst xmlns:p="http://schemas.openxmlformats.org/presentationml/2006/main">
  <p:tag name="KSO_WM_TAG_VERSION" val="1.0"/>
  <p:tag name="KSO_WM_BEAUTIFY_FLAG" val="#wm#"/>
  <p:tag name="KSO_WM_UNIT_TYPE" val="i"/>
  <p:tag name="KSO_WM_UNIT_ID" val="special20163155_1*i*5"/>
  <p:tag name="KSO_WM_TEMPLATE_CATEGORY" val="special"/>
  <p:tag name="KSO_WM_TEMPLATE_INDEX" val="20163155"/>
  <p:tag name="KSO_WM_UNIT_INDEX" val="5"/>
</p:tagLst>
</file>

<file path=ppt/tags/tag35.xml><?xml version="1.0" encoding="utf-8"?>
<p:tagLst xmlns:p="http://schemas.openxmlformats.org/presentationml/2006/main">
  <p:tag name="KSO_WM_TAG_VERSION" val="1.0"/>
  <p:tag name="KSO_WM_BEAUTIFY_FLAG" val="#wm#"/>
  <p:tag name="KSO_WM_UNIT_TYPE" val="i"/>
  <p:tag name="KSO_WM_UNIT_ID" val="special20163155_1*i*6"/>
  <p:tag name="KSO_WM_TEMPLATE_CATEGORY" val="special"/>
  <p:tag name="KSO_WM_TEMPLATE_INDEX" val="20163155"/>
  <p:tag name="KSO_WM_UNIT_INDEX" val="6"/>
</p:tagLst>
</file>

<file path=ppt/tags/tag36.xml><?xml version="1.0" encoding="utf-8"?>
<p:tagLst xmlns:p="http://schemas.openxmlformats.org/presentationml/2006/main">
  <p:tag name="KSO_WM_TAG_VERSION" val="1.0"/>
  <p:tag name="KSO_WM_BEAUTIFY_FLAG" val="#wm#"/>
  <p:tag name="KSO_WM_UNIT_TYPE" val="i"/>
  <p:tag name="KSO_WM_UNIT_ID" val="special20163155_1*i*7"/>
  <p:tag name="KSO_WM_TEMPLATE_CATEGORY" val="special"/>
  <p:tag name="KSO_WM_TEMPLATE_INDEX" val="20163155"/>
  <p:tag name="KSO_WM_UNIT_INDEX" val="7"/>
</p:tagLst>
</file>

<file path=ppt/tags/tag37.xml><?xml version="1.0" encoding="utf-8"?>
<p:tagLst xmlns:p="http://schemas.openxmlformats.org/presentationml/2006/main">
  <p:tag name="KSO_WM_TAG_VERSION" val="1.0"/>
  <p:tag name="KSO_WM_BEAUTIFY_FLAG" val="#wm#"/>
  <p:tag name="KSO_WM_UNIT_TYPE" val="i"/>
  <p:tag name="KSO_WM_UNIT_ID" val="special20163155_1*i*8"/>
  <p:tag name="KSO_WM_TEMPLATE_CATEGORY" val="special"/>
  <p:tag name="KSO_WM_TEMPLATE_INDEX" val="20163155"/>
  <p:tag name="KSO_WM_UNIT_INDEX" val="8"/>
</p:tagLst>
</file>

<file path=ppt/tags/tag38.xml><?xml version="1.0" encoding="utf-8"?>
<p:tagLst xmlns:p="http://schemas.openxmlformats.org/presentationml/2006/main">
  <p:tag name="KSO_WM_TAG_VERSION" val="1.0"/>
  <p:tag name="KSO_WM_BEAUTIFY_FLAG" val="#wm#"/>
  <p:tag name="KSO_WM_UNIT_TYPE" val="i"/>
  <p:tag name="KSO_WM_UNIT_ID" val="special20163155_1*i*9"/>
  <p:tag name="KSO_WM_TEMPLATE_CATEGORY" val="special"/>
  <p:tag name="KSO_WM_TEMPLATE_INDEX" val="20163155"/>
  <p:tag name="KSO_WM_UNIT_INDEX" val="9"/>
</p:tagLst>
</file>

<file path=ppt/tags/tag39.xml><?xml version="1.0" encoding="utf-8"?>
<p:tagLst xmlns:p="http://schemas.openxmlformats.org/presentationml/2006/main">
  <p:tag name="KSO_WM_TAG_VERSION" val="1.0"/>
  <p:tag name="KSO_WM_BEAUTIFY_FLAG" val="#wm#"/>
  <p:tag name="KSO_WM_UNIT_TYPE" val="i"/>
  <p:tag name="KSO_WM_UNIT_ID" val="special20163155_1*i*10"/>
  <p:tag name="KSO_WM_TEMPLATE_CATEGORY" val="special"/>
  <p:tag name="KSO_WM_TEMPLATE_INDEX" val="20163155"/>
  <p:tag name="KSO_WM_UNIT_INDEX" val="10"/>
</p:tagLst>
</file>

<file path=ppt/tags/tag40.xml><?xml version="1.0" encoding="utf-8"?>
<p:tagLst xmlns:p="http://schemas.openxmlformats.org/presentationml/2006/main">
  <p:tag name="KSO_WM_TAG_VERSION" val="1.0"/>
  <p:tag name="KSO_WM_BEAUTIFY_FLAG" val="#wm#"/>
  <p:tag name="KSO_WM_UNIT_TYPE" val="i"/>
  <p:tag name="KSO_WM_UNIT_ID" val="special20163155_1*i*12"/>
  <p:tag name="KSO_WM_TEMPLATE_CATEGORY" val="special"/>
  <p:tag name="KSO_WM_TEMPLATE_INDEX" val="20163155"/>
  <p:tag name="KSO_WM_UNIT_INDEX" val="12"/>
</p:tagLst>
</file>

<file path=ppt/tags/tag41.xml><?xml version="1.0" encoding="utf-8"?>
<p:tagLst xmlns:p="http://schemas.openxmlformats.org/presentationml/2006/main">
  <p:tag name="KSO_WM_TAG_VERSION" val="1.0"/>
  <p:tag name="KSO_WM_BEAUTIFY_FLAG" val="#wm#"/>
  <p:tag name="KSO_WM_UNIT_TYPE" val="i"/>
  <p:tag name="KSO_WM_UNIT_ID" val="special20163155_1*i*13"/>
  <p:tag name="KSO_WM_TEMPLATE_CATEGORY" val="special"/>
  <p:tag name="KSO_WM_TEMPLATE_INDEX" val="20163155"/>
  <p:tag name="KSO_WM_UNIT_INDEX" val="13"/>
</p:tagLst>
</file>

<file path=ppt/tags/tag42.xml><?xml version="1.0" encoding="utf-8"?>
<p:tagLst xmlns:p="http://schemas.openxmlformats.org/presentationml/2006/main">
  <p:tag name="KSO_WM_TAG_VERSION" val="1.0"/>
  <p:tag name="KSO_WM_TEMPLATE_CATEGORY" val="basetag"/>
  <p:tag name="KSO_WM_TEMPLATE_INDEX" val="20164241"/>
</p:tagLst>
</file>

<file path=ppt/tags/tag43.xml><?xml version="1.0" encoding="utf-8"?>
<p:tagLst xmlns:p="http://schemas.openxmlformats.org/presentationml/2006/main">
  <p:tag name="KSO_WM_TAG_VERSION" val="1.0"/>
  <p:tag name="KSO_WM_TEMPLATE_CATEGORY" val="basetag"/>
  <p:tag name="KSO_WM_TEMPLATE_INDEX" val="20164241"/>
</p:tagLst>
</file>

<file path=ppt/tags/tag44.xml><?xml version="1.0" encoding="utf-8"?>
<p:tagLst xmlns:p="http://schemas.openxmlformats.org/presentationml/2006/main">
  <p:tag name="KSO_WM_TEMPLATE_CATEGORY" val="basetag"/>
  <p:tag name="KSO_WM_TEMPLATE_INDEX" val="20164241"/>
  <p:tag name="KSO_WM_TAG_VERSION" val="1.0"/>
  <p:tag name="KSO_WM_TEMPLATE_THUMBS_INDEX" val="1、6、7、8、11、18、19、21、22、23、28、30、31、32、34"/>
  <p:tag name="KSO_WM_BEAUTIFY_FLAG" val="#wm#"/>
</p:tagLst>
</file>

<file path=ppt/tags/tag45.xml><?xml version="1.0" encoding="utf-8"?>
<p:tagLst xmlns:p="http://schemas.openxmlformats.org/presentationml/2006/main">
  <p:tag name="KSO_WM_TAG_VERSION" val="1.0"/>
  <p:tag name="KSO_WM_TEMPLATE_CATEGORY" val="custom"/>
  <p:tag name="KSO_WM_TEMPLATE_INDEX" val="20186841"/>
</p:tagLst>
</file>

<file path=ppt/tags/tag46.xml><?xml version="1.0" encoding="utf-8"?>
<p:tagLst xmlns:p="http://schemas.openxmlformats.org/presentationml/2006/main">
  <p:tag name="KSO_WM_TAG_VERSION" val="1.0"/>
  <p:tag name="KSO_WM_TEMPLATE_CATEGORY" val="custom"/>
  <p:tag name="KSO_WM_TEMPLATE_INDEX" val="20186841"/>
</p:tagLst>
</file>

<file path=ppt/tags/tag47.xml><?xml version="1.0" encoding="utf-8"?>
<p:tagLst xmlns:p="http://schemas.openxmlformats.org/presentationml/2006/main">
  <p:tag name="KSO_WM_TEMPLATE_CATEGORY" val="custom"/>
  <p:tag name="KSO_WM_TEMPLATE_INDEX" val="20186841"/>
  <p:tag name="KSO_WM_TAG_VERSION" val="1.0"/>
  <p:tag name="KSO_WM_TEMPLATE_THUMBS_INDEX" val="1、6、10、16、19、20、23"/>
  <p:tag name="KSO_WM_BEAUTIFY_FLAG" val="#wm#"/>
</p:tagLst>
</file>

<file path=ppt/tags/tag48.xml><?xml version="1.0" encoding="utf-8"?>
<p:tagLst xmlns:p="http://schemas.openxmlformats.org/presentationml/2006/main">
  <p:tag name="KSO_WM_TEMPLATE_CATEGORY" val="custom"/>
  <p:tag name="KSO_WM_TEMPLATE_INDEX" val="20186841"/>
  <p:tag name="KSO_WM_UNIT_TYPE" val="a"/>
  <p:tag name="KSO_WM_UNIT_INDEX" val="1"/>
  <p:tag name="KSO_WM_UNIT_ID" val="custom20186841_1*a*1"/>
  <p:tag name="KSO_WM_UNIT_LAYERLEVEL" val="1"/>
  <p:tag name="KSO_WM_UNIT_VALUE" val="11"/>
  <p:tag name="KSO_WM_UNIT_ISCONTENTSTITLE" val="0"/>
  <p:tag name="KSO_WM_UNIT_HIGHLIGHT" val="0"/>
  <p:tag name="KSO_WM_UNIT_COMPATIBLE" val="0"/>
  <p:tag name="KSO_WM_UNIT_CLEAR" val="0"/>
  <p:tag name="KSO_WM_BEAUTIFY_FLAG" val="#wm#"/>
  <p:tag name="KSO_WM_TAG_VERSION" val="1.0"/>
  <p:tag name="KSO_WM_UNIT_PRESET_TEXT" val="红色欧美商务模板"/>
</p:tagLst>
</file>

<file path=ppt/tags/tag49.xml><?xml version="1.0" encoding="utf-8"?>
<p:tagLst xmlns:p="http://schemas.openxmlformats.org/presentationml/2006/main">
  <p:tag name="KSO_WM_TEMPLATE_CATEGORY" val="custom"/>
  <p:tag name="KSO_WM_TEMPLATE_INDEX" val="20186841"/>
  <p:tag name="KSO_WM_UNIT_TYPE" val="b"/>
  <p:tag name="KSO_WM_UNIT_INDEX" val="1"/>
  <p:tag name="KSO_WM_UNIT_ID" val="custom20186841_1*b*1"/>
  <p:tag name="KSO_WM_UNIT_LAYERLEVEL" val="1"/>
  <p:tag name="KSO_WM_UNIT_VALUE" val="111"/>
  <p:tag name="KSO_WM_UNIT_ISCONTENTSTITLE" val="0"/>
  <p:tag name="KSO_WM_UNIT_HIGHLIGHT" val="0"/>
  <p:tag name="KSO_WM_UNIT_COMPATIBLE" val="0"/>
  <p:tag name="KSO_WM_UNIT_CLEAR" val="0"/>
  <p:tag name="KSO_WM_BEAUTIFY_FLAG" val="#wm#"/>
  <p:tag name="KSO_WM_TAG_VERSION" val="1.0"/>
  <p:tag name="KSO_WM_UNIT_PRESET_TEXT" val="Lorem ipsum dolor sit amet, consectetur adipisicing elit."/>
</p:tagLst>
</file>

<file path=ppt/tags/tag50.xml><?xml version="1.0" encoding="utf-8"?>
<p:tagLst xmlns:p="http://schemas.openxmlformats.org/presentationml/2006/main">
  <p:tag name="KSO_WM_TEMPLATE_CATEGORY" val="custom"/>
  <p:tag name="KSO_WM_TEMPLATE_INDEX" val="20186841"/>
  <p:tag name="KSO_WM_TAG_VERSION" val="1.0"/>
  <p:tag name="KSO_WM_SLIDE_ID" val="custom20186841_1"/>
  <p:tag name="KSO_WM_SLIDE_INDEX" val="1"/>
  <p:tag name="KSO_WM_SLIDE_ITEM_CNT" val="2"/>
  <p:tag name="KSO_WM_SLIDE_LAYOUT" val="a_b_c"/>
  <p:tag name="KSO_WM_SLIDE_LAYOUT_CNT" val="1_1_1"/>
  <p:tag name="KSO_WM_SLIDE_TYPE" val="title"/>
  <p:tag name="KSO_WM_TEMPLATE_THUMBS_INDEX" val="1、6、10、16、19、20、23、"/>
  <p:tag name="KSO_WM_BEAUTIFY_FLAG" val="#wm#"/>
  <p:tag name="KSO_WM_SLIDE_SUBTYPE" val="pureTxt"/>
  <p:tag name="KSO_WM_SPECIAL_SOURCE" val="bdnull"/>
</p:tagLst>
</file>

<file path=ppt/tags/tag51.xml><?xml version="1.0" encoding="utf-8"?>
<p:tagLst xmlns:p="http://schemas.openxmlformats.org/presentationml/2006/main">
  <p:tag name="KSO_WM_TEMPLATE_CATEGORY" val="custom"/>
  <p:tag name="KSO_WM_TEMPLATE_INDEX" val="20186841"/>
  <p:tag name="KSO_WM_SPECIAL_SOURCE" val="bdnull"/>
</p:tagLst>
</file>

<file path=ppt/tags/tag52.xml><?xml version="1.0" encoding="utf-8"?>
<p:tagLst xmlns:p="http://schemas.openxmlformats.org/presentationml/2006/main">
  <p:tag name="KSO_WM_TEMPLATE_CATEGORY" val="basetag"/>
  <p:tag name="KSO_WM_TEMPLATE_INDEX" val="20164241"/>
  <p:tag name="KSO_WM_SPECIAL_SOURCE" val="bdnull"/>
</p:tagLst>
</file>

<file path=ppt/tags/tag53.xml><?xml version="1.0" encoding="utf-8"?>
<p:tagLst xmlns:p="http://schemas.openxmlformats.org/presentationml/2006/main">
  <p:tag name="KSO_WM_TEMPLATE_CATEGORY" val="basetag"/>
  <p:tag name="KSO_WM_TEMPLATE_INDEX" val="20164241"/>
  <p:tag name="KSO_WM_SPECIAL_SOURCE" val="bdnull"/>
</p:tagLst>
</file>

<file path=ppt/tags/tag54.xml><?xml version="1.0" encoding="utf-8"?>
<p:tagLst xmlns:p="http://schemas.openxmlformats.org/presentationml/2006/main">
  <p:tag name="KSO_WM_UNIT_PLACING_PICTURE_USER_VIEWPORT" val="{&quot;height&quot;:10800,&quot;width&quot;:9958}"/>
</p:tagLst>
</file>

<file path=ppt/tags/tag55.xml><?xml version="1.0" encoding="utf-8"?>
<p:tagLst xmlns:p="http://schemas.openxmlformats.org/presentationml/2006/main">
  <p:tag name="KSO_WM_TEMPLATE_CATEGORY" val="basetag"/>
  <p:tag name="KSO_WM_TEMPLATE_INDEX" val="20164241"/>
  <p:tag name="KSO_WM_SPECIAL_SOURCE" val="bdnull"/>
</p:tagLst>
</file>

<file path=ppt/tags/tag56.xml><?xml version="1.0" encoding="utf-8"?>
<p:tagLst xmlns:p="http://schemas.openxmlformats.org/presentationml/2006/main">
  <p:tag name="KSO_WM_TEMPLATE_CATEGORY" val="basetag"/>
  <p:tag name="KSO_WM_TEMPLATE_INDEX" val="20164241"/>
  <p:tag name="KSO_WM_SPECIAL_SOURCE" val="bdnull"/>
</p:tagLst>
</file>

<file path=ppt/tags/tag57.xml><?xml version="1.0" encoding="utf-8"?>
<p:tagLst xmlns:p="http://schemas.openxmlformats.org/presentationml/2006/main">
  <p:tag name="KSO_WM_TEMPLATE_CATEGORY" val="basetag"/>
  <p:tag name="KSO_WM_TEMPLATE_INDEX" val="20164241"/>
  <p:tag name="KSO_WM_SPECIAL_SOURCE" val="bdnull"/>
</p:tagLst>
</file>

<file path=ppt/tags/tag58.xml><?xml version="1.0" encoding="utf-8"?>
<p:tagLst xmlns:p="http://schemas.openxmlformats.org/presentationml/2006/main">
  <p:tag name="KSO_WM_TEMPLATE_CATEGORY" val="basetag"/>
  <p:tag name="KSO_WM_TEMPLATE_INDEX" val="20164241"/>
  <p:tag name="KSO_WM_SPECIAL_SOURCE" val="bdnull"/>
</p:tagLst>
</file>

<file path=ppt/tags/tag59.xml><?xml version="1.0" encoding="utf-8"?>
<p:tagLst xmlns:p="http://schemas.openxmlformats.org/presentationml/2006/main">
  <p:tag name="KSO_WM_TEMPLATE_CATEGORY" val="basetag"/>
  <p:tag name="KSO_WM_TEMPLATE_INDEX" val="20164241"/>
  <p:tag name="KSO_WM_SPECIAL_SOURCE" val="bdnull"/>
</p:tagLst>
</file>

<file path=ppt/tags/tag60.xml><?xml version="1.0" encoding="utf-8"?>
<p:tagLst xmlns:p="http://schemas.openxmlformats.org/presentationml/2006/main">
  <p:tag name="KSO_WM_TEMPLATE_CATEGORY" val="basetag"/>
  <p:tag name="KSO_WM_TEMPLATE_INDEX" val="20164241"/>
  <p:tag name="KSO_WM_SPECIAL_SOURCE" val="bdnull"/>
</p:tagLst>
</file>

<file path=ppt/tags/tag61.xml><?xml version="1.0" encoding="utf-8"?>
<p:tagLst xmlns:p="http://schemas.openxmlformats.org/presentationml/2006/main">
  <p:tag name="KSO_WM_TEMPLATE_CATEGORY" val="basetag"/>
  <p:tag name="KSO_WM_TEMPLATE_INDEX" val="20164241"/>
  <p:tag name="KSO_WM_SPECIAL_SOURCE" val="bdnull"/>
</p:tagLst>
</file>

<file path=ppt/tags/tag62.xml><?xml version="1.0" encoding="utf-8"?>
<p:tagLst xmlns:p="http://schemas.openxmlformats.org/presentationml/2006/main">
  <p:tag name="KSO_WM_TEMPLATE_CATEGORY" val="basetag"/>
  <p:tag name="KSO_WM_TEMPLATE_INDEX" val="20164241"/>
  <p:tag name="KSO_WM_SPECIAL_SOURCE" val="bdnull"/>
</p:tagLst>
</file>

<file path=ppt/tags/tag63.xml><?xml version="1.0" encoding="utf-8"?>
<p:tagLst xmlns:p="http://schemas.openxmlformats.org/presentationml/2006/main">
  <p:tag name="KSO_WM_TEMPLATE_CATEGORY" val="basetag"/>
  <p:tag name="KSO_WM_TEMPLATE_INDEX" val="20164241"/>
  <p:tag name="KSO_WM_SPECIAL_SOURCE" val="bdnull"/>
</p:tagLst>
</file>

<file path=ppt/tags/tag64.xml><?xml version="1.0" encoding="utf-8"?>
<p:tagLst xmlns:p="http://schemas.openxmlformats.org/presentationml/2006/main">
  <p:tag name="KSO_WM_TEMPLATE_CATEGORY" val="basetag"/>
  <p:tag name="KSO_WM_TEMPLATE_INDEX" val="20164241"/>
  <p:tag name="KSO_WM_SPECIAL_SOURCE" val="bdnull"/>
</p:tagLst>
</file>

<file path=ppt/tags/tag65.xml><?xml version="1.0" encoding="utf-8"?>
<p:tagLst xmlns:p="http://schemas.openxmlformats.org/presentationml/2006/main">
  <p:tag name="KSO_WM_TEMPLATE_CATEGORY" val="basetag"/>
  <p:tag name="KSO_WM_TEMPLATE_INDEX" val="20164241"/>
  <p:tag name="KSO_WM_SPECIAL_SOURCE" val="bdnull"/>
</p:tagLst>
</file>

<file path=ppt/tags/tag66.xml><?xml version="1.0" encoding="utf-8"?>
<p:tagLst xmlns:p="http://schemas.openxmlformats.org/presentationml/2006/main">
  <p:tag name="KSO_WM_TEMPLATE_CATEGORY" val="basetag"/>
  <p:tag name="KSO_WM_TEMPLATE_INDEX" val="20164241"/>
  <p:tag name="KSO_WM_SPECIAL_SOURCE" val="bdnull"/>
</p:tagLst>
</file>

<file path=ppt/tags/tag67.xml><?xml version="1.0" encoding="utf-8"?>
<p:tagLst xmlns:p="http://schemas.openxmlformats.org/presentationml/2006/main">
  <p:tag name="KSO_WM_TEMPLATE_CATEGORY" val="basetag"/>
  <p:tag name="KSO_WM_TEMPLATE_INDEX" val="20164241"/>
  <p:tag name="KSO_WM_SPECIAL_SOURCE" val="bdnull"/>
</p:tagLst>
</file>

<file path=ppt/tags/tag68.xml><?xml version="1.0" encoding="utf-8"?>
<p:tagLst xmlns:p="http://schemas.openxmlformats.org/presentationml/2006/main">
  <p:tag name="KSO_WM_TEMPLATE_CATEGORY" val="basetag"/>
  <p:tag name="KSO_WM_TEMPLATE_INDEX" val="20164241"/>
  <p:tag name="KSO_WM_SPECIAL_SOURCE" val="bdnull"/>
</p:tagLst>
</file>

<file path=ppt/tags/tag69.xml><?xml version="1.0" encoding="utf-8"?>
<p:tagLst xmlns:p="http://schemas.openxmlformats.org/presentationml/2006/main">
  <p:tag name="KSO_WM_TEMPLATE_CATEGORY" val="basetag"/>
  <p:tag name="KSO_WM_TEMPLATE_INDEX" val="20164241"/>
  <p:tag name="KSO_WM_SPECIAL_SOURCE" val="bdnull"/>
</p:tagLst>
</file>

<file path=ppt/tags/tag70.xml><?xml version="1.0" encoding="utf-8"?>
<p:tagLst xmlns:p="http://schemas.openxmlformats.org/presentationml/2006/main">
  <p:tag name="KSO_WM_TEMPLATE_CATEGORY" val="basetag"/>
  <p:tag name="KSO_WM_TEMPLATE_INDEX" val="20164241"/>
  <p:tag name="KSO_WM_SPECIAL_SOURCE" val="bdnull"/>
</p:tagLst>
</file>

<file path=ppt/tags/tag71.xml><?xml version="1.0" encoding="utf-8"?>
<p:tagLst xmlns:p="http://schemas.openxmlformats.org/presentationml/2006/main">
  <p:tag name="KSO_WM_TEMPLATE_CATEGORY" val="basetag"/>
  <p:tag name="KSO_WM_TEMPLATE_INDEX" val="20164241"/>
  <p:tag name="KSO_WM_SPECIAL_SOURCE" val="bdnull"/>
</p:tagLst>
</file>

<file path=ppt/tags/tag72.xml><?xml version="1.0" encoding="utf-8"?>
<p:tagLst xmlns:p="http://schemas.openxmlformats.org/presentationml/2006/main">
  <p:tag name="KSO_WM_TEMPLATE_CATEGORY" val="basetag"/>
  <p:tag name="KSO_WM_TEMPLATE_INDEX" val="20164241"/>
  <p:tag name="KSO_WM_SPECIAL_SOURCE" val="bdnull"/>
</p:tagLst>
</file>

<file path=ppt/tags/tag73.xml><?xml version="1.0" encoding="utf-8"?>
<p:tagLst xmlns:p="http://schemas.openxmlformats.org/presentationml/2006/main">
  <p:tag name="KSO_WM_TEMPLATE_CATEGORY" val="basetag"/>
  <p:tag name="KSO_WM_TEMPLATE_INDEX" val="20164241"/>
  <p:tag name="KSO_WM_SPECIAL_SOURCE" val="bdnull"/>
</p:tagLst>
</file>

<file path=ppt/tags/tag74.xml><?xml version="1.0" encoding="utf-8"?>
<p:tagLst xmlns:p="http://schemas.openxmlformats.org/presentationml/2006/main">
  <p:tag name="KSO_WM_TEMPLATE_CATEGORY" val="basetag"/>
  <p:tag name="KSO_WM_TEMPLATE_INDEX" val="20164241"/>
  <p:tag name="KSO_WM_SPECIAL_SOURCE" val="bdnull"/>
</p:tagLst>
</file>

<file path=ppt/tags/tag75.xml><?xml version="1.0" encoding="utf-8"?>
<p:tagLst xmlns:p="http://schemas.openxmlformats.org/presentationml/2006/main">
  <p:tag name="KSO_WM_TEMPLATE_CATEGORY" val="basetag"/>
  <p:tag name="KSO_WM_TEMPLATE_INDEX" val="20164241"/>
  <p:tag name="KSO_WM_SPECIAL_SOURCE" val="bdnull"/>
</p:tagLst>
</file>

<file path=ppt/tags/tag76.xml><?xml version="1.0" encoding="utf-8"?>
<p:tagLst xmlns:p="http://schemas.openxmlformats.org/presentationml/2006/main">
  <p:tag name="KSO_WM_TEMPLATE_CATEGORY" val="basetag"/>
  <p:tag name="KSO_WM_TEMPLATE_INDEX" val="20164241"/>
  <p:tag name="KSO_WM_SPECIAL_SOURCE" val="bdnull"/>
</p:tagLst>
</file>

<file path=ppt/tags/tag77.xml><?xml version="1.0" encoding="utf-8"?>
<p:tagLst xmlns:p="http://schemas.openxmlformats.org/presentationml/2006/main">
  <p:tag name="KSO_WM_TEMPLATE_CATEGORY" val="basetag"/>
  <p:tag name="KSO_WM_TEMPLATE_INDEX" val="20164241"/>
  <p:tag name="KSO_WM_SPECIAL_SOURCE" val="bdnull"/>
</p:tagLst>
</file>

<file path=ppt/tags/tag78.xml><?xml version="1.0" encoding="utf-8"?>
<p:tagLst xmlns:p="http://schemas.openxmlformats.org/presentationml/2006/main">
  <p:tag name="KSO_WM_TEMPLATE_CATEGORY" val="basetag"/>
  <p:tag name="KSO_WM_TEMPLATE_INDEX" val="20164241"/>
  <p:tag name="KSO_WM_SPECIAL_SOURCE" val="bdnull"/>
</p:tagLst>
</file>

<file path=ppt/tags/tag79.xml><?xml version="1.0" encoding="utf-8"?>
<p:tagLst xmlns:p="http://schemas.openxmlformats.org/presentationml/2006/main">
  <p:tag name="KSO_WM_BEAUTIFY_FLAG" val="#wm#"/>
  <p:tag name="KSO_WM_TEMPLATE_CATEGORY" val="basetag"/>
  <p:tag name="KSO_WM_TEMPLATE_INDEX" val="20164241"/>
  <p:tag name="KSO_WM_SPECIAL_SOURCE" val="bdnull"/>
</p:tagLst>
</file>

<file path=ppt/tags/tag80.xml><?xml version="1.0" encoding="utf-8"?>
<p:tagLst xmlns:p="http://schemas.openxmlformats.org/presentationml/2006/main">
  <p:tag name="KSO_WM_TEMPLATE_CATEGORY" val="basetag"/>
  <p:tag name="KSO_WM_TEMPLATE_INDEX" val="20164241"/>
  <p:tag name="KSO_WM_SPECIAL_SOURCE" val="bdnull"/>
</p:tagLst>
</file>

<file path=ppt/tags/tag81.xml><?xml version="1.0" encoding="utf-8"?>
<p:tagLst xmlns:p="http://schemas.openxmlformats.org/presentationml/2006/main">
  <p:tag name="KSO_WM_TEMPLATE_CATEGORY" val="basetag"/>
  <p:tag name="KSO_WM_TEMPLATE_INDEX" val="20164241"/>
  <p:tag name="KSO_WM_SPECIAL_SOURCE" val="bdnull"/>
</p:tagLst>
</file>

<file path=ppt/tags/tag82.xml><?xml version="1.0" encoding="utf-8"?>
<p:tagLst xmlns:p="http://schemas.openxmlformats.org/presentationml/2006/main">
  <p:tag name="KSO_WM_TEMPLATE_CATEGORY" val="basetag"/>
  <p:tag name="KSO_WM_TEMPLATE_INDEX" val="20164241"/>
  <p:tag name="KSO_WM_SPECIAL_SOURCE" val="bdnull"/>
</p:tagLst>
</file>

<file path=ppt/tags/tag83.xml><?xml version="1.0" encoding="utf-8"?>
<p:tagLst xmlns:p="http://schemas.openxmlformats.org/presentationml/2006/main">
  <p:tag name="KSO_WM_TEMPLATE_CATEGORY" val="basetag"/>
  <p:tag name="KSO_WM_TEMPLATE_INDEX" val="20164241"/>
  <p:tag name="KSO_WM_SPECIAL_SOURCE" val="bdnull"/>
</p:tagLst>
</file>

<file path=ppt/tags/tag84.xml><?xml version="1.0" encoding="utf-8"?>
<p:tagLst xmlns:p="http://schemas.openxmlformats.org/presentationml/2006/main">
  <p:tag name="KSO_WM_TEMPLATE_CATEGORY" val="basetag"/>
  <p:tag name="KSO_WM_TEMPLATE_INDEX" val="20164241"/>
  <p:tag name="KSO_WM_SPECIAL_SOURCE" val="bdnull"/>
</p:tagLst>
</file>

<file path=ppt/tags/tag85.xml><?xml version="1.0" encoding="utf-8"?>
<p:tagLst xmlns:p="http://schemas.openxmlformats.org/presentationml/2006/main">
  <p:tag name="KSO_WM_TEMPLATE_CATEGORY" val="basetag"/>
  <p:tag name="KSO_WM_TEMPLATE_INDEX" val="20164241"/>
  <p:tag name="KSO_WM_SPECIAL_SOURCE" val="bdnull"/>
</p:tagLst>
</file>

<file path=ppt/tags/tag86.xml><?xml version="1.0" encoding="utf-8"?>
<p:tagLst xmlns:p="http://schemas.openxmlformats.org/presentationml/2006/main">
  <p:tag name="KSO_WM_TEMPLATE_CATEGORY" val="basetag"/>
  <p:tag name="KSO_WM_TEMPLATE_INDEX" val="20164241"/>
  <p:tag name="KSO_WM_SPECIAL_SOURCE" val="bdnull"/>
</p:tagLst>
</file>

<file path=ppt/tags/tag87.xml><?xml version="1.0" encoding="utf-8"?>
<p:tagLst xmlns:p="http://schemas.openxmlformats.org/presentationml/2006/main">
  <p:tag name="KSO_WM_TEMPLATE_CATEGORY" val="basetag"/>
  <p:tag name="KSO_WM_TEMPLATE_INDEX" val="20164241"/>
  <p:tag name="KSO_WM_SPECIAL_SOURCE" val="bdnull"/>
</p:tagLst>
</file>

<file path=ppt/tags/tag88.xml><?xml version="1.0" encoding="utf-8"?>
<p:tagLst xmlns:p="http://schemas.openxmlformats.org/presentationml/2006/main">
  <p:tag name="KSO_WM_TEMPLATE_CATEGORY" val="basetag"/>
  <p:tag name="KSO_WM_TEMPLATE_INDEX" val="20164241"/>
  <p:tag name="KSO_WM_SPECIAL_SOURCE" val="bdnull"/>
</p:tagLst>
</file>

<file path=ppt/tags/tag89.xml><?xml version="1.0" encoding="utf-8"?>
<p:tagLst xmlns:p="http://schemas.openxmlformats.org/presentationml/2006/main">
  <p:tag name="KSO_WM_TEMPLATE_CATEGORY" val="basetag"/>
  <p:tag name="KSO_WM_TEMPLATE_INDEX" val="20164241"/>
  <p:tag name="KSO_WM_SPECIAL_SOURCE" val="bdnull"/>
</p:tagLst>
</file>

<file path=ppt/tags/tag90.xml><?xml version="1.0" encoding="utf-8"?>
<p:tagLst xmlns:p="http://schemas.openxmlformats.org/presentationml/2006/main">
  <p:tag name="KSO_WM_TEMPLATE_CATEGORY" val="basetag"/>
  <p:tag name="KSO_WM_TEMPLATE_INDEX" val="20164241"/>
  <p:tag name="KSO_WM_SPECIAL_SOURCE" val="bdnull"/>
</p:tagLst>
</file>

<file path=ppt/tags/tag91.xml><?xml version="1.0" encoding="utf-8"?>
<p:tagLst xmlns:p="http://schemas.openxmlformats.org/presentationml/2006/main">
  <p:tag name="KSO_WM_TEMPLATE_CATEGORY" val="basetag"/>
  <p:tag name="KSO_WM_TEMPLATE_INDEX" val="20164241"/>
  <p:tag name="KSO_WM_SPECIAL_SOURCE" val="bdnull"/>
</p:tagLst>
</file>

<file path=ppt/tags/tag92.xml><?xml version="1.0" encoding="utf-8"?>
<p:tagLst xmlns:p="http://schemas.openxmlformats.org/presentationml/2006/main">
  <p:tag name="KSO_WM_TEMPLATE_CATEGORY" val="basetag"/>
  <p:tag name="KSO_WM_TEMPLATE_INDEX" val="20164241"/>
  <p:tag name="KSO_WM_SPECIAL_SOURCE" val="bdnull"/>
</p:tagLst>
</file>

<file path=ppt/tags/tag93.xml><?xml version="1.0" encoding="utf-8"?>
<p:tagLst xmlns:p="http://schemas.openxmlformats.org/presentationml/2006/main">
  <p:tag name="KSO_WM_TEMPLATE_CATEGORY" val="basetag"/>
  <p:tag name="KSO_WM_TEMPLATE_INDEX" val="20164241"/>
  <p:tag name="KSO_WM_SPECIAL_SOURCE" val="bdnull"/>
</p:tagLst>
</file>

<file path=ppt/tags/tag94.xml><?xml version="1.0" encoding="utf-8"?>
<p:tagLst xmlns:p="http://schemas.openxmlformats.org/presentationml/2006/main">
  <p:tag name="KSO_WM_TEMPLATE_CATEGORY" val="basetag"/>
  <p:tag name="KSO_WM_TEMPLATE_INDEX" val="20164241"/>
  <p:tag name="KSO_WM_SPECIAL_SOURCE" val="bdnull"/>
</p:tagLst>
</file>

<file path=ppt/tags/tag95.xml><?xml version="1.0" encoding="utf-8"?>
<p:tagLst xmlns:p="http://schemas.openxmlformats.org/presentationml/2006/main">
  <p:tag name="KSO_WM_TEMPLATE_CATEGORY" val="basetag"/>
  <p:tag name="KSO_WM_TEMPLATE_INDEX" val="20164241"/>
  <p:tag name="KSO_WM_SPECIAL_SOURCE" val="bdnull"/>
</p:tagLst>
</file>

<file path=ppt/tags/tag96.xml><?xml version="1.0" encoding="utf-8"?>
<p:tagLst xmlns:p="http://schemas.openxmlformats.org/presentationml/2006/main">
  <p:tag name="KSO_WM_TEMPLATE_CATEGORY" val="basetag"/>
  <p:tag name="KSO_WM_TEMPLATE_INDEX" val="20164241"/>
  <p:tag name="KSO_WM_SPECIAL_SOURCE" val="bdnull"/>
</p:tagLst>
</file>

<file path=ppt/tags/tag97.xml><?xml version="1.0" encoding="utf-8"?>
<p:tagLst xmlns:p="http://schemas.openxmlformats.org/presentationml/2006/main">
  <p:tag name="KSO_WM_TEMPLATE_CATEGORY" val="basetag"/>
  <p:tag name="KSO_WM_TEMPLATE_INDEX" val="20164241"/>
  <p:tag name="KSO_WM_SPECIAL_SOURCE" val="bdnull"/>
</p:tagLst>
</file>

<file path=ppt/tags/tag98.xml><?xml version="1.0" encoding="utf-8"?>
<p:tagLst xmlns:p="http://schemas.openxmlformats.org/presentationml/2006/main">
  <p:tag name="KSO_WM_TEMPLATE_CATEGORY" val="basetag"/>
  <p:tag name="KSO_WM_TEMPLATE_INDEX" val="20164241"/>
  <p:tag name="KSO_WM_SPECIAL_SOURCE" val="bdnull"/>
</p:tagLst>
</file>

<file path=ppt/tags/tag99.xml><?xml version="1.0" encoding="utf-8"?>
<p:tagLst xmlns:p="http://schemas.openxmlformats.org/presentationml/2006/main">
  <p:tag name="KSO_WM_TEMPLATE_CATEGORY" val="basetag"/>
  <p:tag name="KSO_WM_TEMPLATE_INDEX" val="20164241"/>
  <p:tag name="KSO_WM_SPECIAL_SOURCE" val="bdnull"/>
</p:tagLst>
</file>

<file path=ppt/tags/tag100.xml><?xml version="1.0" encoding="utf-8"?>
<p:tagLst xmlns:p="http://schemas.openxmlformats.org/presentationml/2006/main">
  <p:tag name="KSO_WM_TEMPLATE_CATEGORY" val="basetag"/>
  <p:tag name="KSO_WM_TEMPLATE_INDEX" val="20164241"/>
  <p:tag name="KSO_WM_SPECIAL_SOURCE" val="bdnull"/>
</p:tagLst>
</file>

<file path=ppt/tags/tag101.xml><?xml version="1.0" encoding="utf-8"?>
<p:tagLst xmlns:p="http://schemas.openxmlformats.org/presentationml/2006/main">
  <p:tag name="KSO_WM_TEMPLATE_CATEGORY" val="basetag"/>
  <p:tag name="KSO_WM_TEMPLATE_INDEX" val="20164241"/>
  <p:tag name="KSO_WM_SPECIAL_SOURCE" val="bdnull"/>
</p:tagLst>
</file>

<file path=ppt/tags/tag102.xml><?xml version="1.0" encoding="utf-8"?>
<p:tagLst xmlns:p="http://schemas.openxmlformats.org/presentationml/2006/main">
  <p:tag name="KSO_WM_TEMPLATE_CATEGORY" val="basetag"/>
  <p:tag name="KSO_WM_TEMPLATE_INDEX" val="20164241"/>
  <p:tag name="KSO_WM_SPECIAL_SOURCE" val="bdnull"/>
</p:tagLst>
</file>

<file path=ppt/tags/tag103.xml><?xml version="1.0" encoding="utf-8"?>
<p:tagLst xmlns:p="http://schemas.openxmlformats.org/presentationml/2006/main">
  <p:tag name="KSO_WM_UNIT_TABLE_BEAUTIFY" val="smartTable{423bbd8c-a520-498f-b4c3-f996c1bf60b7}"/>
</p:tagLst>
</file>

<file path=ppt/tags/tag104.xml><?xml version="1.0" encoding="utf-8"?>
<p:tagLst xmlns:p="http://schemas.openxmlformats.org/presentationml/2006/main">
  <p:tag name="KSO_WM_TEMPLATE_CATEGORY" val="basetag"/>
  <p:tag name="KSO_WM_TEMPLATE_INDEX" val="20164241"/>
  <p:tag name="KSO_WM_SPECIAL_SOURCE" val="bdnull"/>
</p:tagLst>
</file>

<file path=ppt/tags/tag105.xml><?xml version="1.0" encoding="utf-8"?>
<p:tagLst xmlns:p="http://schemas.openxmlformats.org/presentationml/2006/main">
  <p:tag name="KSO_WM_TEMPLATE_CATEGORY" val="basetag"/>
  <p:tag name="KSO_WM_TEMPLATE_INDEX" val="20164241"/>
  <p:tag name="KSO_WM_SPECIAL_SOURCE" val="bdnull"/>
</p:tagLst>
</file>

<file path=ppt/tags/tag106.xml><?xml version="1.0" encoding="utf-8"?>
<p:tagLst xmlns:p="http://schemas.openxmlformats.org/presentationml/2006/main">
  <p:tag name="KSO_WM_TEMPLATE_CATEGORY" val="basetag"/>
  <p:tag name="KSO_WM_TEMPLATE_INDEX" val="20164241"/>
  <p:tag name="KSO_WM_SPECIAL_SOURCE" val="bdnull"/>
</p:tagLst>
</file>

<file path=ppt/tags/tag107.xml><?xml version="1.0" encoding="utf-8"?>
<p:tagLst xmlns:p="http://schemas.openxmlformats.org/presentationml/2006/main">
  <p:tag name="KSO_WM_TEMPLATE_CATEGORY" val="basetag"/>
  <p:tag name="KSO_WM_TEMPLATE_INDEX" val="20164241"/>
  <p:tag name="KSO_WM_SPECIAL_SOURCE" val="bdnull"/>
</p:tagLst>
</file>

<file path=ppt/tags/tag108.xml><?xml version="1.0" encoding="utf-8"?>
<p:tagLst xmlns:p="http://schemas.openxmlformats.org/presentationml/2006/main">
  <p:tag name="KSO_WM_TEMPLATE_CATEGORY" val="basetag"/>
  <p:tag name="KSO_WM_TEMPLATE_INDEX" val="20164241"/>
  <p:tag name="KSO_WM_SPECIAL_SOURCE" val="bdnull"/>
</p:tagLst>
</file>

<file path=ppt/tags/tag109.xml><?xml version="1.0" encoding="utf-8"?>
<p:tagLst xmlns:p="http://schemas.openxmlformats.org/presentationml/2006/main">
  <p:tag name="KSO_WM_TEMPLATE_CATEGORY" val="basetag"/>
  <p:tag name="KSO_WM_TEMPLATE_INDEX" val="20164241"/>
  <p:tag name="KSO_WM_SPECIAL_SOURCE" val="bdnull"/>
</p:tagLst>
</file>

<file path=ppt/tags/tag110.xml><?xml version="1.0" encoding="utf-8"?>
<p:tagLst xmlns:p="http://schemas.openxmlformats.org/presentationml/2006/main">
  <p:tag name="KSO_WM_TEMPLATE_CATEGORY" val="basetag"/>
  <p:tag name="KSO_WM_TEMPLATE_INDEX" val="20164241"/>
  <p:tag name="KSO_WM_SPECIAL_SOURCE" val="bdnull"/>
</p:tagLst>
</file>

<file path=ppt/tags/tag111.xml><?xml version="1.0" encoding="utf-8"?>
<p:tagLst xmlns:p="http://schemas.openxmlformats.org/presentationml/2006/main">
  <p:tag name="KSO_WM_TEMPLATE_CATEGORY" val="basetag"/>
  <p:tag name="KSO_WM_TEMPLATE_INDEX" val="20164241"/>
  <p:tag name="KSO_WM_SPECIAL_SOURCE" val="bdnull"/>
</p:tagLst>
</file>

<file path=ppt/tags/tag112.xml><?xml version="1.0" encoding="utf-8"?>
<p:tagLst xmlns:p="http://schemas.openxmlformats.org/presentationml/2006/main">
  <p:tag name="KSO_WM_TEMPLATE_CATEGORY" val="basetag"/>
  <p:tag name="KSO_WM_TEMPLATE_INDEX" val="20164241"/>
  <p:tag name="KSO_WM_SPECIAL_SOURCE" val="bdnull"/>
</p:tagLst>
</file>

<file path=ppt/tags/tag113.xml><?xml version="1.0" encoding="utf-8"?>
<p:tagLst xmlns:p="http://schemas.openxmlformats.org/presentationml/2006/main">
  <p:tag name="KSO_WM_TEMPLATE_CATEGORY" val="basetag"/>
  <p:tag name="KSO_WM_TEMPLATE_INDEX" val="20164241"/>
  <p:tag name="KSO_WM_SPECIAL_SOURCE" val="bdnull"/>
</p:tagLst>
</file>

<file path=ppt/tags/tag114.xml><?xml version="1.0" encoding="utf-8"?>
<p:tagLst xmlns:p="http://schemas.openxmlformats.org/presentationml/2006/main">
  <p:tag name="KSO_WM_TEMPLATE_CATEGORY" val="basetag"/>
  <p:tag name="KSO_WM_TEMPLATE_INDEX" val="20164241"/>
  <p:tag name="KSO_WM_SPECIAL_SOURCE" val="bdnull"/>
</p:tagLst>
</file>

<file path=ppt/tags/tag115.xml><?xml version="1.0" encoding="utf-8"?>
<p:tagLst xmlns:p="http://schemas.openxmlformats.org/presentationml/2006/main">
  <p:tag name="KSO_WM_TEMPLATE_CATEGORY" val="basetag"/>
  <p:tag name="KSO_WM_TEMPLATE_INDEX" val="20164241"/>
  <p:tag name="KSO_WM_SPECIAL_SOURCE" val="bdnull"/>
</p:tagLst>
</file>

<file path=ppt/tags/tag116.xml><?xml version="1.0" encoding="utf-8"?>
<p:tagLst xmlns:p="http://schemas.openxmlformats.org/presentationml/2006/main">
  <p:tag name="KSO_WM_TEMPLATE_CATEGORY" val="basetag"/>
  <p:tag name="KSO_WM_TEMPLATE_INDEX" val="20164241"/>
  <p:tag name="KSO_WM_SPECIAL_SOURCE" val="bdnull"/>
</p:tagLst>
</file>

<file path=ppt/tags/tag117.xml><?xml version="1.0" encoding="utf-8"?>
<p:tagLst xmlns:p="http://schemas.openxmlformats.org/presentationml/2006/main">
  <p:tag name="KSO_WM_TEMPLATE_CATEGORY" val="basetag"/>
  <p:tag name="KSO_WM_TEMPLATE_INDEX" val="20164241"/>
  <p:tag name="KSO_WM_SPECIAL_SOURCE" val="bdnull"/>
</p:tagLst>
</file>

<file path=ppt/tags/tag118.xml><?xml version="1.0" encoding="utf-8"?>
<p:tagLst xmlns:p="http://schemas.openxmlformats.org/presentationml/2006/main">
  <p:tag name="KSO_WM_TEMPLATE_CATEGORY" val="basetag"/>
  <p:tag name="KSO_WM_TEMPLATE_INDEX" val="20164241"/>
  <p:tag name="KSO_WM_SPECIAL_SOURCE" val="bdnull"/>
</p:tagLst>
</file>

<file path=ppt/tags/tag119.xml><?xml version="1.0" encoding="utf-8"?>
<p:tagLst xmlns:p="http://schemas.openxmlformats.org/presentationml/2006/main">
  <p:tag name="KSO_WM_TEMPLATE_CATEGORY" val="basetag"/>
  <p:tag name="KSO_WM_TEMPLATE_INDEX" val="20164241"/>
  <p:tag name="KSO_WM_SPECIAL_SOURCE" val="bdnull"/>
</p:tagLst>
</file>

<file path=ppt/tags/tag120.xml><?xml version="1.0" encoding="utf-8"?>
<p:tagLst xmlns:p="http://schemas.openxmlformats.org/presentationml/2006/main">
  <p:tag name="KSO_WM_TEMPLATE_CATEGORY" val="basetag"/>
  <p:tag name="KSO_WM_TEMPLATE_INDEX" val="20164241"/>
  <p:tag name="KSO_WM_SPECIAL_SOURCE" val="bdnull"/>
</p:tagLst>
</file>

<file path=ppt/tags/tag121.xml><?xml version="1.0" encoding="utf-8"?>
<p:tagLst xmlns:p="http://schemas.openxmlformats.org/presentationml/2006/main">
  <p:tag name="KSO_WM_TEMPLATE_CATEGORY" val="basetag"/>
  <p:tag name="KSO_WM_TEMPLATE_INDEX" val="20164241"/>
  <p:tag name="KSO_WM_SPECIAL_SOURCE" val="bdnull"/>
</p:tagLst>
</file>

<file path=ppt/tags/tag122.xml><?xml version="1.0" encoding="utf-8"?>
<p:tagLst xmlns:p="http://schemas.openxmlformats.org/presentationml/2006/main">
  <p:tag name="KSO_WM_TEMPLATE_CATEGORY" val="basetag"/>
  <p:tag name="KSO_WM_TEMPLATE_INDEX" val="20164241"/>
  <p:tag name="KSO_WM_SPECIAL_SOURCE" val="bdnull"/>
</p:tagLst>
</file>

<file path=ppt/tags/tag123.xml><?xml version="1.0" encoding="utf-8"?>
<p:tagLst xmlns:p="http://schemas.openxmlformats.org/presentationml/2006/main">
  <p:tag name="KSO_WM_TEMPLATE_CATEGORY" val="basetag"/>
  <p:tag name="KSO_WM_TEMPLATE_INDEX" val="20164241"/>
  <p:tag name="KSO_WM_SPECIAL_SOURCE" val="bdnull"/>
</p:tagLst>
</file>

<file path=ppt/tags/tag124.xml><?xml version="1.0" encoding="utf-8"?>
<p:tagLst xmlns:p="http://schemas.openxmlformats.org/presentationml/2006/main">
  <p:tag name="KSO_WM_TEMPLATE_CATEGORY" val="basetag"/>
  <p:tag name="KSO_WM_TEMPLATE_INDEX" val="20164241"/>
  <p:tag name="KSO_WM_SPECIAL_SOURCE" val="bdnull"/>
</p:tagLst>
</file>

<file path=ppt/tags/tag125.xml><?xml version="1.0" encoding="utf-8"?>
<p:tagLst xmlns:p="http://schemas.openxmlformats.org/presentationml/2006/main">
  <p:tag name="KSO_WM_TEMPLATE_CATEGORY" val="basetag"/>
  <p:tag name="KSO_WM_TEMPLATE_INDEX" val="20164241"/>
  <p:tag name="KSO_WM_SPECIAL_SOURCE" val="bdnull"/>
</p:tagLst>
</file>

<file path=ppt/tags/tag126.xml><?xml version="1.0" encoding="utf-8"?>
<p:tagLst xmlns:p="http://schemas.openxmlformats.org/presentationml/2006/main">
  <p:tag name="KSO_WM_TEMPLATE_CATEGORY" val="basetag"/>
  <p:tag name="KSO_WM_TEMPLATE_INDEX" val="20164241"/>
  <p:tag name="KSO_WM_SPECIAL_SOURCE" val="bdnull"/>
</p:tagLst>
</file>

<file path=ppt/tags/tag127.xml><?xml version="1.0" encoding="utf-8"?>
<p:tagLst xmlns:p="http://schemas.openxmlformats.org/presentationml/2006/main">
  <p:tag name="KSO_WM_TEMPLATE_CATEGORY" val="basetag"/>
  <p:tag name="KSO_WM_TEMPLATE_INDEX" val="20164241"/>
  <p:tag name="KSO_WM_SPECIAL_SOURCE" val="bdnull"/>
</p:tagLst>
</file>

<file path=ppt/tags/tag128.xml><?xml version="1.0" encoding="utf-8"?>
<p:tagLst xmlns:p="http://schemas.openxmlformats.org/presentationml/2006/main">
  <p:tag name="KSO_WM_TEMPLATE_CATEGORY" val="basetag"/>
  <p:tag name="KSO_WM_TEMPLATE_INDEX" val="20164241"/>
  <p:tag name="KSO_WM_SPECIAL_SOURCE" val="bdnull"/>
</p:tagLst>
</file>

<file path=ppt/tags/tag129.xml><?xml version="1.0" encoding="utf-8"?>
<p:tagLst xmlns:p="http://schemas.openxmlformats.org/presentationml/2006/main">
  <p:tag name="KSO_WM_TEMPLATE_CATEGORY" val="basetag"/>
  <p:tag name="KSO_WM_TEMPLATE_INDEX" val="20164241"/>
  <p:tag name="KSO_WM_SPECIAL_SOURCE" val="bdnull"/>
</p:tagLst>
</file>

<file path=ppt/tags/tag130.xml><?xml version="1.0" encoding="utf-8"?>
<p:tagLst xmlns:p="http://schemas.openxmlformats.org/presentationml/2006/main">
  <p:tag name="KSO_WM_TEMPLATE_CATEGORY" val="basetag"/>
  <p:tag name="KSO_WM_TEMPLATE_INDEX" val="20164241"/>
  <p:tag name="KSO_WM_SPECIAL_SOURCE" val="bdnull"/>
</p:tagLst>
</file>

<file path=ppt/tags/tag131.xml><?xml version="1.0" encoding="utf-8"?>
<p:tagLst xmlns:p="http://schemas.openxmlformats.org/presentationml/2006/main">
  <p:tag name="KSO_WM_TEMPLATE_CATEGORY" val="basetag"/>
  <p:tag name="KSO_WM_TEMPLATE_INDEX" val="20164241"/>
  <p:tag name="KSO_WM_SPECIAL_SOURCE" val="bdnull"/>
</p:tagLst>
</file>

<file path=ppt/tags/tag132.xml><?xml version="1.0" encoding="utf-8"?>
<p:tagLst xmlns:p="http://schemas.openxmlformats.org/presentationml/2006/main">
  <p:tag name="KSO_WM_TEMPLATE_CATEGORY" val="basetag"/>
  <p:tag name="KSO_WM_TEMPLATE_INDEX" val="20164241"/>
  <p:tag name="KSO_WM_SPECIAL_SOURCE" val="bdnull"/>
</p:tagLst>
</file>

<file path=ppt/tags/tag133.xml><?xml version="1.0" encoding="utf-8"?>
<p:tagLst xmlns:p="http://schemas.openxmlformats.org/presentationml/2006/main">
  <p:tag name="KSO_WM_TEMPLATE_CATEGORY" val="basetag"/>
  <p:tag name="KSO_WM_TEMPLATE_INDEX" val="20164241"/>
  <p:tag name="KSO_WM_SPECIAL_SOURCE" val="bdnull"/>
</p:tagLst>
</file>

<file path=ppt/tags/tag134.xml><?xml version="1.0" encoding="utf-8"?>
<p:tagLst xmlns:p="http://schemas.openxmlformats.org/presentationml/2006/main">
  <p:tag name="KSO_WM_TEMPLATE_CATEGORY" val="basetag"/>
  <p:tag name="KSO_WM_TEMPLATE_INDEX" val="20164241"/>
  <p:tag name="KSO_WM_SPECIAL_SOURCE" val="bdnull"/>
</p:tagLst>
</file>

<file path=ppt/tags/tag135.xml><?xml version="1.0" encoding="utf-8"?>
<p:tagLst xmlns:p="http://schemas.openxmlformats.org/presentationml/2006/main">
  <p:tag name="KSO_WM_TEMPLATE_CATEGORY" val="basetag"/>
  <p:tag name="KSO_WM_TEMPLATE_INDEX" val="20164241"/>
  <p:tag name="KSO_WM_SPECIAL_SOURCE" val="bdnull"/>
</p:tagLst>
</file>

<file path=ppt/tags/tag136.xml><?xml version="1.0" encoding="utf-8"?>
<p:tagLst xmlns:p="http://schemas.openxmlformats.org/presentationml/2006/main">
  <p:tag name="KSO_WM_TEMPLATE_CATEGORY" val="basetag"/>
  <p:tag name="KSO_WM_TEMPLATE_INDEX" val="20164241"/>
  <p:tag name="KSO_WM_SPECIAL_SOURCE" val="bdnull"/>
</p:tagLst>
</file>

<file path=ppt/tags/tag137.xml><?xml version="1.0" encoding="utf-8"?>
<p:tagLst xmlns:p="http://schemas.openxmlformats.org/presentationml/2006/main">
  <p:tag name="KSO_DOCER_TEMPLATE_OPEN_ONCE_MARK" val="1"/>
  <p:tag name="COMMONDATA" val="eyJoZGlkIjoiZmYwYjU2MzQxMWU3OWZjNzk4OWUyOWM0NDJmODEwZTYifQ=="/>
  <p:tag name="commondata" val="eyJoZGlkIjoiZDg0OGFmNmQ3N2NlODJlZmNjMDM0NDQ0YWJkYmY3ZDQifQ=="/>
</p:tagLst>
</file>

<file path=ppt/theme/theme1.xml><?xml version="1.0" encoding="utf-8"?>
<a:theme xmlns:a="http://schemas.openxmlformats.org/drawingml/2006/main" name="basetag20163155_docer802382.通用教学课件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主题​​">
  <a:themeElements>
    <a:clrScheme name="自定义 431">
      <a:dk1>
        <a:srgbClr val="000000"/>
      </a:dk1>
      <a:lt1>
        <a:srgbClr val="FFFFFF"/>
      </a:lt1>
      <a:dk2>
        <a:srgbClr val="990000"/>
      </a:dk2>
      <a:lt2>
        <a:srgbClr val="FFFFFF"/>
      </a:lt2>
      <a:accent1>
        <a:srgbClr val="990000"/>
      </a:accent1>
      <a:accent2>
        <a:srgbClr val="990000"/>
      </a:accent2>
      <a:accent3>
        <a:srgbClr val="990000"/>
      </a:accent3>
      <a:accent4>
        <a:srgbClr val="990000"/>
      </a:accent4>
      <a:accent5>
        <a:srgbClr val="000000"/>
      </a:accent5>
      <a:accent6>
        <a:srgbClr val="FFFFFF"/>
      </a:accent6>
      <a:hlink>
        <a:srgbClr val="0563C1"/>
      </a:hlink>
      <a:folHlink>
        <a:srgbClr val="954F72"/>
      </a:folHlink>
    </a:clrScheme>
    <a:fontScheme name="25yhflpb">
      <a:majorFont>
        <a:latin typeface="Arial"/>
        <a:ea typeface="Microsoft YaHei"/>
        <a:cs typeface=""/>
      </a:majorFont>
      <a:minorFont>
        <a:latin typeface="Arial"/>
        <a:ea typeface="Microsoft YaHei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办公室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Cambria-Calibri">
      <a:majorFont>
        <a:latin typeface="Cambria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9TopShadow">
      <a:fillStyleLst>
        <a:solidFill>
          <a:schemeClr val="phClr"/>
        </a:solidFill>
        <a:gradFill rotWithShape="1">
          <a:gsLst>
            <a:gs pos="0">
              <a:schemeClr val="phClr">
                <a:tint val="10000"/>
                <a:satMod val="300000"/>
              </a:schemeClr>
            </a:gs>
            <a:gs pos="34000">
              <a:schemeClr val="phClr">
                <a:tint val="13500"/>
                <a:satMod val="250000"/>
              </a:schemeClr>
            </a:gs>
            <a:gs pos="100000">
              <a:schemeClr val="phClr">
                <a:tint val="60000"/>
                <a:satMod val="200000"/>
              </a:schemeClr>
            </a:gs>
          </a:gsLst>
          <a:path path="circle">
            <a:fillToRect l="50000" t="155000" r="50000" b="-55000"/>
          </a:path>
        </a:gradFill>
        <a:gradFill rotWithShape="1">
          <a:gsLst>
            <a:gs pos="0">
              <a:schemeClr val="phClr">
                <a:tint val="60000"/>
                <a:satMod val="160000"/>
              </a:schemeClr>
            </a:gs>
            <a:gs pos="46000">
              <a:schemeClr val="phClr">
                <a:tint val="86000"/>
                <a:satMod val="160000"/>
              </a:schemeClr>
            </a:gs>
            <a:gs pos="100000">
              <a:schemeClr val="phClr">
                <a:shade val="40000"/>
                <a:satMod val="160000"/>
              </a:schemeClr>
            </a:gs>
          </a:gsLst>
          <a:path path="circle">
            <a:fillToRect l="50000" t="155000" r="50000" b="-55000"/>
          </a:path>
        </a:gradFill>
      </a:fillStyleLst>
      <a:lnStyleLst>
        <a:ln w="9525" cap="flat" cmpd="sng" algn="ctr">
          <a:solidFill>
            <a:schemeClr val="phClr">
              <a:satMod val="120000"/>
            </a:schemeClr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63500" dist="25400" dir="14700000" algn="t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50800" dist="38100" dir="14700000" algn="t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53975" dist="41275" dir="14700000" algn="t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3600000"/>
            </a:lightRig>
          </a:scene3d>
          <a:sp3d prstMaterial="plastic">
            <a:bevelT w="127000" h="38200" prst="relaxedInse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Cambria-Calibri">
      <a:majorFont>
        <a:latin typeface="Cambria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9TopShadow">
      <a:fillStyleLst>
        <a:solidFill>
          <a:schemeClr val="phClr"/>
        </a:solidFill>
        <a:gradFill rotWithShape="1">
          <a:gsLst>
            <a:gs pos="0">
              <a:schemeClr val="phClr">
                <a:tint val="10000"/>
                <a:satMod val="300000"/>
              </a:schemeClr>
            </a:gs>
            <a:gs pos="34000">
              <a:schemeClr val="phClr">
                <a:tint val="13500"/>
                <a:satMod val="250000"/>
              </a:schemeClr>
            </a:gs>
            <a:gs pos="100000">
              <a:schemeClr val="phClr">
                <a:tint val="60000"/>
                <a:satMod val="200000"/>
              </a:schemeClr>
            </a:gs>
          </a:gsLst>
          <a:path path="circle">
            <a:fillToRect l="50000" t="155000" r="50000" b="-55000"/>
          </a:path>
        </a:gradFill>
        <a:gradFill rotWithShape="1">
          <a:gsLst>
            <a:gs pos="0">
              <a:schemeClr val="phClr">
                <a:tint val="60000"/>
                <a:satMod val="160000"/>
              </a:schemeClr>
            </a:gs>
            <a:gs pos="46000">
              <a:schemeClr val="phClr">
                <a:tint val="86000"/>
                <a:satMod val="160000"/>
              </a:schemeClr>
            </a:gs>
            <a:gs pos="100000">
              <a:schemeClr val="phClr">
                <a:shade val="40000"/>
                <a:satMod val="160000"/>
              </a:schemeClr>
            </a:gs>
          </a:gsLst>
          <a:path path="circle">
            <a:fillToRect l="50000" t="155000" r="50000" b="-55000"/>
          </a:path>
        </a:gradFill>
      </a:fillStyleLst>
      <a:lnStyleLst>
        <a:ln w="9525" cap="flat" cmpd="sng" algn="ctr">
          <a:solidFill>
            <a:schemeClr val="phClr">
              <a:satMod val="120000"/>
            </a:schemeClr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63500" dist="25400" dir="14700000" algn="t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50800" dist="38100" dir="14700000" algn="t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53975" dist="41275" dir="14700000" algn="t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3600000"/>
            </a:lightRig>
          </a:scene3d>
          <a:sp3d prstMaterial="plastic">
            <a:bevelT w="127000" h="38200" prst="relaxedInse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自定义 431">
    <a:dk1>
      <a:srgbClr val="000000"/>
    </a:dk1>
    <a:lt1>
      <a:srgbClr val="FFFFFF"/>
    </a:lt1>
    <a:dk2>
      <a:srgbClr val="990000"/>
    </a:dk2>
    <a:lt2>
      <a:srgbClr val="FFFFFF"/>
    </a:lt2>
    <a:accent1>
      <a:srgbClr val="990000"/>
    </a:accent1>
    <a:accent2>
      <a:srgbClr val="990000"/>
    </a:accent2>
    <a:accent3>
      <a:srgbClr val="990000"/>
    </a:accent3>
    <a:accent4>
      <a:srgbClr val="990000"/>
    </a:accent4>
    <a:accent5>
      <a:srgbClr val="000000"/>
    </a:accent5>
    <a:accent6>
      <a:srgbClr val="FFFFFF"/>
    </a:accent6>
    <a:hlink>
      <a:srgbClr val="0563C1"/>
    </a:hlink>
    <a:folHlink>
      <a:srgbClr val="954F72"/>
    </a:folHlink>
  </a:clrScheme>
</a:themeOverride>
</file>

<file path=ppt/theme/themeOverride2.xml><?xml version="1.0" encoding="utf-8"?>
<a:themeOverride xmlns:a="http://schemas.openxmlformats.org/drawingml/2006/main">
  <a:clrScheme name="自定义 431">
    <a:dk1>
      <a:srgbClr val="000000"/>
    </a:dk1>
    <a:lt1>
      <a:srgbClr val="FFFFFF"/>
    </a:lt1>
    <a:dk2>
      <a:srgbClr val="990000"/>
    </a:dk2>
    <a:lt2>
      <a:srgbClr val="FFFFFF"/>
    </a:lt2>
    <a:accent1>
      <a:srgbClr val="990000"/>
    </a:accent1>
    <a:accent2>
      <a:srgbClr val="990000"/>
    </a:accent2>
    <a:accent3>
      <a:srgbClr val="990000"/>
    </a:accent3>
    <a:accent4>
      <a:srgbClr val="990000"/>
    </a:accent4>
    <a:accent5>
      <a:srgbClr val="000000"/>
    </a:accent5>
    <a:accent6>
      <a:srgbClr val="FFFFFF"/>
    </a:accent6>
    <a:hlink>
      <a:srgbClr val="0563C1"/>
    </a:hlink>
    <a:folHlink>
      <a:srgbClr val="954F72"/>
    </a:folHlink>
  </a:clrScheme>
</a:themeOverride>
</file>

<file path=ppt/theme/themeOverride3.xml><?xml version="1.0" encoding="utf-8"?>
<a:themeOverride xmlns:a="http://schemas.openxmlformats.org/drawingml/2006/main">
  <a:clrScheme name="自定义 431">
    <a:dk1>
      <a:srgbClr val="000000"/>
    </a:dk1>
    <a:lt1>
      <a:srgbClr val="FFFFFF"/>
    </a:lt1>
    <a:dk2>
      <a:srgbClr val="990000"/>
    </a:dk2>
    <a:lt2>
      <a:srgbClr val="FFFFFF"/>
    </a:lt2>
    <a:accent1>
      <a:srgbClr val="990000"/>
    </a:accent1>
    <a:accent2>
      <a:srgbClr val="990000"/>
    </a:accent2>
    <a:accent3>
      <a:srgbClr val="990000"/>
    </a:accent3>
    <a:accent4>
      <a:srgbClr val="990000"/>
    </a:accent4>
    <a:accent5>
      <a:srgbClr val="000000"/>
    </a:accent5>
    <a:accent6>
      <a:srgbClr val="FFFFFF"/>
    </a:accent6>
    <a:hlink>
      <a:srgbClr val="0563C1"/>
    </a:hlink>
    <a:folHlink>
      <a:srgbClr val="954F72"/>
    </a:folHlink>
  </a:clrScheme>
</a:themeOverride>
</file>

<file path=ppt/theme/themeOverride4.xml><?xml version="1.0" encoding="utf-8"?>
<a:themeOverride xmlns:a="http://schemas.openxmlformats.org/drawingml/2006/main">
  <a:clrScheme name="自定义 431">
    <a:dk1>
      <a:srgbClr val="000000"/>
    </a:dk1>
    <a:lt1>
      <a:srgbClr val="FFFFFF"/>
    </a:lt1>
    <a:dk2>
      <a:srgbClr val="990000"/>
    </a:dk2>
    <a:lt2>
      <a:srgbClr val="FFFFFF"/>
    </a:lt2>
    <a:accent1>
      <a:srgbClr val="990000"/>
    </a:accent1>
    <a:accent2>
      <a:srgbClr val="990000"/>
    </a:accent2>
    <a:accent3>
      <a:srgbClr val="990000"/>
    </a:accent3>
    <a:accent4>
      <a:srgbClr val="990000"/>
    </a:accent4>
    <a:accent5>
      <a:srgbClr val="000000"/>
    </a:accent5>
    <a:accent6>
      <a:srgbClr val="FFFFFF"/>
    </a:accent6>
    <a:hlink>
      <a:srgbClr val="0563C1"/>
    </a:hlink>
    <a:folHlink>
      <a:srgbClr val="954F72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13653</Words>
  <Application>WPS 演示</Application>
  <PresentationFormat/>
  <Paragraphs>1633</Paragraphs>
  <Slides>85</Slides>
  <Notes>0</Notes>
  <HiddenSlides>0</HiddenSlides>
  <MMClips>0</MMClips>
  <ScaleCrop>false</ScaleCrop>
  <HeadingPairs>
    <vt:vector size="8" baseType="variant">
      <vt:variant>
        <vt:lpstr>已用的字体</vt:lpstr>
      </vt:variant>
      <vt:variant>
        <vt:i4>25</vt:i4>
      </vt:variant>
      <vt:variant>
        <vt:lpstr>主题</vt:lpstr>
      </vt:variant>
      <vt:variant>
        <vt:i4>2</vt:i4>
      </vt:variant>
      <vt:variant>
        <vt:lpstr>嵌入 OLE 服务器</vt:lpstr>
      </vt:variant>
      <vt:variant>
        <vt:i4>7</vt:i4>
      </vt:variant>
      <vt:variant>
        <vt:lpstr>幻灯片标题</vt:lpstr>
      </vt:variant>
      <vt:variant>
        <vt:i4>85</vt:i4>
      </vt:variant>
    </vt:vector>
  </HeadingPairs>
  <TitlesOfParts>
    <vt:vector size="119" baseType="lpstr">
      <vt:lpstr>Arial</vt:lpstr>
      <vt:lpstr>宋体</vt:lpstr>
      <vt:lpstr>Wingdings</vt:lpstr>
      <vt:lpstr>Microsoft YaHei UI</vt:lpstr>
      <vt:lpstr>微软雅黑</vt:lpstr>
      <vt:lpstr>Arial Unicode MS</vt:lpstr>
      <vt:lpstr>Calibri</vt:lpstr>
      <vt:lpstr>华文楷体</vt:lpstr>
      <vt:lpstr>Times New Roman</vt:lpstr>
      <vt:lpstr>仿宋_GB2312</vt:lpstr>
      <vt:lpstr>仿宋</vt:lpstr>
      <vt:lpstr>Microsoft JhengHei</vt:lpstr>
      <vt:lpstr>楷体_GB2312</vt:lpstr>
      <vt:lpstr>新宋体</vt:lpstr>
      <vt:lpstr>Times New Roman</vt:lpstr>
      <vt:lpstr>Microsoft YaHei UI Light</vt:lpstr>
      <vt:lpstr>Arial</vt:lpstr>
      <vt:lpstr>楷体</vt:lpstr>
      <vt:lpstr>黑体</vt:lpstr>
      <vt:lpstr>Tahoma</vt:lpstr>
      <vt:lpstr>Arial Unicode MS</vt:lpstr>
      <vt:lpstr>MS Hei</vt:lpstr>
      <vt:lpstr>Symbol</vt:lpstr>
      <vt:lpstr>Microsoft Himalaya</vt:lpstr>
      <vt:lpstr>等线</vt:lpstr>
      <vt:lpstr>basetag20163155_docer802382.通用教学课件</vt:lpstr>
      <vt:lpstr>1_Office 主题​​</vt:lpstr>
      <vt:lpstr>Visio.Drawing.11</vt:lpstr>
      <vt:lpstr>Equation.3</vt:lpstr>
      <vt:lpstr>Equation.3</vt:lpstr>
      <vt:lpstr>Equation.3</vt:lpstr>
      <vt:lpstr>Equation.3</vt:lpstr>
      <vt:lpstr>Equation.3</vt:lpstr>
      <vt:lpstr>Equation.3</vt:lpstr>
      <vt:lpstr>数 据 结 构</vt:lpstr>
      <vt:lpstr>PowerPoint 演示文稿</vt:lpstr>
      <vt:lpstr>课程安排</vt:lpstr>
      <vt:lpstr>学时分配</vt:lpstr>
      <vt:lpstr>联系方式</vt:lpstr>
      <vt:lpstr>绪论</vt:lpstr>
      <vt:lpstr>主要内容</vt:lpstr>
      <vt:lpstr>学习目标</vt:lpstr>
      <vt:lpstr>数据结构的创始人 —Donald. E. Knuth</vt:lpstr>
      <vt:lpstr>计算机程序的发展</vt:lpstr>
      <vt:lpstr>数据结构 研究内容（Cont.）</vt:lpstr>
      <vt:lpstr>数据结构 研究内容</vt:lpstr>
      <vt:lpstr>数据结构与计算学科</vt:lpstr>
      <vt:lpstr>数据结构定义</vt:lpstr>
      <vt:lpstr>基本概念和术语</vt:lpstr>
      <vt:lpstr>数据结构概念</vt:lpstr>
      <vt:lpstr>逻辑结构（Cont.）</vt:lpstr>
      <vt:lpstr>逻辑结构</vt:lpstr>
      <vt:lpstr>存储结构</vt:lpstr>
      <vt:lpstr>PowerPoint 演示文稿</vt:lpstr>
      <vt:lpstr>抽象数据类型  (ADTs: Abstract  Data Types)</vt:lpstr>
      <vt:lpstr>Example: ATD Complex</vt:lpstr>
      <vt:lpstr>算法及算法分析</vt:lpstr>
      <vt:lpstr>算法定义和特征</vt:lpstr>
      <vt:lpstr>算法描述-欧几里德算法</vt:lpstr>
      <vt:lpstr>提出问题：如何评价算法？</vt:lpstr>
      <vt:lpstr>方案一：占用尽量少的额外空间</vt:lpstr>
      <vt:lpstr>方案二：在最短时间内完成</vt:lpstr>
      <vt:lpstr>两个方案的区别</vt:lpstr>
      <vt:lpstr>结论</vt:lpstr>
      <vt:lpstr>影响程序性能评价的因素</vt:lpstr>
      <vt:lpstr>空间复杂性</vt:lpstr>
      <vt:lpstr>数据空间：变量所占空间</vt:lpstr>
      <vt:lpstr>程序空间分析</vt:lpstr>
      <vt:lpstr>空间复杂性分析例1:累加</vt:lpstr>
      <vt:lpstr>小结</vt:lpstr>
      <vt:lpstr>时间复杂度分析</vt:lpstr>
      <vt:lpstr>时空分析对比</vt:lpstr>
      <vt:lpstr>应该摒弃的指标</vt:lpstr>
      <vt:lpstr>应该采用的指标</vt:lpstr>
      <vt:lpstr>操作计数分析示例：多项式求值</vt:lpstr>
      <vt:lpstr>多项式求值优化</vt:lpstr>
      <vt:lpstr>执行步数</vt:lpstr>
      <vt:lpstr>执行步数分析示例1：一般程序</vt:lpstr>
      <vt:lpstr>函数Sum的执行步数</vt:lpstr>
      <vt:lpstr>执行步数分析示例2：递归程序</vt:lpstr>
      <vt:lpstr>函数Rsum的执行步数</vt:lpstr>
      <vt:lpstr>矩阵转置函数的执行步数</vt:lpstr>
      <vt:lpstr>时间复杂度分析</vt:lpstr>
      <vt:lpstr>问题提出</vt:lpstr>
      <vt:lpstr>复杂度的渐进性质</vt:lpstr>
      <vt:lpstr>大写Ο符号 Big-Oh</vt:lpstr>
      <vt:lpstr>常用做g的简单函数</vt:lpstr>
      <vt:lpstr>大O符号例子(1)</vt:lpstr>
      <vt:lpstr>大O符号例子（2）</vt:lpstr>
      <vt:lpstr>大O符号例子（3）</vt:lpstr>
      <vt:lpstr>大O符号例子（4）</vt:lpstr>
      <vt:lpstr>错误界限</vt:lpstr>
      <vt:lpstr>多项式的阶</vt:lpstr>
      <vt:lpstr>大O原理图示</vt:lpstr>
      <vt:lpstr>小结</vt:lpstr>
      <vt:lpstr>Ω符号(Big-Omega)</vt:lpstr>
      <vt:lpstr>Ω符号例子（1）</vt:lpstr>
      <vt:lpstr>Ω符号例子（2）</vt:lpstr>
      <vt:lpstr>关于Ω的多项式定理</vt:lpstr>
      <vt:lpstr>Ω原理图示</vt:lpstr>
      <vt:lpstr>Θ符号(Big-Theta)</vt:lpstr>
      <vt:lpstr>Θ符号例子</vt:lpstr>
      <vt:lpstr>关于Θ的多项式定理</vt:lpstr>
      <vt:lpstr>小写o符号(little-Oh)</vt:lpstr>
      <vt:lpstr>算法分析</vt:lpstr>
      <vt:lpstr>算法分析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性能测量方法</vt:lpstr>
      <vt:lpstr>实际复杂性</vt:lpstr>
      <vt:lpstr>各种函数的渐进变化表</vt:lpstr>
      <vt:lpstr>各种函数的渐进曲线图</vt:lpstr>
      <vt:lpstr>实际性能测量</vt:lpstr>
      <vt:lpstr>缓存对算法性能的影响</vt:lpstr>
      <vt:lpstr>总结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数 据 结 构</dc:title>
  <dc:creator>maggie</dc:creator>
  <cp:lastModifiedBy>Peppermint &amp; Cheese jelly drops</cp:lastModifiedBy>
  <cp:revision>8</cp:revision>
  <dcterms:created xsi:type="dcterms:W3CDTF">2021-09-06T08:22:00Z</dcterms:created>
  <dcterms:modified xsi:type="dcterms:W3CDTF">2023-12-30T03:15:39Z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0x010100AA3F7D94069FF64A86F7DFF56D60E3BE</vt:lpwstr>
  </property>
  <property fmtid="{D5CDD505-2E9C-101B-9397-08002B2CF9AE}" pid="3" name="HiddenCategoryTags">
    <vt:lpwstr/>
  </property>
  <property fmtid="{D5CDD505-2E9C-101B-9397-08002B2CF9AE}" pid="4" name="InternalTags">
    <vt:lpwstr/>
  </property>
  <property fmtid="{D5CDD505-2E9C-101B-9397-08002B2CF9AE}" pid="5" name="FeatureTags">
    <vt:lpwstr/>
  </property>
  <property fmtid="{D5CDD505-2E9C-101B-9397-08002B2CF9AE}" pid="6" name="LocalizationTags">
    <vt:lpwstr/>
  </property>
  <property fmtid="{D5CDD505-2E9C-101B-9397-08002B2CF9AE}" pid="7" name="CategoryTags">
    <vt:lpwstr/>
  </property>
  <property fmtid="{D5CDD505-2E9C-101B-9397-08002B2CF9AE}" pid="8" name="Applications">
    <vt:lpwstr/>
  </property>
  <property fmtid="{D5CDD505-2E9C-101B-9397-08002B2CF9AE}" pid="9" name="CampaignTags">
    <vt:lpwstr/>
  </property>
  <property fmtid="{D5CDD505-2E9C-101B-9397-08002B2CF9AE}" pid="10" name="ScenarioTags">
    <vt:lpwstr/>
  </property>
  <property fmtid="{D5CDD505-2E9C-101B-9397-08002B2CF9AE}" pid="11" name="KSOProductBuildVer">
    <vt:lpwstr>2052-12.1.0.16120</vt:lpwstr>
  </property>
  <property fmtid="{D5CDD505-2E9C-101B-9397-08002B2CF9AE}" pid="12" name="ICV">
    <vt:lpwstr>1feaa4be5be24f859ed2d52df79f458b</vt:lpwstr>
  </property>
</Properties>
</file>